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</p:sldIdLst>
  <p:sldSz cy="5143500" cx="9144000"/>
  <p:notesSz cx="6858000" cy="9144000"/>
  <p:embeddedFontLst>
    <p:embeddedFont>
      <p:font typeface="Roboto"/>
      <p:regular r:id="rId28"/>
      <p:bold r:id="rId29"/>
      <p:italic r:id="rId30"/>
      <p:boldItalic r:id="rId31"/>
    </p:embeddedFont>
    <p:embeddedFont>
      <p:font typeface="Fira Sans Extra Condensed"/>
      <p:regular r:id="rId32"/>
      <p:bold r:id="rId33"/>
      <p:italic r:id="rId34"/>
      <p:boldItalic r:id="rId35"/>
    </p:embeddedFont>
    <p:embeddedFont>
      <p:font typeface="Fira Sans Extra Condensed SemiBold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font" Target="fonts/Roboto-regular.fntdata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Roboto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Roboto-boldItalic.fntdata"/><Relationship Id="rId30" Type="http://schemas.openxmlformats.org/officeDocument/2006/relationships/font" Target="fonts/Roboto-italic.fntdata"/><Relationship Id="rId11" Type="http://schemas.openxmlformats.org/officeDocument/2006/relationships/slide" Target="slides/slide7.xml"/><Relationship Id="rId33" Type="http://schemas.openxmlformats.org/officeDocument/2006/relationships/font" Target="fonts/FiraSansExtraCondensed-bold.fntdata"/><Relationship Id="rId10" Type="http://schemas.openxmlformats.org/officeDocument/2006/relationships/slide" Target="slides/slide6.xml"/><Relationship Id="rId32" Type="http://schemas.openxmlformats.org/officeDocument/2006/relationships/font" Target="fonts/FiraSansExtraCondensed-regular.fntdata"/><Relationship Id="rId13" Type="http://schemas.openxmlformats.org/officeDocument/2006/relationships/slide" Target="slides/slide9.xml"/><Relationship Id="rId35" Type="http://schemas.openxmlformats.org/officeDocument/2006/relationships/font" Target="fonts/FiraSansExtraCondensed-boldItalic.fntdata"/><Relationship Id="rId12" Type="http://schemas.openxmlformats.org/officeDocument/2006/relationships/slide" Target="slides/slide8.xml"/><Relationship Id="rId34" Type="http://schemas.openxmlformats.org/officeDocument/2006/relationships/font" Target="fonts/FiraSansExtraCondensed-italic.fntdata"/><Relationship Id="rId15" Type="http://schemas.openxmlformats.org/officeDocument/2006/relationships/slide" Target="slides/slide11.xml"/><Relationship Id="rId37" Type="http://schemas.openxmlformats.org/officeDocument/2006/relationships/font" Target="fonts/FiraSansExtraCondensedSemiBold-bold.fntdata"/><Relationship Id="rId14" Type="http://schemas.openxmlformats.org/officeDocument/2006/relationships/slide" Target="slides/slide10.xml"/><Relationship Id="rId36" Type="http://schemas.openxmlformats.org/officeDocument/2006/relationships/font" Target="fonts/FiraSansExtraCondensedSemiBold-regular.fntdata"/><Relationship Id="rId17" Type="http://schemas.openxmlformats.org/officeDocument/2006/relationships/slide" Target="slides/slide13.xml"/><Relationship Id="rId39" Type="http://schemas.openxmlformats.org/officeDocument/2006/relationships/font" Target="fonts/FiraSansExtraCondensedSemiBold-boldItalic.fntdata"/><Relationship Id="rId16" Type="http://schemas.openxmlformats.org/officeDocument/2006/relationships/slide" Target="slides/slide12.xml"/><Relationship Id="rId38" Type="http://schemas.openxmlformats.org/officeDocument/2006/relationships/font" Target="fonts/FiraSansExtraCondensedSemiBold-italic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dcb566e1d5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" name="Google Shape;40;gdcb566e1d5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e77f93ad05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e77f93ad05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e96fd5876e_0_35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e96fd5876e_0_35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e96fd5876e_0_47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e96fd5876e_0_47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e96fd5876e_0_2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e96fd5876e_0_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e96fd5876e_0_5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e96fd5876e_0_5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23e17fcd786_1_2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2" name="Google Shape;572;g23e17fcd786_1_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g23e17fcd786_1_4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8" name="Google Shape;628;g23e17fcd786_1_4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23e17fcd786_1_4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5" name="Google Shape;635;g23e17fcd786_1_4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g23e17fcd786_1_4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2" name="Google Shape;642;g23e17fcd786_1_4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23e17fcd786_1_4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9" name="Google Shape;649;g23e17fcd786_1_4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g23e17fcd786_1_5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6" name="Google Shape;656;g23e17fcd786_1_5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23e17fcd786_1_5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3" name="Google Shape;663;g23e17fcd786_1_5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g23e17fcd786_1_5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0" name="Google Shape;670;g23e17fcd786_1_5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g23e17fcd786_1_5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6" name="Google Shape;676;g23e17fcd786_1_5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g23e17fcd786_1_5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2" name="Google Shape;682;g23e17fcd786_1_5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g23e17fcd786_1_5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8" name="Google Shape;688;g23e17fcd786_1_5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g23e17fcd786_1_5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4" name="Google Shape;694;g23e17fcd786_1_5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g23e17fcd786_1_5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1" name="Google Shape;701;g23e17fcd786_1_5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g23e17fcd786_1_5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7" name="Google Shape;707;g23e17fcd786_1_5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g23e17fcd786_1_5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3" name="Google Shape;713;g23e17fcd786_1_5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g23e17fcd786_1_5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9" name="Google Shape;719;g23e17fcd786_1_5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g23e17fcd786_1_5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5" name="Google Shape;725;g23e17fcd786_1_5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5140950" y="1074150"/>
            <a:ext cx="3545700" cy="24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5200"/>
              <a:buNone/>
              <a:defRPr b="0" sz="50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6105525" y="3562950"/>
            <a:ext cx="2581200" cy="71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/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9pPr>
          </a:lstStyle>
          <a:p/>
        </p:txBody>
      </p:sp>
      <p:sp>
        <p:nvSpPr>
          <p:cNvPr id="15" name="Google Shape;15;p4"/>
          <p:cNvSpPr txBox="1"/>
          <p:nvPr>
            <p:ph idx="1" type="body"/>
          </p:nvPr>
        </p:nvSpPr>
        <p:spPr>
          <a:xfrm>
            <a:off x="457200" y="1247950"/>
            <a:ext cx="8229600" cy="30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"/>
          <p:cNvSpPr txBox="1"/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9" name="Google Shape;19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 txBox="1"/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4" name="Google Shape;2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0" name="Google Shape;30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1" name="Google Shape;31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6" name="Google Shape;3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b="1" sz="2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b="1" sz="2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b="1" sz="2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b="1" sz="2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b="1" sz="2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b="1" sz="2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b="1" sz="2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b="1" sz="2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b="1" sz="2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152475"/>
            <a:ext cx="8229600" cy="35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jpg"/><Relationship Id="rId4" Type="http://schemas.openxmlformats.org/officeDocument/2006/relationships/image" Target="../media/image11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8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9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7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3"/>
          <p:cNvSpPr txBox="1"/>
          <p:nvPr>
            <p:ph type="ctrTitle"/>
          </p:nvPr>
        </p:nvSpPr>
        <p:spPr>
          <a:xfrm>
            <a:off x="5140950" y="1074150"/>
            <a:ext cx="3545700" cy="85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Clustering</a:t>
            </a:r>
            <a:endParaRPr/>
          </a:p>
        </p:txBody>
      </p:sp>
      <p:grpSp>
        <p:nvGrpSpPr>
          <p:cNvPr id="43" name="Google Shape;43;p13"/>
          <p:cNvGrpSpPr/>
          <p:nvPr/>
        </p:nvGrpSpPr>
        <p:grpSpPr>
          <a:xfrm>
            <a:off x="457194" y="411475"/>
            <a:ext cx="4385617" cy="4733627"/>
            <a:chOff x="457194" y="411475"/>
            <a:chExt cx="4385617" cy="4733627"/>
          </a:xfrm>
        </p:grpSpPr>
        <p:sp>
          <p:nvSpPr>
            <p:cNvPr id="44" name="Google Shape;44;p13"/>
            <p:cNvSpPr/>
            <p:nvPr/>
          </p:nvSpPr>
          <p:spPr>
            <a:xfrm>
              <a:off x="489688" y="411475"/>
              <a:ext cx="4320600" cy="4320600"/>
            </a:xfrm>
            <a:prstGeom prst="ellipse">
              <a:avLst/>
            </a:prstGeom>
            <a:solidFill>
              <a:srgbClr val="2776EA">
                <a:alpha val="376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5" name="Google Shape;45;p13"/>
            <p:cNvGrpSpPr/>
            <p:nvPr/>
          </p:nvGrpSpPr>
          <p:grpSpPr>
            <a:xfrm>
              <a:off x="457194" y="824705"/>
              <a:ext cx="4385617" cy="4320397"/>
              <a:chOff x="457209" y="411470"/>
              <a:chExt cx="4385617" cy="4320397"/>
            </a:xfrm>
          </p:grpSpPr>
          <p:sp>
            <p:nvSpPr>
              <p:cNvPr id="46" name="Google Shape;46;p13"/>
              <p:cNvSpPr/>
              <p:nvPr/>
            </p:nvSpPr>
            <p:spPr>
              <a:xfrm>
                <a:off x="3130216" y="1066327"/>
                <a:ext cx="1060482" cy="580506"/>
              </a:xfrm>
              <a:custGeom>
                <a:rect b="b" l="l" r="r" t="t"/>
                <a:pathLst>
                  <a:path extrusionOk="0" h="28156" w="51436">
                    <a:moveTo>
                      <a:pt x="24126" y="0"/>
                    </a:moveTo>
                    <a:lnTo>
                      <a:pt x="23529" y="25"/>
                    </a:lnTo>
                    <a:lnTo>
                      <a:pt x="22932" y="50"/>
                    </a:lnTo>
                    <a:lnTo>
                      <a:pt x="22360" y="124"/>
                    </a:lnTo>
                    <a:lnTo>
                      <a:pt x="21788" y="199"/>
                    </a:lnTo>
                    <a:lnTo>
                      <a:pt x="21216" y="299"/>
                    </a:lnTo>
                    <a:lnTo>
                      <a:pt x="20644" y="448"/>
                    </a:lnTo>
                    <a:lnTo>
                      <a:pt x="20097" y="597"/>
                    </a:lnTo>
                    <a:lnTo>
                      <a:pt x="19575" y="771"/>
                    </a:lnTo>
                    <a:lnTo>
                      <a:pt x="19027" y="945"/>
                    </a:lnTo>
                    <a:lnTo>
                      <a:pt x="18505" y="1169"/>
                    </a:lnTo>
                    <a:lnTo>
                      <a:pt x="18008" y="1393"/>
                    </a:lnTo>
                    <a:lnTo>
                      <a:pt x="17510" y="1667"/>
                    </a:lnTo>
                    <a:lnTo>
                      <a:pt x="17013" y="1940"/>
                    </a:lnTo>
                    <a:lnTo>
                      <a:pt x="16540" y="2214"/>
                    </a:lnTo>
                    <a:lnTo>
                      <a:pt x="16068" y="2537"/>
                    </a:lnTo>
                    <a:lnTo>
                      <a:pt x="15620" y="2860"/>
                    </a:lnTo>
                    <a:lnTo>
                      <a:pt x="15197" y="3209"/>
                    </a:lnTo>
                    <a:lnTo>
                      <a:pt x="14774" y="3557"/>
                    </a:lnTo>
                    <a:lnTo>
                      <a:pt x="14351" y="3955"/>
                    </a:lnTo>
                    <a:lnTo>
                      <a:pt x="13978" y="4328"/>
                    </a:lnTo>
                    <a:lnTo>
                      <a:pt x="13605" y="4751"/>
                    </a:lnTo>
                    <a:lnTo>
                      <a:pt x="13232" y="5174"/>
                    </a:lnTo>
                    <a:lnTo>
                      <a:pt x="12884" y="5596"/>
                    </a:lnTo>
                    <a:lnTo>
                      <a:pt x="12561" y="6044"/>
                    </a:lnTo>
                    <a:lnTo>
                      <a:pt x="12262" y="6517"/>
                    </a:lnTo>
                    <a:lnTo>
                      <a:pt x="11964" y="6989"/>
                    </a:lnTo>
                    <a:lnTo>
                      <a:pt x="11690" y="7487"/>
                    </a:lnTo>
                    <a:lnTo>
                      <a:pt x="11441" y="7984"/>
                    </a:lnTo>
                    <a:lnTo>
                      <a:pt x="11217" y="8482"/>
                    </a:lnTo>
                    <a:lnTo>
                      <a:pt x="10994" y="9004"/>
                    </a:lnTo>
                    <a:lnTo>
                      <a:pt x="10795" y="9551"/>
                    </a:lnTo>
                    <a:lnTo>
                      <a:pt x="10621" y="10073"/>
                    </a:lnTo>
                    <a:lnTo>
                      <a:pt x="9874" y="9974"/>
                    </a:lnTo>
                    <a:lnTo>
                      <a:pt x="9476" y="9949"/>
                    </a:lnTo>
                    <a:lnTo>
                      <a:pt x="8631" y="9949"/>
                    </a:lnTo>
                    <a:lnTo>
                      <a:pt x="8158" y="9999"/>
                    </a:lnTo>
                    <a:lnTo>
                      <a:pt x="7710" y="10049"/>
                    </a:lnTo>
                    <a:lnTo>
                      <a:pt x="7263" y="10123"/>
                    </a:lnTo>
                    <a:lnTo>
                      <a:pt x="6815" y="10223"/>
                    </a:lnTo>
                    <a:lnTo>
                      <a:pt x="6392" y="10347"/>
                    </a:lnTo>
                    <a:lnTo>
                      <a:pt x="5969" y="10496"/>
                    </a:lnTo>
                    <a:lnTo>
                      <a:pt x="5547" y="10670"/>
                    </a:lnTo>
                    <a:lnTo>
                      <a:pt x="5149" y="10844"/>
                    </a:lnTo>
                    <a:lnTo>
                      <a:pt x="4751" y="11043"/>
                    </a:lnTo>
                    <a:lnTo>
                      <a:pt x="4378" y="11267"/>
                    </a:lnTo>
                    <a:lnTo>
                      <a:pt x="4005" y="11491"/>
                    </a:lnTo>
                    <a:lnTo>
                      <a:pt x="3656" y="11765"/>
                    </a:lnTo>
                    <a:lnTo>
                      <a:pt x="3308" y="12038"/>
                    </a:lnTo>
                    <a:lnTo>
                      <a:pt x="2985" y="12312"/>
                    </a:lnTo>
                    <a:lnTo>
                      <a:pt x="2661" y="12610"/>
                    </a:lnTo>
                    <a:lnTo>
                      <a:pt x="2363" y="12934"/>
                    </a:lnTo>
                    <a:lnTo>
                      <a:pt x="2064" y="13257"/>
                    </a:lnTo>
                    <a:lnTo>
                      <a:pt x="1791" y="13605"/>
                    </a:lnTo>
                    <a:lnTo>
                      <a:pt x="1542" y="13954"/>
                    </a:lnTo>
                    <a:lnTo>
                      <a:pt x="1318" y="14327"/>
                    </a:lnTo>
                    <a:lnTo>
                      <a:pt x="1094" y="14700"/>
                    </a:lnTo>
                    <a:lnTo>
                      <a:pt x="895" y="15098"/>
                    </a:lnTo>
                    <a:lnTo>
                      <a:pt x="697" y="15496"/>
                    </a:lnTo>
                    <a:lnTo>
                      <a:pt x="547" y="15918"/>
                    </a:lnTo>
                    <a:lnTo>
                      <a:pt x="398" y="16341"/>
                    </a:lnTo>
                    <a:lnTo>
                      <a:pt x="274" y="16764"/>
                    </a:lnTo>
                    <a:lnTo>
                      <a:pt x="174" y="17212"/>
                    </a:lnTo>
                    <a:lnTo>
                      <a:pt x="100" y="17660"/>
                    </a:lnTo>
                    <a:lnTo>
                      <a:pt x="50" y="18132"/>
                    </a:lnTo>
                    <a:lnTo>
                      <a:pt x="0" y="18580"/>
                    </a:lnTo>
                    <a:lnTo>
                      <a:pt x="0" y="19052"/>
                    </a:lnTo>
                    <a:lnTo>
                      <a:pt x="0" y="19525"/>
                    </a:lnTo>
                    <a:lnTo>
                      <a:pt x="50" y="19973"/>
                    </a:lnTo>
                    <a:lnTo>
                      <a:pt x="100" y="20445"/>
                    </a:lnTo>
                    <a:lnTo>
                      <a:pt x="174" y="20893"/>
                    </a:lnTo>
                    <a:lnTo>
                      <a:pt x="274" y="21316"/>
                    </a:lnTo>
                    <a:lnTo>
                      <a:pt x="398" y="21763"/>
                    </a:lnTo>
                    <a:lnTo>
                      <a:pt x="547" y="22186"/>
                    </a:lnTo>
                    <a:lnTo>
                      <a:pt x="697" y="22584"/>
                    </a:lnTo>
                    <a:lnTo>
                      <a:pt x="895" y="23007"/>
                    </a:lnTo>
                    <a:lnTo>
                      <a:pt x="1094" y="23380"/>
                    </a:lnTo>
                    <a:lnTo>
                      <a:pt x="1318" y="23778"/>
                    </a:lnTo>
                    <a:lnTo>
                      <a:pt x="1542" y="24151"/>
                    </a:lnTo>
                    <a:lnTo>
                      <a:pt x="1791" y="24499"/>
                    </a:lnTo>
                    <a:lnTo>
                      <a:pt x="2064" y="24848"/>
                    </a:lnTo>
                    <a:lnTo>
                      <a:pt x="2363" y="25171"/>
                    </a:lnTo>
                    <a:lnTo>
                      <a:pt x="2661" y="25494"/>
                    </a:lnTo>
                    <a:lnTo>
                      <a:pt x="2985" y="25793"/>
                    </a:lnTo>
                    <a:lnTo>
                      <a:pt x="3308" y="26066"/>
                    </a:lnTo>
                    <a:lnTo>
                      <a:pt x="3656" y="26340"/>
                    </a:lnTo>
                    <a:lnTo>
                      <a:pt x="4005" y="26614"/>
                    </a:lnTo>
                    <a:lnTo>
                      <a:pt x="4378" y="26837"/>
                    </a:lnTo>
                    <a:lnTo>
                      <a:pt x="4751" y="27061"/>
                    </a:lnTo>
                    <a:lnTo>
                      <a:pt x="5149" y="27260"/>
                    </a:lnTo>
                    <a:lnTo>
                      <a:pt x="5547" y="27434"/>
                    </a:lnTo>
                    <a:lnTo>
                      <a:pt x="5969" y="27608"/>
                    </a:lnTo>
                    <a:lnTo>
                      <a:pt x="6392" y="27758"/>
                    </a:lnTo>
                    <a:lnTo>
                      <a:pt x="6815" y="27882"/>
                    </a:lnTo>
                    <a:lnTo>
                      <a:pt x="7263" y="27982"/>
                    </a:lnTo>
                    <a:lnTo>
                      <a:pt x="7710" y="28056"/>
                    </a:lnTo>
                    <a:lnTo>
                      <a:pt x="8158" y="28106"/>
                    </a:lnTo>
                    <a:lnTo>
                      <a:pt x="8631" y="28156"/>
                    </a:lnTo>
                    <a:lnTo>
                      <a:pt x="40492" y="28156"/>
                    </a:lnTo>
                    <a:lnTo>
                      <a:pt x="41238" y="28131"/>
                    </a:lnTo>
                    <a:lnTo>
                      <a:pt x="41960" y="28056"/>
                    </a:lnTo>
                    <a:lnTo>
                      <a:pt x="42656" y="27932"/>
                    </a:lnTo>
                    <a:lnTo>
                      <a:pt x="43353" y="27783"/>
                    </a:lnTo>
                    <a:lnTo>
                      <a:pt x="44024" y="27559"/>
                    </a:lnTo>
                    <a:lnTo>
                      <a:pt x="44696" y="27310"/>
                    </a:lnTo>
                    <a:lnTo>
                      <a:pt x="45317" y="27036"/>
                    </a:lnTo>
                    <a:lnTo>
                      <a:pt x="45939" y="26713"/>
                    </a:lnTo>
                    <a:lnTo>
                      <a:pt x="46536" y="26340"/>
                    </a:lnTo>
                    <a:lnTo>
                      <a:pt x="47083" y="25942"/>
                    </a:lnTo>
                    <a:lnTo>
                      <a:pt x="47631" y="25519"/>
                    </a:lnTo>
                    <a:lnTo>
                      <a:pt x="48128" y="25047"/>
                    </a:lnTo>
                    <a:lnTo>
                      <a:pt x="48601" y="24549"/>
                    </a:lnTo>
                    <a:lnTo>
                      <a:pt x="49048" y="24027"/>
                    </a:lnTo>
                    <a:lnTo>
                      <a:pt x="49471" y="23455"/>
                    </a:lnTo>
                    <a:lnTo>
                      <a:pt x="49844" y="22883"/>
                    </a:lnTo>
                    <a:lnTo>
                      <a:pt x="50192" y="22261"/>
                    </a:lnTo>
                    <a:lnTo>
                      <a:pt x="50516" y="21589"/>
                    </a:lnTo>
                    <a:lnTo>
                      <a:pt x="50789" y="20918"/>
                    </a:lnTo>
                    <a:lnTo>
                      <a:pt x="51013" y="20221"/>
                    </a:lnTo>
                    <a:lnTo>
                      <a:pt x="51187" y="19475"/>
                    </a:lnTo>
                    <a:lnTo>
                      <a:pt x="51312" y="18754"/>
                    </a:lnTo>
                    <a:lnTo>
                      <a:pt x="51411" y="17983"/>
                    </a:lnTo>
                    <a:lnTo>
                      <a:pt x="51436" y="17212"/>
                    </a:lnTo>
                    <a:lnTo>
                      <a:pt x="51411" y="16665"/>
                    </a:lnTo>
                    <a:lnTo>
                      <a:pt x="51361" y="16093"/>
                    </a:lnTo>
                    <a:lnTo>
                      <a:pt x="51312" y="15545"/>
                    </a:lnTo>
                    <a:lnTo>
                      <a:pt x="51212" y="15023"/>
                    </a:lnTo>
                    <a:lnTo>
                      <a:pt x="51088" y="14476"/>
                    </a:lnTo>
                    <a:lnTo>
                      <a:pt x="50939" y="13954"/>
                    </a:lnTo>
                    <a:lnTo>
                      <a:pt x="50764" y="13456"/>
                    </a:lnTo>
                    <a:lnTo>
                      <a:pt x="50565" y="12959"/>
                    </a:lnTo>
                    <a:lnTo>
                      <a:pt x="50342" y="12486"/>
                    </a:lnTo>
                    <a:lnTo>
                      <a:pt x="50118" y="12013"/>
                    </a:lnTo>
                    <a:lnTo>
                      <a:pt x="49844" y="11541"/>
                    </a:lnTo>
                    <a:lnTo>
                      <a:pt x="49571" y="11093"/>
                    </a:lnTo>
                    <a:lnTo>
                      <a:pt x="49247" y="10670"/>
                    </a:lnTo>
                    <a:lnTo>
                      <a:pt x="48924" y="10248"/>
                    </a:lnTo>
                    <a:lnTo>
                      <a:pt x="48576" y="9874"/>
                    </a:lnTo>
                    <a:lnTo>
                      <a:pt x="48227" y="9477"/>
                    </a:lnTo>
                    <a:lnTo>
                      <a:pt x="47854" y="9128"/>
                    </a:lnTo>
                    <a:lnTo>
                      <a:pt x="47456" y="8780"/>
                    </a:lnTo>
                    <a:lnTo>
                      <a:pt x="47034" y="8457"/>
                    </a:lnTo>
                    <a:lnTo>
                      <a:pt x="46611" y="8158"/>
                    </a:lnTo>
                    <a:lnTo>
                      <a:pt x="46163" y="7860"/>
                    </a:lnTo>
                    <a:lnTo>
                      <a:pt x="45715" y="7611"/>
                    </a:lnTo>
                    <a:lnTo>
                      <a:pt x="45243" y="7362"/>
                    </a:lnTo>
                    <a:lnTo>
                      <a:pt x="44745" y="7139"/>
                    </a:lnTo>
                    <a:lnTo>
                      <a:pt x="44248" y="6940"/>
                    </a:lnTo>
                    <a:lnTo>
                      <a:pt x="43750" y="6765"/>
                    </a:lnTo>
                    <a:lnTo>
                      <a:pt x="43228" y="6616"/>
                    </a:lnTo>
                    <a:lnTo>
                      <a:pt x="42706" y="6492"/>
                    </a:lnTo>
                    <a:lnTo>
                      <a:pt x="42159" y="6392"/>
                    </a:lnTo>
                    <a:lnTo>
                      <a:pt x="41611" y="6343"/>
                    </a:lnTo>
                    <a:lnTo>
                      <a:pt x="41064" y="6293"/>
                    </a:lnTo>
                    <a:lnTo>
                      <a:pt x="40492" y="6268"/>
                    </a:lnTo>
                    <a:lnTo>
                      <a:pt x="39945" y="6293"/>
                    </a:lnTo>
                    <a:lnTo>
                      <a:pt x="39398" y="6343"/>
                    </a:lnTo>
                    <a:lnTo>
                      <a:pt x="38875" y="6392"/>
                    </a:lnTo>
                    <a:lnTo>
                      <a:pt x="38353" y="6492"/>
                    </a:lnTo>
                    <a:lnTo>
                      <a:pt x="37831" y="6616"/>
                    </a:lnTo>
                    <a:lnTo>
                      <a:pt x="37333" y="6741"/>
                    </a:lnTo>
                    <a:lnTo>
                      <a:pt x="36836" y="6915"/>
                    </a:lnTo>
                    <a:lnTo>
                      <a:pt x="36339" y="7089"/>
                    </a:lnTo>
                    <a:lnTo>
                      <a:pt x="35866" y="6318"/>
                    </a:lnTo>
                    <a:lnTo>
                      <a:pt x="35344" y="5572"/>
                    </a:lnTo>
                    <a:lnTo>
                      <a:pt x="34772" y="4875"/>
                    </a:lnTo>
                    <a:lnTo>
                      <a:pt x="34150" y="4204"/>
                    </a:lnTo>
                    <a:lnTo>
                      <a:pt x="33478" y="3582"/>
                    </a:lnTo>
                    <a:lnTo>
                      <a:pt x="32782" y="2985"/>
                    </a:lnTo>
                    <a:lnTo>
                      <a:pt x="32060" y="2462"/>
                    </a:lnTo>
                    <a:lnTo>
                      <a:pt x="31289" y="1965"/>
                    </a:lnTo>
                    <a:lnTo>
                      <a:pt x="30891" y="1741"/>
                    </a:lnTo>
                    <a:lnTo>
                      <a:pt x="30494" y="1517"/>
                    </a:lnTo>
                    <a:lnTo>
                      <a:pt x="30071" y="1318"/>
                    </a:lnTo>
                    <a:lnTo>
                      <a:pt x="29648" y="1144"/>
                    </a:lnTo>
                    <a:lnTo>
                      <a:pt x="29225" y="970"/>
                    </a:lnTo>
                    <a:lnTo>
                      <a:pt x="28777" y="796"/>
                    </a:lnTo>
                    <a:lnTo>
                      <a:pt x="28355" y="647"/>
                    </a:lnTo>
                    <a:lnTo>
                      <a:pt x="27907" y="522"/>
                    </a:lnTo>
                    <a:lnTo>
                      <a:pt x="27434" y="398"/>
                    </a:lnTo>
                    <a:lnTo>
                      <a:pt x="26987" y="299"/>
                    </a:lnTo>
                    <a:lnTo>
                      <a:pt x="26514" y="199"/>
                    </a:lnTo>
                    <a:lnTo>
                      <a:pt x="26041" y="149"/>
                    </a:lnTo>
                    <a:lnTo>
                      <a:pt x="25569" y="75"/>
                    </a:lnTo>
                    <a:lnTo>
                      <a:pt x="25096" y="50"/>
                    </a:lnTo>
                    <a:lnTo>
                      <a:pt x="24624" y="25"/>
                    </a:lnTo>
                    <a:lnTo>
                      <a:pt x="24126" y="0"/>
                    </a:lnTo>
                    <a:close/>
                  </a:path>
                </a:pathLst>
              </a:custGeom>
              <a:solidFill>
                <a:srgbClr val="2776EA">
                  <a:alpha val="1254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" name="Google Shape;47;p13"/>
              <p:cNvSpPr/>
              <p:nvPr/>
            </p:nvSpPr>
            <p:spPr>
              <a:xfrm>
                <a:off x="4063251" y="2231933"/>
                <a:ext cx="62574" cy="63090"/>
              </a:xfrm>
              <a:custGeom>
                <a:rect b="b" l="l" r="r" t="t"/>
                <a:pathLst>
                  <a:path extrusionOk="0" fill="none" h="3060" w="3035">
                    <a:moveTo>
                      <a:pt x="0" y="1517"/>
                    </a:moveTo>
                    <a:lnTo>
                      <a:pt x="0" y="1517"/>
                    </a:lnTo>
                    <a:lnTo>
                      <a:pt x="0" y="1368"/>
                    </a:lnTo>
                    <a:lnTo>
                      <a:pt x="25" y="1219"/>
                    </a:lnTo>
                    <a:lnTo>
                      <a:pt x="50" y="1070"/>
                    </a:lnTo>
                    <a:lnTo>
                      <a:pt x="100" y="920"/>
                    </a:lnTo>
                    <a:lnTo>
                      <a:pt x="249" y="672"/>
                    </a:lnTo>
                    <a:lnTo>
                      <a:pt x="448" y="448"/>
                    </a:lnTo>
                    <a:lnTo>
                      <a:pt x="672" y="274"/>
                    </a:lnTo>
                    <a:lnTo>
                      <a:pt x="920" y="124"/>
                    </a:lnTo>
                    <a:lnTo>
                      <a:pt x="1070" y="75"/>
                    </a:lnTo>
                    <a:lnTo>
                      <a:pt x="1219" y="25"/>
                    </a:lnTo>
                    <a:lnTo>
                      <a:pt x="1368" y="0"/>
                    </a:lnTo>
                    <a:lnTo>
                      <a:pt x="1517" y="0"/>
                    </a:lnTo>
                    <a:lnTo>
                      <a:pt x="1517" y="0"/>
                    </a:lnTo>
                    <a:lnTo>
                      <a:pt x="1667" y="0"/>
                    </a:lnTo>
                    <a:lnTo>
                      <a:pt x="1816" y="25"/>
                    </a:lnTo>
                    <a:lnTo>
                      <a:pt x="1965" y="75"/>
                    </a:lnTo>
                    <a:lnTo>
                      <a:pt x="2114" y="124"/>
                    </a:lnTo>
                    <a:lnTo>
                      <a:pt x="2363" y="274"/>
                    </a:lnTo>
                    <a:lnTo>
                      <a:pt x="2587" y="448"/>
                    </a:lnTo>
                    <a:lnTo>
                      <a:pt x="2786" y="672"/>
                    </a:lnTo>
                    <a:lnTo>
                      <a:pt x="2935" y="920"/>
                    </a:lnTo>
                    <a:lnTo>
                      <a:pt x="2985" y="1070"/>
                    </a:lnTo>
                    <a:lnTo>
                      <a:pt x="3010" y="1219"/>
                    </a:lnTo>
                    <a:lnTo>
                      <a:pt x="3034" y="1368"/>
                    </a:lnTo>
                    <a:lnTo>
                      <a:pt x="3034" y="1517"/>
                    </a:lnTo>
                    <a:lnTo>
                      <a:pt x="3034" y="1517"/>
                    </a:lnTo>
                    <a:lnTo>
                      <a:pt x="3034" y="1691"/>
                    </a:lnTo>
                    <a:lnTo>
                      <a:pt x="3010" y="1841"/>
                    </a:lnTo>
                    <a:lnTo>
                      <a:pt x="2985" y="1990"/>
                    </a:lnTo>
                    <a:lnTo>
                      <a:pt x="2935" y="2114"/>
                    </a:lnTo>
                    <a:lnTo>
                      <a:pt x="2786" y="2388"/>
                    </a:lnTo>
                    <a:lnTo>
                      <a:pt x="2587" y="2612"/>
                    </a:lnTo>
                    <a:lnTo>
                      <a:pt x="2363" y="2786"/>
                    </a:lnTo>
                    <a:lnTo>
                      <a:pt x="2114" y="2935"/>
                    </a:lnTo>
                    <a:lnTo>
                      <a:pt x="1965" y="2985"/>
                    </a:lnTo>
                    <a:lnTo>
                      <a:pt x="1816" y="3010"/>
                    </a:lnTo>
                    <a:lnTo>
                      <a:pt x="1667" y="3034"/>
                    </a:lnTo>
                    <a:lnTo>
                      <a:pt x="1517" y="3059"/>
                    </a:lnTo>
                    <a:lnTo>
                      <a:pt x="1517" y="3059"/>
                    </a:lnTo>
                    <a:lnTo>
                      <a:pt x="1368" y="3034"/>
                    </a:lnTo>
                    <a:lnTo>
                      <a:pt x="1219" y="3010"/>
                    </a:lnTo>
                    <a:lnTo>
                      <a:pt x="1070" y="2985"/>
                    </a:lnTo>
                    <a:lnTo>
                      <a:pt x="920" y="2935"/>
                    </a:lnTo>
                    <a:lnTo>
                      <a:pt x="672" y="2786"/>
                    </a:lnTo>
                    <a:lnTo>
                      <a:pt x="448" y="2612"/>
                    </a:lnTo>
                    <a:lnTo>
                      <a:pt x="249" y="2388"/>
                    </a:lnTo>
                    <a:lnTo>
                      <a:pt x="100" y="2114"/>
                    </a:lnTo>
                    <a:lnTo>
                      <a:pt x="50" y="1990"/>
                    </a:lnTo>
                    <a:lnTo>
                      <a:pt x="25" y="1841"/>
                    </a:lnTo>
                    <a:lnTo>
                      <a:pt x="0" y="1691"/>
                    </a:lnTo>
                    <a:lnTo>
                      <a:pt x="0" y="1517"/>
                    </a:lnTo>
                    <a:lnTo>
                      <a:pt x="0" y="1517"/>
                    </a:lnTo>
                    <a:close/>
                  </a:path>
                </a:pathLst>
              </a:custGeom>
              <a:noFill/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" name="Google Shape;48;p13"/>
              <p:cNvSpPr/>
              <p:nvPr/>
            </p:nvSpPr>
            <p:spPr>
              <a:xfrm>
                <a:off x="4094527" y="2018604"/>
                <a:ext cx="21" cy="213350"/>
              </a:xfrm>
              <a:custGeom>
                <a:rect b="b" l="l" r="r" t="t"/>
                <a:pathLst>
                  <a:path extrusionOk="0" fill="none" h="10348" w="1">
                    <a:moveTo>
                      <a:pt x="0" y="0"/>
                    </a:moveTo>
                    <a:lnTo>
                      <a:pt x="0" y="10347"/>
                    </a:lnTo>
                  </a:path>
                </a:pathLst>
              </a:custGeom>
              <a:noFill/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" name="Google Shape;49;p13"/>
              <p:cNvSpPr/>
              <p:nvPr/>
            </p:nvSpPr>
            <p:spPr>
              <a:xfrm>
                <a:off x="3717619" y="1521681"/>
                <a:ext cx="126674" cy="405649"/>
              </a:xfrm>
              <a:custGeom>
                <a:rect b="b" l="l" r="r" t="t"/>
                <a:pathLst>
                  <a:path extrusionOk="0" fill="none" h="19675" w="6144">
                    <a:moveTo>
                      <a:pt x="0" y="1"/>
                    </a:moveTo>
                    <a:lnTo>
                      <a:pt x="0" y="8482"/>
                    </a:lnTo>
                    <a:lnTo>
                      <a:pt x="6144" y="11616"/>
                    </a:lnTo>
                    <a:lnTo>
                      <a:pt x="6144" y="19675"/>
                    </a:lnTo>
                  </a:path>
                </a:pathLst>
              </a:custGeom>
              <a:noFill/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" name="Google Shape;50;p13"/>
              <p:cNvSpPr/>
              <p:nvPr/>
            </p:nvSpPr>
            <p:spPr>
              <a:xfrm>
                <a:off x="4151947" y="1978606"/>
                <a:ext cx="76429" cy="335385"/>
              </a:xfrm>
              <a:custGeom>
                <a:rect b="b" l="l" r="r" t="t"/>
                <a:pathLst>
                  <a:path extrusionOk="0" fill="none" h="16267" w="3707">
                    <a:moveTo>
                      <a:pt x="3707" y="16267"/>
                    </a:moveTo>
                    <a:lnTo>
                      <a:pt x="3632" y="11342"/>
                    </a:lnTo>
                    <a:lnTo>
                      <a:pt x="1" y="8059"/>
                    </a:lnTo>
                    <a:lnTo>
                      <a:pt x="1" y="0"/>
                    </a:lnTo>
                  </a:path>
                </a:pathLst>
              </a:custGeom>
              <a:noFill/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" name="Google Shape;51;p13"/>
              <p:cNvSpPr/>
              <p:nvPr/>
            </p:nvSpPr>
            <p:spPr>
              <a:xfrm>
                <a:off x="3979647" y="2052953"/>
                <a:ext cx="45668" cy="387197"/>
              </a:xfrm>
              <a:custGeom>
                <a:rect b="b" l="l" r="r" t="t"/>
                <a:pathLst>
                  <a:path extrusionOk="0" fill="none" h="18780" w="2215">
                    <a:moveTo>
                      <a:pt x="1" y="18779"/>
                    </a:moveTo>
                    <a:lnTo>
                      <a:pt x="1" y="8930"/>
                    </a:lnTo>
                    <a:lnTo>
                      <a:pt x="2215" y="7487"/>
                    </a:lnTo>
                    <a:lnTo>
                      <a:pt x="2215" y="1"/>
                    </a:lnTo>
                  </a:path>
                </a:pathLst>
              </a:custGeom>
              <a:noFill/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" name="Google Shape;52;p13"/>
              <p:cNvSpPr/>
              <p:nvPr/>
            </p:nvSpPr>
            <p:spPr>
              <a:xfrm>
                <a:off x="3844272" y="1521681"/>
                <a:ext cx="21" cy="53358"/>
              </a:xfrm>
              <a:custGeom>
                <a:rect b="b" l="l" r="r" t="t"/>
                <a:pathLst>
                  <a:path extrusionOk="0" fill="none" h="2588" w="1">
                    <a:moveTo>
                      <a:pt x="1" y="1"/>
                    </a:moveTo>
                    <a:lnTo>
                      <a:pt x="1" y="2587"/>
                    </a:lnTo>
                  </a:path>
                </a:pathLst>
              </a:custGeom>
              <a:noFill/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13"/>
              <p:cNvSpPr/>
              <p:nvPr/>
            </p:nvSpPr>
            <p:spPr>
              <a:xfrm>
                <a:off x="3844272" y="1624769"/>
                <a:ext cx="21" cy="86161"/>
              </a:xfrm>
              <a:custGeom>
                <a:rect b="b" l="l" r="r" t="t"/>
                <a:pathLst>
                  <a:path extrusionOk="0" fill="none" h="4179" w="1">
                    <a:moveTo>
                      <a:pt x="1" y="0"/>
                    </a:moveTo>
                    <a:lnTo>
                      <a:pt x="1" y="4179"/>
                    </a:lnTo>
                  </a:path>
                </a:pathLst>
              </a:custGeom>
              <a:noFill/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" name="Google Shape;54;p13"/>
              <p:cNvSpPr/>
              <p:nvPr/>
            </p:nvSpPr>
            <p:spPr>
              <a:xfrm>
                <a:off x="4094527" y="2353968"/>
                <a:ext cx="21" cy="132323"/>
              </a:xfrm>
              <a:custGeom>
                <a:rect b="b" l="l" r="r" t="t"/>
                <a:pathLst>
                  <a:path extrusionOk="0" fill="none" h="6418" w="1">
                    <a:moveTo>
                      <a:pt x="0" y="6418"/>
                    </a:moveTo>
                    <a:lnTo>
                      <a:pt x="0" y="1"/>
                    </a:lnTo>
                  </a:path>
                </a:pathLst>
              </a:custGeom>
              <a:noFill/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" name="Google Shape;55;p13"/>
              <p:cNvSpPr/>
              <p:nvPr/>
            </p:nvSpPr>
            <p:spPr>
              <a:xfrm>
                <a:off x="1327432" y="1744762"/>
                <a:ext cx="21" cy="213350"/>
              </a:xfrm>
              <a:custGeom>
                <a:rect b="b" l="l" r="r" t="t"/>
                <a:pathLst>
                  <a:path extrusionOk="0" fill="none" h="10348" w="1">
                    <a:moveTo>
                      <a:pt x="0" y="10347"/>
                    </a:moveTo>
                    <a:lnTo>
                      <a:pt x="0" y="0"/>
                    </a:lnTo>
                  </a:path>
                </a:pathLst>
              </a:custGeom>
              <a:noFill/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13"/>
              <p:cNvSpPr/>
              <p:nvPr/>
            </p:nvSpPr>
            <p:spPr>
              <a:xfrm>
                <a:off x="1396666" y="1497579"/>
                <a:ext cx="45647" cy="508737"/>
              </a:xfrm>
              <a:custGeom>
                <a:rect b="b" l="l" r="r" t="t"/>
                <a:pathLst>
                  <a:path extrusionOk="0" fill="none" h="24675" w="2214">
                    <a:moveTo>
                      <a:pt x="2214" y="1"/>
                    </a:moveTo>
                    <a:lnTo>
                      <a:pt x="2214" y="9875"/>
                    </a:lnTo>
                    <a:lnTo>
                      <a:pt x="0" y="11293"/>
                    </a:lnTo>
                    <a:lnTo>
                      <a:pt x="0" y="24674"/>
                    </a:lnTo>
                  </a:path>
                </a:pathLst>
              </a:custGeom>
              <a:noFill/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13"/>
              <p:cNvSpPr/>
              <p:nvPr/>
            </p:nvSpPr>
            <p:spPr>
              <a:xfrm>
                <a:off x="2875064" y="1207841"/>
                <a:ext cx="197969" cy="191825"/>
              </a:xfrm>
              <a:custGeom>
                <a:rect b="b" l="l" r="r" t="t"/>
                <a:pathLst>
                  <a:path extrusionOk="0" h="9304" w="9602">
                    <a:moveTo>
                      <a:pt x="9602" y="1"/>
                    </a:moveTo>
                    <a:lnTo>
                      <a:pt x="7985" y="274"/>
                    </a:lnTo>
                    <a:lnTo>
                      <a:pt x="6368" y="523"/>
                    </a:lnTo>
                    <a:lnTo>
                      <a:pt x="4727" y="772"/>
                    </a:lnTo>
                    <a:lnTo>
                      <a:pt x="3085" y="971"/>
                    </a:lnTo>
                    <a:lnTo>
                      <a:pt x="2787" y="2115"/>
                    </a:lnTo>
                    <a:lnTo>
                      <a:pt x="2463" y="3209"/>
                    </a:lnTo>
                    <a:lnTo>
                      <a:pt x="2115" y="4304"/>
                    </a:lnTo>
                    <a:lnTo>
                      <a:pt x="1742" y="5348"/>
                    </a:lnTo>
                    <a:lnTo>
                      <a:pt x="1344" y="6393"/>
                    </a:lnTo>
                    <a:lnTo>
                      <a:pt x="921" y="7388"/>
                    </a:lnTo>
                    <a:lnTo>
                      <a:pt x="473" y="8358"/>
                    </a:lnTo>
                    <a:lnTo>
                      <a:pt x="1" y="9303"/>
                    </a:lnTo>
                    <a:lnTo>
                      <a:pt x="747" y="8880"/>
                    </a:lnTo>
                    <a:lnTo>
                      <a:pt x="1468" y="8433"/>
                    </a:lnTo>
                    <a:lnTo>
                      <a:pt x="2165" y="7960"/>
                    </a:lnTo>
                    <a:lnTo>
                      <a:pt x="2836" y="7463"/>
                    </a:lnTo>
                    <a:lnTo>
                      <a:pt x="3508" y="6965"/>
                    </a:lnTo>
                    <a:lnTo>
                      <a:pt x="4179" y="6418"/>
                    </a:lnTo>
                    <a:lnTo>
                      <a:pt x="4801" y="5871"/>
                    </a:lnTo>
                    <a:lnTo>
                      <a:pt x="5423" y="5274"/>
                    </a:lnTo>
                    <a:lnTo>
                      <a:pt x="6020" y="4677"/>
                    </a:lnTo>
                    <a:lnTo>
                      <a:pt x="6592" y="4080"/>
                    </a:lnTo>
                    <a:lnTo>
                      <a:pt x="7139" y="3433"/>
                    </a:lnTo>
                    <a:lnTo>
                      <a:pt x="7686" y="2787"/>
                    </a:lnTo>
                    <a:lnTo>
                      <a:pt x="8184" y="2115"/>
                    </a:lnTo>
                    <a:lnTo>
                      <a:pt x="8681" y="1419"/>
                    </a:lnTo>
                    <a:lnTo>
                      <a:pt x="9154" y="722"/>
                    </a:lnTo>
                    <a:lnTo>
                      <a:pt x="9602" y="1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" name="Google Shape;58;p13"/>
              <p:cNvSpPr/>
              <p:nvPr/>
            </p:nvSpPr>
            <p:spPr>
              <a:xfrm>
                <a:off x="2948916" y="960163"/>
                <a:ext cx="197454" cy="223081"/>
              </a:xfrm>
              <a:custGeom>
                <a:rect b="b" l="l" r="r" t="t"/>
                <a:pathLst>
                  <a:path extrusionOk="0" h="10820" w="9577">
                    <a:moveTo>
                      <a:pt x="1170" y="0"/>
                    </a:moveTo>
                    <a:lnTo>
                      <a:pt x="1145" y="1393"/>
                    </a:lnTo>
                    <a:lnTo>
                      <a:pt x="1070" y="2786"/>
                    </a:lnTo>
                    <a:lnTo>
                      <a:pt x="971" y="4179"/>
                    </a:lnTo>
                    <a:lnTo>
                      <a:pt x="846" y="5547"/>
                    </a:lnTo>
                    <a:lnTo>
                      <a:pt x="672" y="6890"/>
                    </a:lnTo>
                    <a:lnTo>
                      <a:pt x="473" y="8208"/>
                    </a:lnTo>
                    <a:lnTo>
                      <a:pt x="249" y="9527"/>
                    </a:lnTo>
                    <a:lnTo>
                      <a:pt x="1" y="10820"/>
                    </a:lnTo>
                    <a:lnTo>
                      <a:pt x="1841" y="10571"/>
                    </a:lnTo>
                    <a:lnTo>
                      <a:pt x="3657" y="10298"/>
                    </a:lnTo>
                    <a:lnTo>
                      <a:pt x="5472" y="9999"/>
                    </a:lnTo>
                    <a:lnTo>
                      <a:pt x="7263" y="9651"/>
                    </a:lnTo>
                    <a:lnTo>
                      <a:pt x="7736" y="8532"/>
                    </a:lnTo>
                    <a:lnTo>
                      <a:pt x="8184" y="7388"/>
                    </a:lnTo>
                    <a:lnTo>
                      <a:pt x="8383" y="6791"/>
                    </a:lnTo>
                    <a:lnTo>
                      <a:pt x="8557" y="6219"/>
                    </a:lnTo>
                    <a:lnTo>
                      <a:pt x="8731" y="5622"/>
                    </a:lnTo>
                    <a:lnTo>
                      <a:pt x="8880" y="5000"/>
                    </a:lnTo>
                    <a:lnTo>
                      <a:pt x="9029" y="4403"/>
                    </a:lnTo>
                    <a:lnTo>
                      <a:pt x="9154" y="3781"/>
                    </a:lnTo>
                    <a:lnTo>
                      <a:pt x="9253" y="3159"/>
                    </a:lnTo>
                    <a:lnTo>
                      <a:pt x="9353" y="2537"/>
                    </a:lnTo>
                    <a:lnTo>
                      <a:pt x="9427" y="1916"/>
                    </a:lnTo>
                    <a:lnTo>
                      <a:pt x="9502" y="1269"/>
                    </a:lnTo>
                    <a:lnTo>
                      <a:pt x="9552" y="647"/>
                    </a:lnTo>
                    <a:lnTo>
                      <a:pt x="9576" y="0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" name="Google Shape;59;p13"/>
              <p:cNvSpPr/>
              <p:nvPr/>
            </p:nvSpPr>
            <p:spPr>
              <a:xfrm>
                <a:off x="2641241" y="1232974"/>
                <a:ext cx="251802" cy="232318"/>
              </a:xfrm>
              <a:custGeom>
                <a:rect b="b" l="l" r="r" t="t"/>
                <a:pathLst>
                  <a:path extrusionOk="0" h="11268" w="12213">
                    <a:moveTo>
                      <a:pt x="12212" y="1"/>
                    </a:moveTo>
                    <a:lnTo>
                      <a:pt x="10695" y="150"/>
                    </a:lnTo>
                    <a:lnTo>
                      <a:pt x="9203" y="274"/>
                    </a:lnTo>
                    <a:lnTo>
                      <a:pt x="7686" y="374"/>
                    </a:lnTo>
                    <a:lnTo>
                      <a:pt x="6144" y="473"/>
                    </a:lnTo>
                    <a:lnTo>
                      <a:pt x="4626" y="548"/>
                    </a:lnTo>
                    <a:lnTo>
                      <a:pt x="3084" y="598"/>
                    </a:lnTo>
                    <a:lnTo>
                      <a:pt x="1542" y="647"/>
                    </a:lnTo>
                    <a:lnTo>
                      <a:pt x="0" y="647"/>
                    </a:lnTo>
                    <a:lnTo>
                      <a:pt x="0" y="11268"/>
                    </a:lnTo>
                    <a:lnTo>
                      <a:pt x="1045" y="11218"/>
                    </a:lnTo>
                    <a:lnTo>
                      <a:pt x="2089" y="11094"/>
                    </a:lnTo>
                    <a:lnTo>
                      <a:pt x="3109" y="10969"/>
                    </a:lnTo>
                    <a:lnTo>
                      <a:pt x="4129" y="10770"/>
                    </a:lnTo>
                    <a:lnTo>
                      <a:pt x="5124" y="10546"/>
                    </a:lnTo>
                    <a:lnTo>
                      <a:pt x="6119" y="10273"/>
                    </a:lnTo>
                    <a:lnTo>
                      <a:pt x="7089" y="9974"/>
                    </a:lnTo>
                    <a:lnTo>
                      <a:pt x="8034" y="9626"/>
                    </a:lnTo>
                    <a:lnTo>
                      <a:pt x="8681" y="8606"/>
                    </a:lnTo>
                    <a:lnTo>
                      <a:pt x="9278" y="7512"/>
                    </a:lnTo>
                    <a:lnTo>
                      <a:pt x="9874" y="6393"/>
                    </a:lnTo>
                    <a:lnTo>
                      <a:pt x="10397" y="5199"/>
                    </a:lnTo>
                    <a:lnTo>
                      <a:pt x="10919" y="3955"/>
                    </a:lnTo>
                    <a:lnTo>
                      <a:pt x="11367" y="2687"/>
                    </a:lnTo>
                    <a:lnTo>
                      <a:pt x="11814" y="1369"/>
                    </a:lnTo>
                    <a:lnTo>
                      <a:pt x="12212" y="1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13"/>
              <p:cNvSpPr/>
              <p:nvPr/>
            </p:nvSpPr>
            <p:spPr>
              <a:xfrm>
                <a:off x="2948916" y="694012"/>
                <a:ext cx="197454" cy="223102"/>
              </a:xfrm>
              <a:custGeom>
                <a:rect b="b" l="l" r="r" t="t"/>
                <a:pathLst>
                  <a:path extrusionOk="0" h="10821" w="9577">
                    <a:moveTo>
                      <a:pt x="1" y="1"/>
                    </a:moveTo>
                    <a:lnTo>
                      <a:pt x="249" y="1294"/>
                    </a:lnTo>
                    <a:lnTo>
                      <a:pt x="473" y="2587"/>
                    </a:lnTo>
                    <a:lnTo>
                      <a:pt x="672" y="3931"/>
                    </a:lnTo>
                    <a:lnTo>
                      <a:pt x="846" y="5274"/>
                    </a:lnTo>
                    <a:lnTo>
                      <a:pt x="971" y="6642"/>
                    </a:lnTo>
                    <a:lnTo>
                      <a:pt x="1070" y="8010"/>
                    </a:lnTo>
                    <a:lnTo>
                      <a:pt x="1145" y="9402"/>
                    </a:lnTo>
                    <a:lnTo>
                      <a:pt x="1170" y="10820"/>
                    </a:lnTo>
                    <a:lnTo>
                      <a:pt x="9576" y="10820"/>
                    </a:lnTo>
                    <a:lnTo>
                      <a:pt x="9552" y="10174"/>
                    </a:lnTo>
                    <a:lnTo>
                      <a:pt x="9502" y="9527"/>
                    </a:lnTo>
                    <a:lnTo>
                      <a:pt x="9427" y="8905"/>
                    </a:lnTo>
                    <a:lnTo>
                      <a:pt x="9353" y="8258"/>
                    </a:lnTo>
                    <a:lnTo>
                      <a:pt x="9253" y="7637"/>
                    </a:lnTo>
                    <a:lnTo>
                      <a:pt x="9154" y="7015"/>
                    </a:lnTo>
                    <a:lnTo>
                      <a:pt x="9029" y="6418"/>
                    </a:lnTo>
                    <a:lnTo>
                      <a:pt x="8880" y="5796"/>
                    </a:lnTo>
                    <a:lnTo>
                      <a:pt x="8731" y="5199"/>
                    </a:lnTo>
                    <a:lnTo>
                      <a:pt x="8557" y="4602"/>
                    </a:lnTo>
                    <a:lnTo>
                      <a:pt x="8383" y="4005"/>
                    </a:lnTo>
                    <a:lnTo>
                      <a:pt x="8184" y="3433"/>
                    </a:lnTo>
                    <a:lnTo>
                      <a:pt x="7736" y="2264"/>
                    </a:lnTo>
                    <a:lnTo>
                      <a:pt x="7263" y="1145"/>
                    </a:lnTo>
                    <a:lnTo>
                      <a:pt x="5472" y="821"/>
                    </a:lnTo>
                    <a:lnTo>
                      <a:pt x="3657" y="523"/>
                    </a:lnTo>
                    <a:lnTo>
                      <a:pt x="1841" y="249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13"/>
              <p:cNvSpPr/>
              <p:nvPr/>
            </p:nvSpPr>
            <p:spPr>
              <a:xfrm>
                <a:off x="2641241" y="960163"/>
                <a:ext cx="288727" cy="243080"/>
              </a:xfrm>
              <a:custGeom>
                <a:rect b="b" l="l" r="r" t="t"/>
                <a:pathLst>
                  <a:path extrusionOk="0" h="11790" w="14004">
                    <a:moveTo>
                      <a:pt x="0" y="0"/>
                    </a:moveTo>
                    <a:lnTo>
                      <a:pt x="0" y="11790"/>
                    </a:lnTo>
                    <a:lnTo>
                      <a:pt x="1617" y="11765"/>
                    </a:lnTo>
                    <a:lnTo>
                      <a:pt x="3234" y="11740"/>
                    </a:lnTo>
                    <a:lnTo>
                      <a:pt x="4825" y="11666"/>
                    </a:lnTo>
                    <a:lnTo>
                      <a:pt x="6442" y="11591"/>
                    </a:lnTo>
                    <a:lnTo>
                      <a:pt x="8034" y="11492"/>
                    </a:lnTo>
                    <a:lnTo>
                      <a:pt x="9601" y="11367"/>
                    </a:lnTo>
                    <a:lnTo>
                      <a:pt x="11168" y="11218"/>
                    </a:lnTo>
                    <a:lnTo>
                      <a:pt x="12735" y="11069"/>
                    </a:lnTo>
                    <a:lnTo>
                      <a:pt x="13008" y="9775"/>
                    </a:lnTo>
                    <a:lnTo>
                      <a:pt x="13257" y="8432"/>
                    </a:lnTo>
                    <a:lnTo>
                      <a:pt x="13456" y="7064"/>
                    </a:lnTo>
                    <a:lnTo>
                      <a:pt x="13630" y="5696"/>
                    </a:lnTo>
                    <a:lnTo>
                      <a:pt x="13779" y="4303"/>
                    </a:lnTo>
                    <a:lnTo>
                      <a:pt x="13904" y="2886"/>
                    </a:lnTo>
                    <a:lnTo>
                      <a:pt x="13978" y="1443"/>
                    </a:lnTo>
                    <a:lnTo>
                      <a:pt x="14003" y="0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13"/>
              <p:cNvSpPr/>
              <p:nvPr/>
            </p:nvSpPr>
            <p:spPr>
              <a:xfrm>
                <a:off x="2875064" y="477095"/>
                <a:ext cx="197969" cy="192320"/>
              </a:xfrm>
              <a:custGeom>
                <a:rect b="b" l="l" r="r" t="t"/>
                <a:pathLst>
                  <a:path extrusionOk="0" h="9328" w="9602">
                    <a:moveTo>
                      <a:pt x="1" y="1"/>
                    </a:moveTo>
                    <a:lnTo>
                      <a:pt x="473" y="946"/>
                    </a:lnTo>
                    <a:lnTo>
                      <a:pt x="921" y="1916"/>
                    </a:lnTo>
                    <a:lnTo>
                      <a:pt x="1344" y="2936"/>
                    </a:lnTo>
                    <a:lnTo>
                      <a:pt x="1742" y="3955"/>
                    </a:lnTo>
                    <a:lnTo>
                      <a:pt x="2115" y="5025"/>
                    </a:lnTo>
                    <a:lnTo>
                      <a:pt x="2463" y="6094"/>
                    </a:lnTo>
                    <a:lnTo>
                      <a:pt x="2787" y="7214"/>
                    </a:lnTo>
                    <a:lnTo>
                      <a:pt x="3085" y="8333"/>
                    </a:lnTo>
                    <a:lnTo>
                      <a:pt x="4727" y="8557"/>
                    </a:lnTo>
                    <a:lnTo>
                      <a:pt x="6368" y="8781"/>
                    </a:lnTo>
                    <a:lnTo>
                      <a:pt x="7985" y="9054"/>
                    </a:lnTo>
                    <a:lnTo>
                      <a:pt x="9602" y="9328"/>
                    </a:lnTo>
                    <a:lnTo>
                      <a:pt x="9154" y="8607"/>
                    </a:lnTo>
                    <a:lnTo>
                      <a:pt x="8681" y="7885"/>
                    </a:lnTo>
                    <a:lnTo>
                      <a:pt x="8184" y="7214"/>
                    </a:lnTo>
                    <a:lnTo>
                      <a:pt x="7686" y="6542"/>
                    </a:lnTo>
                    <a:lnTo>
                      <a:pt x="7139" y="5871"/>
                    </a:lnTo>
                    <a:lnTo>
                      <a:pt x="6592" y="5249"/>
                    </a:lnTo>
                    <a:lnTo>
                      <a:pt x="6020" y="4627"/>
                    </a:lnTo>
                    <a:lnTo>
                      <a:pt x="5423" y="4030"/>
                    </a:lnTo>
                    <a:lnTo>
                      <a:pt x="4801" y="3458"/>
                    </a:lnTo>
                    <a:lnTo>
                      <a:pt x="4179" y="2911"/>
                    </a:lnTo>
                    <a:lnTo>
                      <a:pt x="3508" y="2364"/>
                    </a:lnTo>
                    <a:lnTo>
                      <a:pt x="2836" y="1841"/>
                    </a:lnTo>
                    <a:lnTo>
                      <a:pt x="2165" y="1344"/>
                    </a:lnTo>
                    <a:lnTo>
                      <a:pt x="1468" y="871"/>
                    </a:lnTo>
                    <a:lnTo>
                      <a:pt x="747" y="423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" name="Google Shape;63;p13"/>
              <p:cNvSpPr/>
              <p:nvPr/>
            </p:nvSpPr>
            <p:spPr>
              <a:xfrm>
                <a:off x="2641241" y="673498"/>
                <a:ext cx="288727" cy="243616"/>
              </a:xfrm>
              <a:custGeom>
                <a:rect b="b" l="l" r="r" t="t"/>
                <a:pathLst>
                  <a:path extrusionOk="0" h="11816" w="14004">
                    <a:moveTo>
                      <a:pt x="0" y="1"/>
                    </a:moveTo>
                    <a:lnTo>
                      <a:pt x="0" y="11815"/>
                    </a:lnTo>
                    <a:lnTo>
                      <a:pt x="14003" y="11815"/>
                    </a:lnTo>
                    <a:lnTo>
                      <a:pt x="13978" y="10348"/>
                    </a:lnTo>
                    <a:lnTo>
                      <a:pt x="13904" y="8930"/>
                    </a:lnTo>
                    <a:lnTo>
                      <a:pt x="13779" y="7512"/>
                    </a:lnTo>
                    <a:lnTo>
                      <a:pt x="13630" y="6119"/>
                    </a:lnTo>
                    <a:lnTo>
                      <a:pt x="13456" y="4727"/>
                    </a:lnTo>
                    <a:lnTo>
                      <a:pt x="13257" y="3383"/>
                    </a:lnTo>
                    <a:lnTo>
                      <a:pt x="13008" y="2040"/>
                    </a:lnTo>
                    <a:lnTo>
                      <a:pt x="12735" y="747"/>
                    </a:lnTo>
                    <a:lnTo>
                      <a:pt x="11168" y="573"/>
                    </a:lnTo>
                    <a:lnTo>
                      <a:pt x="9601" y="449"/>
                    </a:lnTo>
                    <a:lnTo>
                      <a:pt x="8034" y="324"/>
                    </a:lnTo>
                    <a:lnTo>
                      <a:pt x="6442" y="225"/>
                    </a:lnTo>
                    <a:lnTo>
                      <a:pt x="4825" y="125"/>
                    </a:lnTo>
                    <a:lnTo>
                      <a:pt x="3234" y="75"/>
                    </a:lnTo>
                    <a:lnTo>
                      <a:pt x="1617" y="26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" name="Google Shape;64;p13"/>
              <p:cNvSpPr/>
              <p:nvPr/>
            </p:nvSpPr>
            <p:spPr>
              <a:xfrm>
                <a:off x="2641241" y="411470"/>
                <a:ext cx="251802" cy="232833"/>
              </a:xfrm>
              <a:custGeom>
                <a:rect b="b" l="l" r="r" t="t"/>
                <a:pathLst>
                  <a:path extrusionOk="0" h="11293" w="12213">
                    <a:moveTo>
                      <a:pt x="0" y="0"/>
                    </a:moveTo>
                    <a:lnTo>
                      <a:pt x="0" y="10621"/>
                    </a:lnTo>
                    <a:lnTo>
                      <a:pt x="1542" y="10645"/>
                    </a:lnTo>
                    <a:lnTo>
                      <a:pt x="3084" y="10670"/>
                    </a:lnTo>
                    <a:lnTo>
                      <a:pt x="4626" y="10745"/>
                    </a:lnTo>
                    <a:lnTo>
                      <a:pt x="6168" y="10819"/>
                    </a:lnTo>
                    <a:lnTo>
                      <a:pt x="7686" y="10894"/>
                    </a:lnTo>
                    <a:lnTo>
                      <a:pt x="9203" y="11018"/>
                    </a:lnTo>
                    <a:lnTo>
                      <a:pt x="10695" y="11143"/>
                    </a:lnTo>
                    <a:lnTo>
                      <a:pt x="12212" y="11292"/>
                    </a:lnTo>
                    <a:lnTo>
                      <a:pt x="11814" y="9924"/>
                    </a:lnTo>
                    <a:lnTo>
                      <a:pt x="11367" y="8606"/>
                    </a:lnTo>
                    <a:lnTo>
                      <a:pt x="10919" y="7312"/>
                    </a:lnTo>
                    <a:lnTo>
                      <a:pt x="10397" y="6094"/>
                    </a:lnTo>
                    <a:lnTo>
                      <a:pt x="9874" y="4900"/>
                    </a:lnTo>
                    <a:lnTo>
                      <a:pt x="9278" y="3756"/>
                    </a:lnTo>
                    <a:lnTo>
                      <a:pt x="8681" y="2686"/>
                    </a:lnTo>
                    <a:lnTo>
                      <a:pt x="8034" y="1642"/>
                    </a:lnTo>
                    <a:lnTo>
                      <a:pt x="7089" y="1318"/>
                    </a:lnTo>
                    <a:lnTo>
                      <a:pt x="6119" y="1020"/>
                    </a:lnTo>
                    <a:lnTo>
                      <a:pt x="5124" y="746"/>
                    </a:lnTo>
                    <a:lnTo>
                      <a:pt x="4129" y="522"/>
                    </a:lnTo>
                    <a:lnTo>
                      <a:pt x="3109" y="323"/>
                    </a:lnTo>
                    <a:lnTo>
                      <a:pt x="2089" y="174"/>
                    </a:lnTo>
                    <a:lnTo>
                      <a:pt x="1045" y="7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" name="Google Shape;65;p13"/>
              <p:cNvSpPr/>
              <p:nvPr/>
            </p:nvSpPr>
            <p:spPr>
              <a:xfrm>
                <a:off x="2308928" y="673498"/>
                <a:ext cx="289243" cy="243616"/>
              </a:xfrm>
              <a:custGeom>
                <a:rect b="b" l="l" r="r" t="t"/>
                <a:pathLst>
                  <a:path extrusionOk="0" h="11816" w="14029">
                    <a:moveTo>
                      <a:pt x="14029" y="1"/>
                    </a:moveTo>
                    <a:lnTo>
                      <a:pt x="12412" y="26"/>
                    </a:lnTo>
                    <a:lnTo>
                      <a:pt x="10795" y="75"/>
                    </a:lnTo>
                    <a:lnTo>
                      <a:pt x="9179" y="125"/>
                    </a:lnTo>
                    <a:lnTo>
                      <a:pt x="7587" y="225"/>
                    </a:lnTo>
                    <a:lnTo>
                      <a:pt x="5995" y="324"/>
                    </a:lnTo>
                    <a:lnTo>
                      <a:pt x="4403" y="449"/>
                    </a:lnTo>
                    <a:lnTo>
                      <a:pt x="2836" y="573"/>
                    </a:lnTo>
                    <a:lnTo>
                      <a:pt x="1269" y="747"/>
                    </a:lnTo>
                    <a:lnTo>
                      <a:pt x="996" y="2040"/>
                    </a:lnTo>
                    <a:lnTo>
                      <a:pt x="772" y="3383"/>
                    </a:lnTo>
                    <a:lnTo>
                      <a:pt x="548" y="4727"/>
                    </a:lnTo>
                    <a:lnTo>
                      <a:pt x="374" y="6119"/>
                    </a:lnTo>
                    <a:lnTo>
                      <a:pt x="250" y="7512"/>
                    </a:lnTo>
                    <a:lnTo>
                      <a:pt x="125" y="8930"/>
                    </a:lnTo>
                    <a:lnTo>
                      <a:pt x="51" y="10348"/>
                    </a:lnTo>
                    <a:lnTo>
                      <a:pt x="1" y="11815"/>
                    </a:lnTo>
                    <a:lnTo>
                      <a:pt x="14029" y="11815"/>
                    </a:lnTo>
                    <a:lnTo>
                      <a:pt x="14029" y="1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13"/>
              <p:cNvSpPr/>
              <p:nvPr/>
            </p:nvSpPr>
            <p:spPr>
              <a:xfrm>
                <a:off x="2092527" y="694012"/>
                <a:ext cx="197454" cy="223102"/>
              </a:xfrm>
              <a:custGeom>
                <a:rect b="b" l="l" r="r" t="t"/>
                <a:pathLst>
                  <a:path extrusionOk="0" h="10821" w="9577">
                    <a:moveTo>
                      <a:pt x="9577" y="1"/>
                    </a:moveTo>
                    <a:lnTo>
                      <a:pt x="7761" y="249"/>
                    </a:lnTo>
                    <a:lnTo>
                      <a:pt x="5920" y="523"/>
                    </a:lnTo>
                    <a:lnTo>
                      <a:pt x="4130" y="821"/>
                    </a:lnTo>
                    <a:lnTo>
                      <a:pt x="2339" y="1145"/>
                    </a:lnTo>
                    <a:lnTo>
                      <a:pt x="1841" y="2264"/>
                    </a:lnTo>
                    <a:lnTo>
                      <a:pt x="1419" y="3433"/>
                    </a:lnTo>
                    <a:lnTo>
                      <a:pt x="1220" y="4005"/>
                    </a:lnTo>
                    <a:lnTo>
                      <a:pt x="1045" y="4602"/>
                    </a:lnTo>
                    <a:lnTo>
                      <a:pt x="871" y="5199"/>
                    </a:lnTo>
                    <a:lnTo>
                      <a:pt x="722" y="5796"/>
                    </a:lnTo>
                    <a:lnTo>
                      <a:pt x="573" y="6418"/>
                    </a:lnTo>
                    <a:lnTo>
                      <a:pt x="448" y="7015"/>
                    </a:lnTo>
                    <a:lnTo>
                      <a:pt x="324" y="7637"/>
                    </a:lnTo>
                    <a:lnTo>
                      <a:pt x="250" y="8258"/>
                    </a:lnTo>
                    <a:lnTo>
                      <a:pt x="150" y="8905"/>
                    </a:lnTo>
                    <a:lnTo>
                      <a:pt x="100" y="9527"/>
                    </a:lnTo>
                    <a:lnTo>
                      <a:pt x="51" y="10174"/>
                    </a:lnTo>
                    <a:lnTo>
                      <a:pt x="1" y="10820"/>
                    </a:lnTo>
                    <a:lnTo>
                      <a:pt x="8408" y="10820"/>
                    </a:lnTo>
                    <a:lnTo>
                      <a:pt x="8457" y="9402"/>
                    </a:lnTo>
                    <a:lnTo>
                      <a:pt x="8532" y="8010"/>
                    </a:lnTo>
                    <a:lnTo>
                      <a:pt x="8631" y="6642"/>
                    </a:lnTo>
                    <a:lnTo>
                      <a:pt x="8756" y="5274"/>
                    </a:lnTo>
                    <a:lnTo>
                      <a:pt x="8930" y="3931"/>
                    </a:lnTo>
                    <a:lnTo>
                      <a:pt x="9104" y="2587"/>
                    </a:lnTo>
                    <a:lnTo>
                      <a:pt x="9328" y="1294"/>
                    </a:lnTo>
                    <a:lnTo>
                      <a:pt x="9577" y="1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" name="Google Shape;67;p13"/>
              <p:cNvSpPr/>
              <p:nvPr/>
            </p:nvSpPr>
            <p:spPr>
              <a:xfrm>
                <a:off x="2346369" y="1232974"/>
                <a:ext cx="251802" cy="232318"/>
              </a:xfrm>
              <a:custGeom>
                <a:rect b="b" l="l" r="r" t="t"/>
                <a:pathLst>
                  <a:path extrusionOk="0" h="11268" w="12213">
                    <a:moveTo>
                      <a:pt x="1" y="1"/>
                    </a:moveTo>
                    <a:lnTo>
                      <a:pt x="399" y="1369"/>
                    </a:lnTo>
                    <a:lnTo>
                      <a:pt x="821" y="2687"/>
                    </a:lnTo>
                    <a:lnTo>
                      <a:pt x="1294" y="3955"/>
                    </a:lnTo>
                    <a:lnTo>
                      <a:pt x="1791" y="5199"/>
                    </a:lnTo>
                    <a:lnTo>
                      <a:pt x="2339" y="6393"/>
                    </a:lnTo>
                    <a:lnTo>
                      <a:pt x="2911" y="7512"/>
                    </a:lnTo>
                    <a:lnTo>
                      <a:pt x="3532" y="8606"/>
                    </a:lnTo>
                    <a:lnTo>
                      <a:pt x="4154" y="9626"/>
                    </a:lnTo>
                    <a:lnTo>
                      <a:pt x="5124" y="9974"/>
                    </a:lnTo>
                    <a:lnTo>
                      <a:pt x="6094" y="10273"/>
                    </a:lnTo>
                    <a:lnTo>
                      <a:pt x="7064" y="10546"/>
                    </a:lnTo>
                    <a:lnTo>
                      <a:pt x="8059" y="10770"/>
                    </a:lnTo>
                    <a:lnTo>
                      <a:pt x="9079" y="10969"/>
                    </a:lnTo>
                    <a:lnTo>
                      <a:pt x="10124" y="11094"/>
                    </a:lnTo>
                    <a:lnTo>
                      <a:pt x="11143" y="11218"/>
                    </a:lnTo>
                    <a:lnTo>
                      <a:pt x="12213" y="11268"/>
                    </a:lnTo>
                    <a:lnTo>
                      <a:pt x="12213" y="647"/>
                    </a:lnTo>
                    <a:lnTo>
                      <a:pt x="10671" y="647"/>
                    </a:lnTo>
                    <a:lnTo>
                      <a:pt x="9104" y="598"/>
                    </a:lnTo>
                    <a:lnTo>
                      <a:pt x="7587" y="548"/>
                    </a:lnTo>
                    <a:lnTo>
                      <a:pt x="6045" y="473"/>
                    </a:lnTo>
                    <a:lnTo>
                      <a:pt x="4527" y="374"/>
                    </a:lnTo>
                    <a:lnTo>
                      <a:pt x="3010" y="274"/>
                    </a:lnTo>
                    <a:lnTo>
                      <a:pt x="1493" y="15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" name="Google Shape;68;p13"/>
              <p:cNvSpPr/>
              <p:nvPr/>
            </p:nvSpPr>
            <p:spPr>
              <a:xfrm>
                <a:off x="2346369" y="411470"/>
                <a:ext cx="251802" cy="232833"/>
              </a:xfrm>
              <a:custGeom>
                <a:rect b="b" l="l" r="r" t="t"/>
                <a:pathLst>
                  <a:path extrusionOk="0" h="11293" w="12213">
                    <a:moveTo>
                      <a:pt x="12213" y="0"/>
                    </a:moveTo>
                    <a:lnTo>
                      <a:pt x="11143" y="75"/>
                    </a:lnTo>
                    <a:lnTo>
                      <a:pt x="10124" y="174"/>
                    </a:lnTo>
                    <a:lnTo>
                      <a:pt x="9079" y="323"/>
                    </a:lnTo>
                    <a:lnTo>
                      <a:pt x="8059" y="522"/>
                    </a:lnTo>
                    <a:lnTo>
                      <a:pt x="7064" y="746"/>
                    </a:lnTo>
                    <a:lnTo>
                      <a:pt x="6094" y="1020"/>
                    </a:lnTo>
                    <a:lnTo>
                      <a:pt x="5124" y="1318"/>
                    </a:lnTo>
                    <a:lnTo>
                      <a:pt x="4154" y="1666"/>
                    </a:lnTo>
                    <a:lnTo>
                      <a:pt x="3532" y="2686"/>
                    </a:lnTo>
                    <a:lnTo>
                      <a:pt x="2911" y="3756"/>
                    </a:lnTo>
                    <a:lnTo>
                      <a:pt x="2339" y="4900"/>
                    </a:lnTo>
                    <a:lnTo>
                      <a:pt x="1791" y="6094"/>
                    </a:lnTo>
                    <a:lnTo>
                      <a:pt x="1294" y="7312"/>
                    </a:lnTo>
                    <a:lnTo>
                      <a:pt x="821" y="8606"/>
                    </a:lnTo>
                    <a:lnTo>
                      <a:pt x="399" y="9924"/>
                    </a:lnTo>
                    <a:lnTo>
                      <a:pt x="1" y="11292"/>
                    </a:lnTo>
                    <a:lnTo>
                      <a:pt x="1493" y="11143"/>
                    </a:lnTo>
                    <a:lnTo>
                      <a:pt x="3010" y="11018"/>
                    </a:lnTo>
                    <a:lnTo>
                      <a:pt x="4527" y="10894"/>
                    </a:lnTo>
                    <a:lnTo>
                      <a:pt x="6045" y="10819"/>
                    </a:lnTo>
                    <a:lnTo>
                      <a:pt x="7587" y="10745"/>
                    </a:lnTo>
                    <a:lnTo>
                      <a:pt x="9104" y="10670"/>
                    </a:lnTo>
                    <a:lnTo>
                      <a:pt x="10671" y="10645"/>
                    </a:lnTo>
                    <a:lnTo>
                      <a:pt x="12213" y="10621"/>
                    </a:lnTo>
                    <a:lnTo>
                      <a:pt x="12213" y="0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13"/>
              <p:cNvSpPr/>
              <p:nvPr/>
            </p:nvSpPr>
            <p:spPr>
              <a:xfrm>
                <a:off x="2308928" y="960163"/>
                <a:ext cx="289243" cy="243080"/>
              </a:xfrm>
              <a:custGeom>
                <a:rect b="b" l="l" r="r" t="t"/>
                <a:pathLst>
                  <a:path extrusionOk="0" h="11790" w="14029">
                    <a:moveTo>
                      <a:pt x="1" y="0"/>
                    </a:moveTo>
                    <a:lnTo>
                      <a:pt x="51" y="1443"/>
                    </a:lnTo>
                    <a:lnTo>
                      <a:pt x="125" y="2886"/>
                    </a:lnTo>
                    <a:lnTo>
                      <a:pt x="250" y="4303"/>
                    </a:lnTo>
                    <a:lnTo>
                      <a:pt x="374" y="5696"/>
                    </a:lnTo>
                    <a:lnTo>
                      <a:pt x="548" y="7064"/>
                    </a:lnTo>
                    <a:lnTo>
                      <a:pt x="772" y="8432"/>
                    </a:lnTo>
                    <a:lnTo>
                      <a:pt x="996" y="9775"/>
                    </a:lnTo>
                    <a:lnTo>
                      <a:pt x="1269" y="11069"/>
                    </a:lnTo>
                    <a:lnTo>
                      <a:pt x="2836" y="11218"/>
                    </a:lnTo>
                    <a:lnTo>
                      <a:pt x="4403" y="11367"/>
                    </a:lnTo>
                    <a:lnTo>
                      <a:pt x="5995" y="11492"/>
                    </a:lnTo>
                    <a:lnTo>
                      <a:pt x="7587" y="11591"/>
                    </a:lnTo>
                    <a:lnTo>
                      <a:pt x="9179" y="11666"/>
                    </a:lnTo>
                    <a:lnTo>
                      <a:pt x="10795" y="11740"/>
                    </a:lnTo>
                    <a:lnTo>
                      <a:pt x="12412" y="11765"/>
                    </a:lnTo>
                    <a:lnTo>
                      <a:pt x="14029" y="11790"/>
                    </a:lnTo>
                    <a:lnTo>
                      <a:pt x="14029" y="0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13"/>
              <p:cNvSpPr/>
              <p:nvPr/>
            </p:nvSpPr>
            <p:spPr>
              <a:xfrm>
                <a:off x="2166379" y="1207841"/>
                <a:ext cx="197454" cy="191825"/>
              </a:xfrm>
              <a:custGeom>
                <a:rect b="b" l="l" r="r" t="t"/>
                <a:pathLst>
                  <a:path extrusionOk="0" h="9304" w="9577">
                    <a:moveTo>
                      <a:pt x="0" y="1"/>
                    </a:moveTo>
                    <a:lnTo>
                      <a:pt x="448" y="722"/>
                    </a:lnTo>
                    <a:lnTo>
                      <a:pt x="921" y="1419"/>
                    </a:lnTo>
                    <a:lnTo>
                      <a:pt x="1393" y="2115"/>
                    </a:lnTo>
                    <a:lnTo>
                      <a:pt x="1916" y="2787"/>
                    </a:lnTo>
                    <a:lnTo>
                      <a:pt x="2438" y="3433"/>
                    </a:lnTo>
                    <a:lnTo>
                      <a:pt x="3010" y="4080"/>
                    </a:lnTo>
                    <a:lnTo>
                      <a:pt x="3582" y="4677"/>
                    </a:lnTo>
                    <a:lnTo>
                      <a:pt x="4179" y="5274"/>
                    </a:lnTo>
                    <a:lnTo>
                      <a:pt x="4801" y="5871"/>
                    </a:lnTo>
                    <a:lnTo>
                      <a:pt x="5423" y="6418"/>
                    </a:lnTo>
                    <a:lnTo>
                      <a:pt x="6069" y="6965"/>
                    </a:lnTo>
                    <a:lnTo>
                      <a:pt x="6741" y="7463"/>
                    </a:lnTo>
                    <a:lnTo>
                      <a:pt x="7437" y="7960"/>
                    </a:lnTo>
                    <a:lnTo>
                      <a:pt x="8134" y="8433"/>
                    </a:lnTo>
                    <a:lnTo>
                      <a:pt x="8855" y="8880"/>
                    </a:lnTo>
                    <a:lnTo>
                      <a:pt x="9576" y="9303"/>
                    </a:lnTo>
                    <a:lnTo>
                      <a:pt x="9129" y="8358"/>
                    </a:lnTo>
                    <a:lnTo>
                      <a:pt x="8681" y="7388"/>
                    </a:lnTo>
                    <a:lnTo>
                      <a:pt x="8258" y="6393"/>
                    </a:lnTo>
                    <a:lnTo>
                      <a:pt x="7860" y="5348"/>
                    </a:lnTo>
                    <a:lnTo>
                      <a:pt x="7487" y="4304"/>
                    </a:lnTo>
                    <a:lnTo>
                      <a:pt x="7139" y="3209"/>
                    </a:lnTo>
                    <a:lnTo>
                      <a:pt x="6815" y="2115"/>
                    </a:lnTo>
                    <a:lnTo>
                      <a:pt x="6492" y="971"/>
                    </a:lnTo>
                    <a:lnTo>
                      <a:pt x="4850" y="772"/>
                    </a:lnTo>
                    <a:lnTo>
                      <a:pt x="3234" y="523"/>
                    </a:lnTo>
                    <a:lnTo>
                      <a:pt x="1617" y="27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" name="Google Shape;71;p13"/>
              <p:cNvSpPr/>
              <p:nvPr/>
            </p:nvSpPr>
            <p:spPr>
              <a:xfrm>
                <a:off x="2166379" y="477095"/>
                <a:ext cx="197454" cy="192320"/>
              </a:xfrm>
              <a:custGeom>
                <a:rect b="b" l="l" r="r" t="t"/>
                <a:pathLst>
                  <a:path extrusionOk="0" h="9328" w="9577">
                    <a:moveTo>
                      <a:pt x="9576" y="1"/>
                    </a:moveTo>
                    <a:lnTo>
                      <a:pt x="8855" y="423"/>
                    </a:lnTo>
                    <a:lnTo>
                      <a:pt x="8134" y="871"/>
                    </a:lnTo>
                    <a:lnTo>
                      <a:pt x="7437" y="1344"/>
                    </a:lnTo>
                    <a:lnTo>
                      <a:pt x="6741" y="1841"/>
                    </a:lnTo>
                    <a:lnTo>
                      <a:pt x="6069" y="2364"/>
                    </a:lnTo>
                    <a:lnTo>
                      <a:pt x="5423" y="2911"/>
                    </a:lnTo>
                    <a:lnTo>
                      <a:pt x="4801" y="3458"/>
                    </a:lnTo>
                    <a:lnTo>
                      <a:pt x="4179" y="4030"/>
                    </a:lnTo>
                    <a:lnTo>
                      <a:pt x="3582" y="4627"/>
                    </a:lnTo>
                    <a:lnTo>
                      <a:pt x="3010" y="5249"/>
                    </a:lnTo>
                    <a:lnTo>
                      <a:pt x="2438" y="5871"/>
                    </a:lnTo>
                    <a:lnTo>
                      <a:pt x="1916" y="6542"/>
                    </a:lnTo>
                    <a:lnTo>
                      <a:pt x="1393" y="7214"/>
                    </a:lnTo>
                    <a:lnTo>
                      <a:pt x="921" y="7885"/>
                    </a:lnTo>
                    <a:lnTo>
                      <a:pt x="448" y="8607"/>
                    </a:lnTo>
                    <a:lnTo>
                      <a:pt x="0" y="9328"/>
                    </a:lnTo>
                    <a:lnTo>
                      <a:pt x="1617" y="9054"/>
                    </a:lnTo>
                    <a:lnTo>
                      <a:pt x="3234" y="8781"/>
                    </a:lnTo>
                    <a:lnTo>
                      <a:pt x="4850" y="8557"/>
                    </a:lnTo>
                    <a:lnTo>
                      <a:pt x="6492" y="8333"/>
                    </a:lnTo>
                    <a:lnTo>
                      <a:pt x="6815" y="7214"/>
                    </a:lnTo>
                    <a:lnTo>
                      <a:pt x="7139" y="6094"/>
                    </a:lnTo>
                    <a:lnTo>
                      <a:pt x="7487" y="5025"/>
                    </a:lnTo>
                    <a:lnTo>
                      <a:pt x="7860" y="3955"/>
                    </a:lnTo>
                    <a:lnTo>
                      <a:pt x="8258" y="2936"/>
                    </a:lnTo>
                    <a:lnTo>
                      <a:pt x="8681" y="1916"/>
                    </a:lnTo>
                    <a:lnTo>
                      <a:pt x="9129" y="946"/>
                    </a:lnTo>
                    <a:lnTo>
                      <a:pt x="9576" y="1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" name="Google Shape;72;p13"/>
              <p:cNvSpPr/>
              <p:nvPr/>
            </p:nvSpPr>
            <p:spPr>
              <a:xfrm>
                <a:off x="2092527" y="960163"/>
                <a:ext cx="197454" cy="223081"/>
              </a:xfrm>
              <a:custGeom>
                <a:rect b="b" l="l" r="r" t="t"/>
                <a:pathLst>
                  <a:path extrusionOk="0" h="10820" w="9577">
                    <a:moveTo>
                      <a:pt x="1" y="0"/>
                    </a:moveTo>
                    <a:lnTo>
                      <a:pt x="51" y="647"/>
                    </a:lnTo>
                    <a:lnTo>
                      <a:pt x="100" y="1269"/>
                    </a:lnTo>
                    <a:lnTo>
                      <a:pt x="150" y="1916"/>
                    </a:lnTo>
                    <a:lnTo>
                      <a:pt x="250" y="2537"/>
                    </a:lnTo>
                    <a:lnTo>
                      <a:pt x="324" y="3159"/>
                    </a:lnTo>
                    <a:lnTo>
                      <a:pt x="448" y="3781"/>
                    </a:lnTo>
                    <a:lnTo>
                      <a:pt x="573" y="4403"/>
                    </a:lnTo>
                    <a:lnTo>
                      <a:pt x="722" y="5000"/>
                    </a:lnTo>
                    <a:lnTo>
                      <a:pt x="871" y="5622"/>
                    </a:lnTo>
                    <a:lnTo>
                      <a:pt x="1045" y="6219"/>
                    </a:lnTo>
                    <a:lnTo>
                      <a:pt x="1220" y="6791"/>
                    </a:lnTo>
                    <a:lnTo>
                      <a:pt x="1419" y="7388"/>
                    </a:lnTo>
                    <a:lnTo>
                      <a:pt x="1841" y="8532"/>
                    </a:lnTo>
                    <a:lnTo>
                      <a:pt x="2339" y="9651"/>
                    </a:lnTo>
                    <a:lnTo>
                      <a:pt x="4130" y="9999"/>
                    </a:lnTo>
                    <a:lnTo>
                      <a:pt x="5920" y="10298"/>
                    </a:lnTo>
                    <a:lnTo>
                      <a:pt x="7761" y="10571"/>
                    </a:lnTo>
                    <a:lnTo>
                      <a:pt x="9577" y="10820"/>
                    </a:lnTo>
                    <a:lnTo>
                      <a:pt x="9328" y="9527"/>
                    </a:lnTo>
                    <a:lnTo>
                      <a:pt x="9104" y="8208"/>
                    </a:lnTo>
                    <a:lnTo>
                      <a:pt x="8930" y="6890"/>
                    </a:lnTo>
                    <a:lnTo>
                      <a:pt x="8756" y="5547"/>
                    </a:lnTo>
                    <a:lnTo>
                      <a:pt x="8631" y="4179"/>
                    </a:lnTo>
                    <a:lnTo>
                      <a:pt x="8532" y="2786"/>
                    </a:lnTo>
                    <a:lnTo>
                      <a:pt x="8457" y="1393"/>
                    </a:lnTo>
                    <a:lnTo>
                      <a:pt x="8408" y="0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13"/>
              <p:cNvSpPr/>
              <p:nvPr/>
            </p:nvSpPr>
            <p:spPr>
              <a:xfrm>
                <a:off x="954585" y="892465"/>
                <a:ext cx="1060502" cy="580506"/>
              </a:xfrm>
              <a:custGeom>
                <a:rect b="b" l="l" r="r" t="t"/>
                <a:pathLst>
                  <a:path extrusionOk="0" h="28156" w="51437">
                    <a:moveTo>
                      <a:pt x="24152" y="0"/>
                    </a:moveTo>
                    <a:lnTo>
                      <a:pt x="23555" y="25"/>
                    </a:lnTo>
                    <a:lnTo>
                      <a:pt x="22958" y="50"/>
                    </a:lnTo>
                    <a:lnTo>
                      <a:pt x="22386" y="125"/>
                    </a:lnTo>
                    <a:lnTo>
                      <a:pt x="21789" y="199"/>
                    </a:lnTo>
                    <a:lnTo>
                      <a:pt x="21242" y="299"/>
                    </a:lnTo>
                    <a:lnTo>
                      <a:pt x="20670" y="448"/>
                    </a:lnTo>
                    <a:lnTo>
                      <a:pt x="20122" y="597"/>
                    </a:lnTo>
                    <a:lnTo>
                      <a:pt x="19575" y="771"/>
                    </a:lnTo>
                    <a:lnTo>
                      <a:pt x="19053" y="970"/>
                    </a:lnTo>
                    <a:lnTo>
                      <a:pt x="18531" y="1169"/>
                    </a:lnTo>
                    <a:lnTo>
                      <a:pt x="18008" y="1418"/>
                    </a:lnTo>
                    <a:lnTo>
                      <a:pt x="17511" y="1667"/>
                    </a:lnTo>
                    <a:lnTo>
                      <a:pt x="17038" y="1940"/>
                    </a:lnTo>
                    <a:lnTo>
                      <a:pt x="16566" y="2214"/>
                    </a:lnTo>
                    <a:lnTo>
                      <a:pt x="16093" y="2537"/>
                    </a:lnTo>
                    <a:lnTo>
                      <a:pt x="15645" y="2861"/>
                    </a:lnTo>
                    <a:lnTo>
                      <a:pt x="15223" y="3209"/>
                    </a:lnTo>
                    <a:lnTo>
                      <a:pt x="14800" y="3557"/>
                    </a:lnTo>
                    <a:lnTo>
                      <a:pt x="14377" y="3955"/>
                    </a:lnTo>
                    <a:lnTo>
                      <a:pt x="13979" y="4328"/>
                    </a:lnTo>
                    <a:lnTo>
                      <a:pt x="13606" y="4751"/>
                    </a:lnTo>
                    <a:lnTo>
                      <a:pt x="13258" y="5174"/>
                    </a:lnTo>
                    <a:lnTo>
                      <a:pt x="12909" y="5597"/>
                    </a:lnTo>
                    <a:lnTo>
                      <a:pt x="12586" y="6044"/>
                    </a:lnTo>
                    <a:lnTo>
                      <a:pt x="12288" y="6517"/>
                    </a:lnTo>
                    <a:lnTo>
                      <a:pt x="11989" y="6989"/>
                    </a:lnTo>
                    <a:lnTo>
                      <a:pt x="11716" y="7487"/>
                    </a:lnTo>
                    <a:lnTo>
                      <a:pt x="11467" y="7984"/>
                    </a:lnTo>
                    <a:lnTo>
                      <a:pt x="11218" y="8482"/>
                    </a:lnTo>
                    <a:lnTo>
                      <a:pt x="11019" y="9004"/>
                    </a:lnTo>
                    <a:lnTo>
                      <a:pt x="10820" y="9551"/>
                    </a:lnTo>
                    <a:lnTo>
                      <a:pt x="10646" y="10098"/>
                    </a:lnTo>
                    <a:lnTo>
                      <a:pt x="9900" y="9999"/>
                    </a:lnTo>
                    <a:lnTo>
                      <a:pt x="9502" y="9949"/>
                    </a:lnTo>
                    <a:lnTo>
                      <a:pt x="8656" y="9949"/>
                    </a:lnTo>
                    <a:lnTo>
                      <a:pt x="8184" y="9999"/>
                    </a:lnTo>
                    <a:lnTo>
                      <a:pt x="7736" y="10049"/>
                    </a:lnTo>
                    <a:lnTo>
                      <a:pt x="7288" y="10123"/>
                    </a:lnTo>
                    <a:lnTo>
                      <a:pt x="6841" y="10248"/>
                    </a:lnTo>
                    <a:lnTo>
                      <a:pt x="6418" y="10347"/>
                    </a:lnTo>
                    <a:lnTo>
                      <a:pt x="5995" y="10496"/>
                    </a:lnTo>
                    <a:lnTo>
                      <a:pt x="5572" y="10670"/>
                    </a:lnTo>
                    <a:lnTo>
                      <a:pt x="5174" y="10845"/>
                    </a:lnTo>
                    <a:lnTo>
                      <a:pt x="4776" y="11044"/>
                    </a:lnTo>
                    <a:lnTo>
                      <a:pt x="4403" y="11267"/>
                    </a:lnTo>
                    <a:lnTo>
                      <a:pt x="4030" y="11516"/>
                    </a:lnTo>
                    <a:lnTo>
                      <a:pt x="3682" y="11765"/>
                    </a:lnTo>
                    <a:lnTo>
                      <a:pt x="3334" y="12038"/>
                    </a:lnTo>
                    <a:lnTo>
                      <a:pt x="2985" y="12312"/>
                    </a:lnTo>
                    <a:lnTo>
                      <a:pt x="2687" y="12611"/>
                    </a:lnTo>
                    <a:lnTo>
                      <a:pt x="2389" y="12934"/>
                    </a:lnTo>
                    <a:lnTo>
                      <a:pt x="2090" y="13257"/>
                    </a:lnTo>
                    <a:lnTo>
                      <a:pt x="1816" y="13605"/>
                    </a:lnTo>
                    <a:lnTo>
                      <a:pt x="1568" y="13954"/>
                    </a:lnTo>
                    <a:lnTo>
                      <a:pt x="1319" y="14327"/>
                    </a:lnTo>
                    <a:lnTo>
                      <a:pt x="1120" y="14725"/>
                    </a:lnTo>
                    <a:lnTo>
                      <a:pt x="921" y="15098"/>
                    </a:lnTo>
                    <a:lnTo>
                      <a:pt x="722" y="15521"/>
                    </a:lnTo>
                    <a:lnTo>
                      <a:pt x="573" y="15919"/>
                    </a:lnTo>
                    <a:lnTo>
                      <a:pt x="424" y="16341"/>
                    </a:lnTo>
                    <a:lnTo>
                      <a:pt x="299" y="16789"/>
                    </a:lnTo>
                    <a:lnTo>
                      <a:pt x="200" y="17212"/>
                    </a:lnTo>
                    <a:lnTo>
                      <a:pt x="125" y="17660"/>
                    </a:lnTo>
                    <a:lnTo>
                      <a:pt x="51" y="18132"/>
                    </a:lnTo>
                    <a:lnTo>
                      <a:pt x="26" y="18580"/>
                    </a:lnTo>
                    <a:lnTo>
                      <a:pt x="1" y="19052"/>
                    </a:lnTo>
                    <a:lnTo>
                      <a:pt x="26" y="19525"/>
                    </a:lnTo>
                    <a:lnTo>
                      <a:pt x="51" y="19998"/>
                    </a:lnTo>
                    <a:lnTo>
                      <a:pt x="125" y="20445"/>
                    </a:lnTo>
                    <a:lnTo>
                      <a:pt x="200" y="20893"/>
                    </a:lnTo>
                    <a:lnTo>
                      <a:pt x="299" y="21341"/>
                    </a:lnTo>
                    <a:lnTo>
                      <a:pt x="424" y="21764"/>
                    </a:lnTo>
                    <a:lnTo>
                      <a:pt x="573" y="22186"/>
                    </a:lnTo>
                    <a:lnTo>
                      <a:pt x="722" y="22609"/>
                    </a:lnTo>
                    <a:lnTo>
                      <a:pt x="921" y="23007"/>
                    </a:lnTo>
                    <a:lnTo>
                      <a:pt x="1120" y="23405"/>
                    </a:lnTo>
                    <a:lnTo>
                      <a:pt x="1319" y="23778"/>
                    </a:lnTo>
                    <a:lnTo>
                      <a:pt x="1568" y="24151"/>
                    </a:lnTo>
                    <a:lnTo>
                      <a:pt x="1816" y="24500"/>
                    </a:lnTo>
                    <a:lnTo>
                      <a:pt x="2090" y="24848"/>
                    </a:lnTo>
                    <a:lnTo>
                      <a:pt x="2389" y="25171"/>
                    </a:lnTo>
                    <a:lnTo>
                      <a:pt x="2687" y="25494"/>
                    </a:lnTo>
                    <a:lnTo>
                      <a:pt x="2985" y="25793"/>
                    </a:lnTo>
                    <a:lnTo>
                      <a:pt x="3334" y="26091"/>
                    </a:lnTo>
                    <a:lnTo>
                      <a:pt x="3682" y="26340"/>
                    </a:lnTo>
                    <a:lnTo>
                      <a:pt x="4030" y="26614"/>
                    </a:lnTo>
                    <a:lnTo>
                      <a:pt x="4403" y="26838"/>
                    </a:lnTo>
                    <a:lnTo>
                      <a:pt x="4776" y="27061"/>
                    </a:lnTo>
                    <a:lnTo>
                      <a:pt x="5174" y="27260"/>
                    </a:lnTo>
                    <a:lnTo>
                      <a:pt x="5572" y="27434"/>
                    </a:lnTo>
                    <a:lnTo>
                      <a:pt x="5995" y="27609"/>
                    </a:lnTo>
                    <a:lnTo>
                      <a:pt x="6418" y="27758"/>
                    </a:lnTo>
                    <a:lnTo>
                      <a:pt x="6841" y="27882"/>
                    </a:lnTo>
                    <a:lnTo>
                      <a:pt x="7288" y="27982"/>
                    </a:lnTo>
                    <a:lnTo>
                      <a:pt x="7736" y="28056"/>
                    </a:lnTo>
                    <a:lnTo>
                      <a:pt x="8184" y="28106"/>
                    </a:lnTo>
                    <a:lnTo>
                      <a:pt x="8656" y="28156"/>
                    </a:lnTo>
                    <a:lnTo>
                      <a:pt x="40518" y="28156"/>
                    </a:lnTo>
                    <a:lnTo>
                      <a:pt x="41239" y="28131"/>
                    </a:lnTo>
                    <a:lnTo>
                      <a:pt x="41960" y="28056"/>
                    </a:lnTo>
                    <a:lnTo>
                      <a:pt x="42682" y="27932"/>
                    </a:lnTo>
                    <a:lnTo>
                      <a:pt x="43378" y="27783"/>
                    </a:lnTo>
                    <a:lnTo>
                      <a:pt x="44050" y="27584"/>
                    </a:lnTo>
                    <a:lnTo>
                      <a:pt x="44696" y="27335"/>
                    </a:lnTo>
                    <a:lnTo>
                      <a:pt x="45343" y="27037"/>
                    </a:lnTo>
                    <a:lnTo>
                      <a:pt x="45965" y="26713"/>
                    </a:lnTo>
                    <a:lnTo>
                      <a:pt x="46537" y="26340"/>
                    </a:lnTo>
                    <a:lnTo>
                      <a:pt x="47109" y="25942"/>
                    </a:lnTo>
                    <a:lnTo>
                      <a:pt x="47656" y="25519"/>
                    </a:lnTo>
                    <a:lnTo>
                      <a:pt x="48154" y="25047"/>
                    </a:lnTo>
                    <a:lnTo>
                      <a:pt x="48626" y="24549"/>
                    </a:lnTo>
                    <a:lnTo>
                      <a:pt x="49074" y="24027"/>
                    </a:lnTo>
                    <a:lnTo>
                      <a:pt x="49497" y="23455"/>
                    </a:lnTo>
                    <a:lnTo>
                      <a:pt x="49870" y="22883"/>
                    </a:lnTo>
                    <a:lnTo>
                      <a:pt x="50218" y="22261"/>
                    </a:lnTo>
                    <a:lnTo>
                      <a:pt x="50541" y="21589"/>
                    </a:lnTo>
                    <a:lnTo>
                      <a:pt x="50815" y="20918"/>
                    </a:lnTo>
                    <a:lnTo>
                      <a:pt x="51039" y="20222"/>
                    </a:lnTo>
                    <a:lnTo>
                      <a:pt x="51213" y="19500"/>
                    </a:lnTo>
                    <a:lnTo>
                      <a:pt x="51337" y="18754"/>
                    </a:lnTo>
                    <a:lnTo>
                      <a:pt x="51412" y="17983"/>
                    </a:lnTo>
                    <a:lnTo>
                      <a:pt x="51437" y="17212"/>
                    </a:lnTo>
                    <a:lnTo>
                      <a:pt x="51437" y="16665"/>
                    </a:lnTo>
                    <a:lnTo>
                      <a:pt x="51387" y="16093"/>
                    </a:lnTo>
                    <a:lnTo>
                      <a:pt x="51312" y="15545"/>
                    </a:lnTo>
                    <a:lnTo>
                      <a:pt x="51238" y="15023"/>
                    </a:lnTo>
                    <a:lnTo>
                      <a:pt x="51113" y="14476"/>
                    </a:lnTo>
                    <a:lnTo>
                      <a:pt x="50964" y="13979"/>
                    </a:lnTo>
                    <a:lnTo>
                      <a:pt x="50790" y="13456"/>
                    </a:lnTo>
                    <a:lnTo>
                      <a:pt x="50591" y="12959"/>
                    </a:lnTo>
                    <a:lnTo>
                      <a:pt x="50367" y="12486"/>
                    </a:lnTo>
                    <a:lnTo>
                      <a:pt x="50118" y="12014"/>
                    </a:lnTo>
                    <a:lnTo>
                      <a:pt x="49870" y="11541"/>
                    </a:lnTo>
                    <a:lnTo>
                      <a:pt x="49571" y="11093"/>
                    </a:lnTo>
                    <a:lnTo>
                      <a:pt x="49273" y="10670"/>
                    </a:lnTo>
                    <a:lnTo>
                      <a:pt x="48949" y="10273"/>
                    </a:lnTo>
                    <a:lnTo>
                      <a:pt x="48601" y="9875"/>
                    </a:lnTo>
                    <a:lnTo>
                      <a:pt x="48253" y="9477"/>
                    </a:lnTo>
                    <a:lnTo>
                      <a:pt x="47855" y="9128"/>
                    </a:lnTo>
                    <a:lnTo>
                      <a:pt x="47457" y="8780"/>
                    </a:lnTo>
                    <a:lnTo>
                      <a:pt x="47059" y="8457"/>
                    </a:lnTo>
                    <a:lnTo>
                      <a:pt x="46636" y="8158"/>
                    </a:lnTo>
                    <a:lnTo>
                      <a:pt x="46189" y="7860"/>
                    </a:lnTo>
                    <a:lnTo>
                      <a:pt x="45716" y="7611"/>
                    </a:lnTo>
                    <a:lnTo>
                      <a:pt x="45243" y="7362"/>
                    </a:lnTo>
                    <a:lnTo>
                      <a:pt x="44771" y="7139"/>
                    </a:lnTo>
                    <a:lnTo>
                      <a:pt x="44273" y="6940"/>
                    </a:lnTo>
                    <a:lnTo>
                      <a:pt x="43751" y="6766"/>
                    </a:lnTo>
                    <a:lnTo>
                      <a:pt x="43254" y="6616"/>
                    </a:lnTo>
                    <a:lnTo>
                      <a:pt x="42707" y="6492"/>
                    </a:lnTo>
                    <a:lnTo>
                      <a:pt x="42184" y="6417"/>
                    </a:lnTo>
                    <a:lnTo>
                      <a:pt x="41637" y="6343"/>
                    </a:lnTo>
                    <a:lnTo>
                      <a:pt x="41065" y="6293"/>
                    </a:lnTo>
                    <a:lnTo>
                      <a:pt x="39971" y="6293"/>
                    </a:lnTo>
                    <a:lnTo>
                      <a:pt x="39423" y="6343"/>
                    </a:lnTo>
                    <a:lnTo>
                      <a:pt x="38901" y="6392"/>
                    </a:lnTo>
                    <a:lnTo>
                      <a:pt x="38354" y="6492"/>
                    </a:lnTo>
                    <a:lnTo>
                      <a:pt x="37856" y="6616"/>
                    </a:lnTo>
                    <a:lnTo>
                      <a:pt x="37334" y="6741"/>
                    </a:lnTo>
                    <a:lnTo>
                      <a:pt x="36837" y="6915"/>
                    </a:lnTo>
                    <a:lnTo>
                      <a:pt x="36364" y="7089"/>
                    </a:lnTo>
                    <a:lnTo>
                      <a:pt x="35892" y="6318"/>
                    </a:lnTo>
                    <a:lnTo>
                      <a:pt x="35344" y="5572"/>
                    </a:lnTo>
                    <a:lnTo>
                      <a:pt x="34772" y="4875"/>
                    </a:lnTo>
                    <a:lnTo>
                      <a:pt x="34175" y="4204"/>
                    </a:lnTo>
                    <a:lnTo>
                      <a:pt x="33504" y="3582"/>
                    </a:lnTo>
                    <a:lnTo>
                      <a:pt x="32807" y="2985"/>
                    </a:lnTo>
                    <a:lnTo>
                      <a:pt x="32086" y="2463"/>
                    </a:lnTo>
                    <a:lnTo>
                      <a:pt x="31315" y="1965"/>
                    </a:lnTo>
                    <a:lnTo>
                      <a:pt x="30917" y="1741"/>
                    </a:lnTo>
                    <a:lnTo>
                      <a:pt x="30494" y="1517"/>
                    </a:lnTo>
                    <a:lnTo>
                      <a:pt x="30096" y="1318"/>
                    </a:lnTo>
                    <a:lnTo>
                      <a:pt x="29673" y="1144"/>
                    </a:lnTo>
                    <a:lnTo>
                      <a:pt x="29251" y="970"/>
                    </a:lnTo>
                    <a:lnTo>
                      <a:pt x="28803" y="796"/>
                    </a:lnTo>
                    <a:lnTo>
                      <a:pt x="28355" y="647"/>
                    </a:lnTo>
                    <a:lnTo>
                      <a:pt x="27907" y="523"/>
                    </a:lnTo>
                    <a:lnTo>
                      <a:pt x="27460" y="398"/>
                    </a:lnTo>
                    <a:lnTo>
                      <a:pt x="27012" y="299"/>
                    </a:lnTo>
                    <a:lnTo>
                      <a:pt x="26540" y="224"/>
                    </a:lnTo>
                    <a:lnTo>
                      <a:pt x="26067" y="149"/>
                    </a:lnTo>
                    <a:lnTo>
                      <a:pt x="25594" y="75"/>
                    </a:lnTo>
                    <a:lnTo>
                      <a:pt x="25122" y="50"/>
                    </a:lnTo>
                    <a:lnTo>
                      <a:pt x="24624" y="25"/>
                    </a:lnTo>
                    <a:lnTo>
                      <a:pt x="24152" y="0"/>
                    </a:lnTo>
                    <a:close/>
                  </a:path>
                </a:pathLst>
              </a:custGeom>
              <a:solidFill>
                <a:srgbClr val="2776EA">
                  <a:alpha val="1254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13"/>
              <p:cNvSpPr/>
              <p:nvPr/>
            </p:nvSpPr>
            <p:spPr>
              <a:xfrm>
                <a:off x="930009" y="3342660"/>
                <a:ext cx="3397352" cy="1389207"/>
              </a:xfrm>
              <a:custGeom>
                <a:rect b="b" l="l" r="r" t="t"/>
                <a:pathLst>
                  <a:path extrusionOk="0" h="67380" w="164780">
                    <a:moveTo>
                      <a:pt x="80164" y="1"/>
                    </a:moveTo>
                    <a:lnTo>
                      <a:pt x="79617" y="7761"/>
                    </a:lnTo>
                    <a:lnTo>
                      <a:pt x="61559" y="13108"/>
                    </a:lnTo>
                    <a:lnTo>
                      <a:pt x="61435" y="14004"/>
                    </a:lnTo>
                    <a:lnTo>
                      <a:pt x="61087" y="16392"/>
                    </a:lnTo>
                    <a:lnTo>
                      <a:pt x="60539" y="19849"/>
                    </a:lnTo>
                    <a:lnTo>
                      <a:pt x="60216" y="21839"/>
                    </a:lnTo>
                    <a:lnTo>
                      <a:pt x="59868" y="23903"/>
                    </a:lnTo>
                    <a:lnTo>
                      <a:pt x="59470" y="26042"/>
                    </a:lnTo>
                    <a:lnTo>
                      <a:pt x="59072" y="28156"/>
                    </a:lnTo>
                    <a:lnTo>
                      <a:pt x="58649" y="30196"/>
                    </a:lnTo>
                    <a:lnTo>
                      <a:pt x="58201" y="32111"/>
                    </a:lnTo>
                    <a:lnTo>
                      <a:pt x="57953" y="33031"/>
                    </a:lnTo>
                    <a:lnTo>
                      <a:pt x="57729" y="33877"/>
                    </a:lnTo>
                    <a:lnTo>
                      <a:pt x="57505" y="34648"/>
                    </a:lnTo>
                    <a:lnTo>
                      <a:pt x="57256" y="35394"/>
                    </a:lnTo>
                    <a:lnTo>
                      <a:pt x="57032" y="36041"/>
                    </a:lnTo>
                    <a:lnTo>
                      <a:pt x="56809" y="36613"/>
                    </a:lnTo>
                    <a:lnTo>
                      <a:pt x="56560" y="37110"/>
                    </a:lnTo>
                    <a:lnTo>
                      <a:pt x="56336" y="37483"/>
                    </a:lnTo>
                    <a:lnTo>
                      <a:pt x="56261" y="37608"/>
                    </a:lnTo>
                    <a:lnTo>
                      <a:pt x="56137" y="37732"/>
                    </a:lnTo>
                    <a:lnTo>
                      <a:pt x="55839" y="37981"/>
                    </a:lnTo>
                    <a:lnTo>
                      <a:pt x="55441" y="38230"/>
                    </a:lnTo>
                    <a:lnTo>
                      <a:pt x="54943" y="38503"/>
                    </a:lnTo>
                    <a:lnTo>
                      <a:pt x="54371" y="38802"/>
                    </a:lnTo>
                    <a:lnTo>
                      <a:pt x="53700" y="39100"/>
                    </a:lnTo>
                    <a:lnTo>
                      <a:pt x="52953" y="39399"/>
                    </a:lnTo>
                    <a:lnTo>
                      <a:pt x="52157" y="39722"/>
                    </a:lnTo>
                    <a:lnTo>
                      <a:pt x="51262" y="40045"/>
                    </a:lnTo>
                    <a:lnTo>
                      <a:pt x="50317" y="40369"/>
                    </a:lnTo>
                    <a:lnTo>
                      <a:pt x="48253" y="41040"/>
                    </a:lnTo>
                    <a:lnTo>
                      <a:pt x="45964" y="41737"/>
                    </a:lnTo>
                    <a:lnTo>
                      <a:pt x="43527" y="42458"/>
                    </a:lnTo>
                    <a:lnTo>
                      <a:pt x="40940" y="43179"/>
                    </a:lnTo>
                    <a:lnTo>
                      <a:pt x="38229" y="43900"/>
                    </a:lnTo>
                    <a:lnTo>
                      <a:pt x="35493" y="44622"/>
                    </a:lnTo>
                    <a:lnTo>
                      <a:pt x="32707" y="45318"/>
                    </a:lnTo>
                    <a:lnTo>
                      <a:pt x="27186" y="46686"/>
                    </a:lnTo>
                    <a:lnTo>
                      <a:pt x="21987" y="47905"/>
                    </a:lnTo>
                    <a:lnTo>
                      <a:pt x="21266" y="48079"/>
                    </a:lnTo>
                    <a:lnTo>
                      <a:pt x="20545" y="48278"/>
                    </a:lnTo>
                    <a:lnTo>
                      <a:pt x="19848" y="48502"/>
                    </a:lnTo>
                    <a:lnTo>
                      <a:pt x="19127" y="48726"/>
                    </a:lnTo>
                    <a:lnTo>
                      <a:pt x="18431" y="48974"/>
                    </a:lnTo>
                    <a:lnTo>
                      <a:pt x="17759" y="49248"/>
                    </a:lnTo>
                    <a:lnTo>
                      <a:pt x="17063" y="49522"/>
                    </a:lnTo>
                    <a:lnTo>
                      <a:pt x="16391" y="49845"/>
                    </a:lnTo>
                    <a:lnTo>
                      <a:pt x="15720" y="50143"/>
                    </a:lnTo>
                    <a:lnTo>
                      <a:pt x="15073" y="50492"/>
                    </a:lnTo>
                    <a:lnTo>
                      <a:pt x="14426" y="50840"/>
                    </a:lnTo>
                    <a:lnTo>
                      <a:pt x="13804" y="51188"/>
                    </a:lnTo>
                    <a:lnTo>
                      <a:pt x="13158" y="51586"/>
                    </a:lnTo>
                    <a:lnTo>
                      <a:pt x="12561" y="51959"/>
                    </a:lnTo>
                    <a:lnTo>
                      <a:pt x="11939" y="52382"/>
                    </a:lnTo>
                    <a:lnTo>
                      <a:pt x="11342" y="52805"/>
                    </a:lnTo>
                    <a:lnTo>
                      <a:pt x="10770" y="53252"/>
                    </a:lnTo>
                    <a:lnTo>
                      <a:pt x="10198" y="53700"/>
                    </a:lnTo>
                    <a:lnTo>
                      <a:pt x="9626" y="54173"/>
                    </a:lnTo>
                    <a:lnTo>
                      <a:pt x="9079" y="54670"/>
                    </a:lnTo>
                    <a:lnTo>
                      <a:pt x="8531" y="55168"/>
                    </a:lnTo>
                    <a:lnTo>
                      <a:pt x="8009" y="55665"/>
                    </a:lnTo>
                    <a:lnTo>
                      <a:pt x="7487" y="56187"/>
                    </a:lnTo>
                    <a:lnTo>
                      <a:pt x="6989" y="56735"/>
                    </a:lnTo>
                    <a:lnTo>
                      <a:pt x="6517" y="57282"/>
                    </a:lnTo>
                    <a:lnTo>
                      <a:pt x="6044" y="57854"/>
                    </a:lnTo>
                    <a:lnTo>
                      <a:pt x="5572" y="58426"/>
                    </a:lnTo>
                    <a:lnTo>
                      <a:pt x="5124" y="59023"/>
                    </a:lnTo>
                    <a:lnTo>
                      <a:pt x="4701" y="59620"/>
                    </a:lnTo>
                    <a:lnTo>
                      <a:pt x="4278" y="60242"/>
                    </a:lnTo>
                    <a:lnTo>
                      <a:pt x="3880" y="60863"/>
                    </a:lnTo>
                    <a:lnTo>
                      <a:pt x="3482" y="61485"/>
                    </a:lnTo>
                    <a:lnTo>
                      <a:pt x="0" y="67380"/>
                    </a:lnTo>
                    <a:lnTo>
                      <a:pt x="164779" y="67380"/>
                    </a:lnTo>
                    <a:lnTo>
                      <a:pt x="161297" y="61485"/>
                    </a:lnTo>
                    <a:lnTo>
                      <a:pt x="160924" y="60863"/>
                    </a:lnTo>
                    <a:lnTo>
                      <a:pt x="160501" y="60242"/>
                    </a:lnTo>
                    <a:lnTo>
                      <a:pt x="160103" y="59620"/>
                    </a:lnTo>
                    <a:lnTo>
                      <a:pt x="159656" y="59023"/>
                    </a:lnTo>
                    <a:lnTo>
                      <a:pt x="159208" y="58426"/>
                    </a:lnTo>
                    <a:lnTo>
                      <a:pt x="158760" y="57854"/>
                    </a:lnTo>
                    <a:lnTo>
                      <a:pt x="158288" y="57282"/>
                    </a:lnTo>
                    <a:lnTo>
                      <a:pt x="157790" y="56735"/>
                    </a:lnTo>
                    <a:lnTo>
                      <a:pt x="157293" y="56187"/>
                    </a:lnTo>
                    <a:lnTo>
                      <a:pt x="156770" y="55665"/>
                    </a:lnTo>
                    <a:lnTo>
                      <a:pt x="156248" y="55168"/>
                    </a:lnTo>
                    <a:lnTo>
                      <a:pt x="155701" y="54670"/>
                    </a:lnTo>
                    <a:lnTo>
                      <a:pt x="155154" y="54173"/>
                    </a:lnTo>
                    <a:lnTo>
                      <a:pt x="154607" y="53700"/>
                    </a:lnTo>
                    <a:lnTo>
                      <a:pt x="154034" y="53252"/>
                    </a:lnTo>
                    <a:lnTo>
                      <a:pt x="153438" y="52805"/>
                    </a:lnTo>
                    <a:lnTo>
                      <a:pt x="152841" y="52382"/>
                    </a:lnTo>
                    <a:lnTo>
                      <a:pt x="152244" y="51959"/>
                    </a:lnTo>
                    <a:lnTo>
                      <a:pt x="151622" y="51586"/>
                    </a:lnTo>
                    <a:lnTo>
                      <a:pt x="151000" y="51188"/>
                    </a:lnTo>
                    <a:lnTo>
                      <a:pt x="150353" y="50840"/>
                    </a:lnTo>
                    <a:lnTo>
                      <a:pt x="149707" y="50492"/>
                    </a:lnTo>
                    <a:lnTo>
                      <a:pt x="149060" y="50143"/>
                    </a:lnTo>
                    <a:lnTo>
                      <a:pt x="148388" y="49845"/>
                    </a:lnTo>
                    <a:lnTo>
                      <a:pt x="147717" y="49522"/>
                    </a:lnTo>
                    <a:lnTo>
                      <a:pt x="147045" y="49248"/>
                    </a:lnTo>
                    <a:lnTo>
                      <a:pt x="146349" y="48974"/>
                    </a:lnTo>
                    <a:lnTo>
                      <a:pt x="145652" y="48726"/>
                    </a:lnTo>
                    <a:lnTo>
                      <a:pt x="144956" y="48502"/>
                    </a:lnTo>
                    <a:lnTo>
                      <a:pt x="144235" y="48278"/>
                    </a:lnTo>
                    <a:lnTo>
                      <a:pt x="143513" y="48079"/>
                    </a:lnTo>
                    <a:lnTo>
                      <a:pt x="142792" y="47905"/>
                    </a:lnTo>
                    <a:lnTo>
                      <a:pt x="137594" y="46686"/>
                    </a:lnTo>
                    <a:lnTo>
                      <a:pt x="132072" y="45318"/>
                    </a:lnTo>
                    <a:lnTo>
                      <a:pt x="129311" y="44622"/>
                    </a:lnTo>
                    <a:lnTo>
                      <a:pt x="126551" y="43900"/>
                    </a:lnTo>
                    <a:lnTo>
                      <a:pt x="123864" y="43179"/>
                    </a:lnTo>
                    <a:lnTo>
                      <a:pt x="121278" y="42458"/>
                    </a:lnTo>
                    <a:lnTo>
                      <a:pt x="118815" y="41737"/>
                    </a:lnTo>
                    <a:lnTo>
                      <a:pt x="116552" y="41040"/>
                    </a:lnTo>
                    <a:lnTo>
                      <a:pt x="114463" y="40369"/>
                    </a:lnTo>
                    <a:lnTo>
                      <a:pt x="113517" y="40045"/>
                    </a:lnTo>
                    <a:lnTo>
                      <a:pt x="112647" y="39722"/>
                    </a:lnTo>
                    <a:lnTo>
                      <a:pt x="111826" y="39399"/>
                    </a:lnTo>
                    <a:lnTo>
                      <a:pt x="111080" y="39100"/>
                    </a:lnTo>
                    <a:lnTo>
                      <a:pt x="110433" y="38802"/>
                    </a:lnTo>
                    <a:lnTo>
                      <a:pt x="109836" y="38503"/>
                    </a:lnTo>
                    <a:lnTo>
                      <a:pt x="109364" y="38230"/>
                    </a:lnTo>
                    <a:lnTo>
                      <a:pt x="108966" y="37981"/>
                    </a:lnTo>
                    <a:lnTo>
                      <a:pt x="108643" y="37732"/>
                    </a:lnTo>
                    <a:lnTo>
                      <a:pt x="108543" y="37608"/>
                    </a:lnTo>
                    <a:lnTo>
                      <a:pt x="108444" y="37483"/>
                    </a:lnTo>
                    <a:lnTo>
                      <a:pt x="108220" y="37110"/>
                    </a:lnTo>
                    <a:lnTo>
                      <a:pt x="107996" y="36613"/>
                    </a:lnTo>
                    <a:lnTo>
                      <a:pt x="107747" y="36041"/>
                    </a:lnTo>
                    <a:lnTo>
                      <a:pt x="107523" y="35394"/>
                    </a:lnTo>
                    <a:lnTo>
                      <a:pt x="107299" y="34648"/>
                    </a:lnTo>
                    <a:lnTo>
                      <a:pt x="107051" y="33877"/>
                    </a:lnTo>
                    <a:lnTo>
                      <a:pt x="106827" y="33031"/>
                    </a:lnTo>
                    <a:lnTo>
                      <a:pt x="106603" y="32111"/>
                    </a:lnTo>
                    <a:lnTo>
                      <a:pt x="106155" y="30196"/>
                    </a:lnTo>
                    <a:lnTo>
                      <a:pt x="105732" y="28156"/>
                    </a:lnTo>
                    <a:lnTo>
                      <a:pt x="105310" y="26042"/>
                    </a:lnTo>
                    <a:lnTo>
                      <a:pt x="104912" y="23903"/>
                    </a:lnTo>
                    <a:lnTo>
                      <a:pt x="104563" y="21839"/>
                    </a:lnTo>
                    <a:lnTo>
                      <a:pt x="104240" y="19849"/>
                    </a:lnTo>
                    <a:lnTo>
                      <a:pt x="103718" y="16392"/>
                    </a:lnTo>
                    <a:lnTo>
                      <a:pt x="103370" y="14004"/>
                    </a:lnTo>
                    <a:lnTo>
                      <a:pt x="103245" y="13108"/>
                    </a:lnTo>
                    <a:lnTo>
                      <a:pt x="88844" y="8855"/>
                    </a:lnTo>
                    <a:lnTo>
                      <a:pt x="89391" y="1195"/>
                    </a:lnTo>
                    <a:lnTo>
                      <a:pt x="80164" y="1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13"/>
              <p:cNvSpPr/>
              <p:nvPr/>
            </p:nvSpPr>
            <p:spPr>
              <a:xfrm>
                <a:off x="1934081" y="2035016"/>
                <a:ext cx="1389207" cy="1967652"/>
              </a:xfrm>
              <a:custGeom>
                <a:rect b="b" l="l" r="r" t="t"/>
                <a:pathLst>
                  <a:path extrusionOk="0" h="95436" w="67380">
                    <a:moveTo>
                      <a:pt x="33478" y="0"/>
                    </a:moveTo>
                    <a:lnTo>
                      <a:pt x="32857" y="25"/>
                    </a:lnTo>
                    <a:lnTo>
                      <a:pt x="31862" y="75"/>
                    </a:lnTo>
                    <a:lnTo>
                      <a:pt x="30519" y="174"/>
                    </a:lnTo>
                    <a:lnTo>
                      <a:pt x="29748" y="249"/>
                    </a:lnTo>
                    <a:lnTo>
                      <a:pt x="28902" y="348"/>
                    </a:lnTo>
                    <a:lnTo>
                      <a:pt x="28006" y="497"/>
                    </a:lnTo>
                    <a:lnTo>
                      <a:pt x="27061" y="647"/>
                    </a:lnTo>
                    <a:lnTo>
                      <a:pt x="26042" y="846"/>
                    </a:lnTo>
                    <a:lnTo>
                      <a:pt x="24997" y="1070"/>
                    </a:lnTo>
                    <a:lnTo>
                      <a:pt x="23903" y="1318"/>
                    </a:lnTo>
                    <a:lnTo>
                      <a:pt x="22758" y="1617"/>
                    </a:lnTo>
                    <a:lnTo>
                      <a:pt x="21589" y="1965"/>
                    </a:lnTo>
                    <a:lnTo>
                      <a:pt x="20396" y="2363"/>
                    </a:lnTo>
                    <a:lnTo>
                      <a:pt x="19202" y="2786"/>
                    </a:lnTo>
                    <a:lnTo>
                      <a:pt x="17958" y="3283"/>
                    </a:lnTo>
                    <a:lnTo>
                      <a:pt x="16739" y="3830"/>
                    </a:lnTo>
                    <a:lnTo>
                      <a:pt x="15496" y="4427"/>
                    </a:lnTo>
                    <a:lnTo>
                      <a:pt x="14252" y="5099"/>
                    </a:lnTo>
                    <a:lnTo>
                      <a:pt x="13630" y="5447"/>
                    </a:lnTo>
                    <a:lnTo>
                      <a:pt x="13008" y="5820"/>
                    </a:lnTo>
                    <a:lnTo>
                      <a:pt x="12387" y="6193"/>
                    </a:lnTo>
                    <a:lnTo>
                      <a:pt x="11790" y="6616"/>
                    </a:lnTo>
                    <a:lnTo>
                      <a:pt x="11168" y="7014"/>
                    </a:lnTo>
                    <a:lnTo>
                      <a:pt x="10571" y="7462"/>
                    </a:lnTo>
                    <a:lnTo>
                      <a:pt x="9974" y="7909"/>
                    </a:lnTo>
                    <a:lnTo>
                      <a:pt x="9377" y="8382"/>
                    </a:lnTo>
                    <a:lnTo>
                      <a:pt x="8780" y="8879"/>
                    </a:lnTo>
                    <a:lnTo>
                      <a:pt x="8208" y="9402"/>
                    </a:lnTo>
                    <a:lnTo>
                      <a:pt x="7636" y="9924"/>
                    </a:lnTo>
                    <a:lnTo>
                      <a:pt x="7064" y="10471"/>
                    </a:lnTo>
                    <a:lnTo>
                      <a:pt x="6517" y="11043"/>
                    </a:lnTo>
                    <a:lnTo>
                      <a:pt x="5970" y="11640"/>
                    </a:lnTo>
                    <a:lnTo>
                      <a:pt x="5422" y="12237"/>
                    </a:lnTo>
                    <a:lnTo>
                      <a:pt x="4900" y="12884"/>
                    </a:lnTo>
                    <a:lnTo>
                      <a:pt x="4403" y="13531"/>
                    </a:lnTo>
                    <a:lnTo>
                      <a:pt x="3880" y="14202"/>
                    </a:lnTo>
                    <a:lnTo>
                      <a:pt x="3632" y="14774"/>
                    </a:lnTo>
                    <a:lnTo>
                      <a:pt x="3333" y="15471"/>
                    </a:lnTo>
                    <a:lnTo>
                      <a:pt x="2960" y="16466"/>
                    </a:lnTo>
                    <a:lnTo>
                      <a:pt x="2537" y="17759"/>
                    </a:lnTo>
                    <a:lnTo>
                      <a:pt x="2313" y="18505"/>
                    </a:lnTo>
                    <a:lnTo>
                      <a:pt x="2065" y="19351"/>
                    </a:lnTo>
                    <a:lnTo>
                      <a:pt x="1841" y="20246"/>
                    </a:lnTo>
                    <a:lnTo>
                      <a:pt x="1617" y="21216"/>
                    </a:lnTo>
                    <a:lnTo>
                      <a:pt x="1393" y="22261"/>
                    </a:lnTo>
                    <a:lnTo>
                      <a:pt x="1169" y="23380"/>
                    </a:lnTo>
                    <a:lnTo>
                      <a:pt x="945" y="24574"/>
                    </a:lnTo>
                    <a:lnTo>
                      <a:pt x="771" y="25842"/>
                    </a:lnTo>
                    <a:lnTo>
                      <a:pt x="572" y="27186"/>
                    </a:lnTo>
                    <a:lnTo>
                      <a:pt x="423" y="28603"/>
                    </a:lnTo>
                    <a:lnTo>
                      <a:pt x="274" y="30096"/>
                    </a:lnTo>
                    <a:lnTo>
                      <a:pt x="174" y="31663"/>
                    </a:lnTo>
                    <a:lnTo>
                      <a:pt x="75" y="33304"/>
                    </a:lnTo>
                    <a:lnTo>
                      <a:pt x="25" y="35020"/>
                    </a:lnTo>
                    <a:lnTo>
                      <a:pt x="0" y="36836"/>
                    </a:lnTo>
                    <a:lnTo>
                      <a:pt x="25" y="38701"/>
                    </a:lnTo>
                    <a:lnTo>
                      <a:pt x="75" y="40642"/>
                    </a:lnTo>
                    <a:lnTo>
                      <a:pt x="174" y="42681"/>
                    </a:lnTo>
                    <a:lnTo>
                      <a:pt x="324" y="44770"/>
                    </a:lnTo>
                    <a:lnTo>
                      <a:pt x="498" y="46959"/>
                    </a:lnTo>
                    <a:lnTo>
                      <a:pt x="746" y="49223"/>
                    </a:lnTo>
                    <a:lnTo>
                      <a:pt x="1045" y="51561"/>
                    </a:lnTo>
                    <a:lnTo>
                      <a:pt x="1468" y="59719"/>
                    </a:lnTo>
                    <a:lnTo>
                      <a:pt x="1791" y="65663"/>
                    </a:lnTo>
                    <a:lnTo>
                      <a:pt x="1915" y="67852"/>
                    </a:lnTo>
                    <a:lnTo>
                      <a:pt x="1990" y="69071"/>
                    </a:lnTo>
                    <a:lnTo>
                      <a:pt x="2065" y="69270"/>
                    </a:lnTo>
                    <a:lnTo>
                      <a:pt x="2214" y="69568"/>
                    </a:lnTo>
                    <a:lnTo>
                      <a:pt x="2438" y="69966"/>
                    </a:lnTo>
                    <a:lnTo>
                      <a:pt x="2761" y="70464"/>
                    </a:lnTo>
                    <a:lnTo>
                      <a:pt x="3607" y="71682"/>
                    </a:lnTo>
                    <a:lnTo>
                      <a:pt x="4726" y="73150"/>
                    </a:lnTo>
                    <a:lnTo>
                      <a:pt x="6044" y="74866"/>
                    </a:lnTo>
                    <a:lnTo>
                      <a:pt x="7537" y="76731"/>
                    </a:lnTo>
                    <a:lnTo>
                      <a:pt x="9153" y="78721"/>
                    </a:lnTo>
                    <a:lnTo>
                      <a:pt x="10845" y="80786"/>
                    </a:lnTo>
                    <a:lnTo>
                      <a:pt x="12611" y="82850"/>
                    </a:lnTo>
                    <a:lnTo>
                      <a:pt x="14376" y="84865"/>
                    </a:lnTo>
                    <a:lnTo>
                      <a:pt x="16093" y="86805"/>
                    </a:lnTo>
                    <a:lnTo>
                      <a:pt x="17734" y="88596"/>
                    </a:lnTo>
                    <a:lnTo>
                      <a:pt x="19251" y="90187"/>
                    </a:lnTo>
                    <a:lnTo>
                      <a:pt x="19948" y="90884"/>
                    </a:lnTo>
                    <a:lnTo>
                      <a:pt x="20619" y="91530"/>
                    </a:lnTo>
                    <a:lnTo>
                      <a:pt x="21216" y="92078"/>
                    </a:lnTo>
                    <a:lnTo>
                      <a:pt x="21764" y="92575"/>
                    </a:lnTo>
                    <a:lnTo>
                      <a:pt x="22261" y="92948"/>
                    </a:lnTo>
                    <a:lnTo>
                      <a:pt x="22684" y="93247"/>
                    </a:lnTo>
                    <a:lnTo>
                      <a:pt x="23057" y="93495"/>
                    </a:lnTo>
                    <a:lnTo>
                      <a:pt x="23480" y="93694"/>
                    </a:lnTo>
                    <a:lnTo>
                      <a:pt x="23903" y="93893"/>
                    </a:lnTo>
                    <a:lnTo>
                      <a:pt x="24325" y="94092"/>
                    </a:lnTo>
                    <a:lnTo>
                      <a:pt x="24773" y="94266"/>
                    </a:lnTo>
                    <a:lnTo>
                      <a:pt x="25221" y="94416"/>
                    </a:lnTo>
                    <a:lnTo>
                      <a:pt x="26116" y="94689"/>
                    </a:lnTo>
                    <a:lnTo>
                      <a:pt x="27036" y="94913"/>
                    </a:lnTo>
                    <a:lnTo>
                      <a:pt x="27957" y="95087"/>
                    </a:lnTo>
                    <a:lnTo>
                      <a:pt x="28852" y="95212"/>
                    </a:lnTo>
                    <a:lnTo>
                      <a:pt x="29723" y="95311"/>
                    </a:lnTo>
                    <a:lnTo>
                      <a:pt x="30543" y="95386"/>
                    </a:lnTo>
                    <a:lnTo>
                      <a:pt x="31290" y="95411"/>
                    </a:lnTo>
                    <a:lnTo>
                      <a:pt x="31961" y="95435"/>
                    </a:lnTo>
                    <a:lnTo>
                      <a:pt x="33379" y="95435"/>
                    </a:lnTo>
                    <a:lnTo>
                      <a:pt x="33702" y="95411"/>
                    </a:lnTo>
                    <a:lnTo>
                      <a:pt x="34001" y="95435"/>
                    </a:lnTo>
                    <a:lnTo>
                      <a:pt x="35418" y="95435"/>
                    </a:lnTo>
                    <a:lnTo>
                      <a:pt x="36090" y="95411"/>
                    </a:lnTo>
                    <a:lnTo>
                      <a:pt x="36861" y="95386"/>
                    </a:lnTo>
                    <a:lnTo>
                      <a:pt x="37657" y="95311"/>
                    </a:lnTo>
                    <a:lnTo>
                      <a:pt x="38527" y="95212"/>
                    </a:lnTo>
                    <a:lnTo>
                      <a:pt x="39423" y="95087"/>
                    </a:lnTo>
                    <a:lnTo>
                      <a:pt x="40343" y="94913"/>
                    </a:lnTo>
                    <a:lnTo>
                      <a:pt x="41263" y="94689"/>
                    </a:lnTo>
                    <a:lnTo>
                      <a:pt x="42184" y="94416"/>
                    </a:lnTo>
                    <a:lnTo>
                      <a:pt x="42631" y="94266"/>
                    </a:lnTo>
                    <a:lnTo>
                      <a:pt x="43054" y="94092"/>
                    </a:lnTo>
                    <a:lnTo>
                      <a:pt x="43502" y="93893"/>
                    </a:lnTo>
                    <a:lnTo>
                      <a:pt x="43925" y="93694"/>
                    </a:lnTo>
                    <a:lnTo>
                      <a:pt x="44323" y="93495"/>
                    </a:lnTo>
                    <a:lnTo>
                      <a:pt x="44721" y="93247"/>
                    </a:lnTo>
                    <a:lnTo>
                      <a:pt x="45143" y="92948"/>
                    </a:lnTo>
                    <a:lnTo>
                      <a:pt x="45616" y="92575"/>
                    </a:lnTo>
                    <a:lnTo>
                      <a:pt x="46163" y="92078"/>
                    </a:lnTo>
                    <a:lnTo>
                      <a:pt x="46785" y="91530"/>
                    </a:lnTo>
                    <a:lnTo>
                      <a:pt x="47432" y="90884"/>
                    </a:lnTo>
                    <a:lnTo>
                      <a:pt x="48128" y="90187"/>
                    </a:lnTo>
                    <a:lnTo>
                      <a:pt x="49645" y="88596"/>
                    </a:lnTo>
                    <a:lnTo>
                      <a:pt x="51287" y="86805"/>
                    </a:lnTo>
                    <a:lnTo>
                      <a:pt x="53028" y="84865"/>
                    </a:lnTo>
                    <a:lnTo>
                      <a:pt x="54769" y="82850"/>
                    </a:lnTo>
                    <a:lnTo>
                      <a:pt x="56535" y="80786"/>
                    </a:lnTo>
                    <a:lnTo>
                      <a:pt x="58251" y="78721"/>
                    </a:lnTo>
                    <a:lnTo>
                      <a:pt x="59868" y="76731"/>
                    </a:lnTo>
                    <a:lnTo>
                      <a:pt x="61360" y="74866"/>
                    </a:lnTo>
                    <a:lnTo>
                      <a:pt x="62678" y="73150"/>
                    </a:lnTo>
                    <a:lnTo>
                      <a:pt x="63773" y="71682"/>
                    </a:lnTo>
                    <a:lnTo>
                      <a:pt x="64618" y="70464"/>
                    </a:lnTo>
                    <a:lnTo>
                      <a:pt x="64942" y="69966"/>
                    </a:lnTo>
                    <a:lnTo>
                      <a:pt x="65191" y="69568"/>
                    </a:lnTo>
                    <a:lnTo>
                      <a:pt x="65340" y="69270"/>
                    </a:lnTo>
                    <a:lnTo>
                      <a:pt x="65390" y="69071"/>
                    </a:lnTo>
                    <a:lnTo>
                      <a:pt x="65489" y="67852"/>
                    </a:lnTo>
                    <a:lnTo>
                      <a:pt x="65613" y="65663"/>
                    </a:lnTo>
                    <a:lnTo>
                      <a:pt x="65937" y="59719"/>
                    </a:lnTo>
                    <a:lnTo>
                      <a:pt x="66335" y="51561"/>
                    </a:lnTo>
                    <a:lnTo>
                      <a:pt x="66633" y="49223"/>
                    </a:lnTo>
                    <a:lnTo>
                      <a:pt x="66882" y="46959"/>
                    </a:lnTo>
                    <a:lnTo>
                      <a:pt x="67081" y="44770"/>
                    </a:lnTo>
                    <a:lnTo>
                      <a:pt x="67205" y="42681"/>
                    </a:lnTo>
                    <a:lnTo>
                      <a:pt x="67305" y="40642"/>
                    </a:lnTo>
                    <a:lnTo>
                      <a:pt x="67379" y="38701"/>
                    </a:lnTo>
                    <a:lnTo>
                      <a:pt x="67379" y="36836"/>
                    </a:lnTo>
                    <a:lnTo>
                      <a:pt x="67354" y="35020"/>
                    </a:lnTo>
                    <a:lnTo>
                      <a:pt x="67305" y="33304"/>
                    </a:lnTo>
                    <a:lnTo>
                      <a:pt x="67230" y="31663"/>
                    </a:lnTo>
                    <a:lnTo>
                      <a:pt x="67106" y="30096"/>
                    </a:lnTo>
                    <a:lnTo>
                      <a:pt x="66956" y="28603"/>
                    </a:lnTo>
                    <a:lnTo>
                      <a:pt x="66807" y="27186"/>
                    </a:lnTo>
                    <a:lnTo>
                      <a:pt x="66633" y="25842"/>
                    </a:lnTo>
                    <a:lnTo>
                      <a:pt x="66434" y="24574"/>
                    </a:lnTo>
                    <a:lnTo>
                      <a:pt x="66235" y="23380"/>
                    </a:lnTo>
                    <a:lnTo>
                      <a:pt x="66011" y="22261"/>
                    </a:lnTo>
                    <a:lnTo>
                      <a:pt x="65787" y="21216"/>
                    </a:lnTo>
                    <a:lnTo>
                      <a:pt x="65539" y="20246"/>
                    </a:lnTo>
                    <a:lnTo>
                      <a:pt x="65315" y="19351"/>
                    </a:lnTo>
                    <a:lnTo>
                      <a:pt x="65091" y="18505"/>
                    </a:lnTo>
                    <a:lnTo>
                      <a:pt x="64867" y="17759"/>
                    </a:lnTo>
                    <a:lnTo>
                      <a:pt x="64444" y="16466"/>
                    </a:lnTo>
                    <a:lnTo>
                      <a:pt x="64071" y="15471"/>
                    </a:lnTo>
                    <a:lnTo>
                      <a:pt x="63773" y="14774"/>
                    </a:lnTo>
                    <a:lnTo>
                      <a:pt x="63499" y="14202"/>
                    </a:lnTo>
                    <a:lnTo>
                      <a:pt x="63002" y="13531"/>
                    </a:lnTo>
                    <a:lnTo>
                      <a:pt x="62479" y="12884"/>
                    </a:lnTo>
                    <a:lnTo>
                      <a:pt x="61957" y="12237"/>
                    </a:lnTo>
                    <a:lnTo>
                      <a:pt x="61410" y="11640"/>
                    </a:lnTo>
                    <a:lnTo>
                      <a:pt x="60888" y="11043"/>
                    </a:lnTo>
                    <a:lnTo>
                      <a:pt x="60316" y="10471"/>
                    </a:lnTo>
                    <a:lnTo>
                      <a:pt x="59744" y="9924"/>
                    </a:lnTo>
                    <a:lnTo>
                      <a:pt x="59171" y="9402"/>
                    </a:lnTo>
                    <a:lnTo>
                      <a:pt x="58599" y="8879"/>
                    </a:lnTo>
                    <a:lnTo>
                      <a:pt x="58002" y="8382"/>
                    </a:lnTo>
                    <a:lnTo>
                      <a:pt x="57430" y="7909"/>
                    </a:lnTo>
                    <a:lnTo>
                      <a:pt x="56833" y="7462"/>
                    </a:lnTo>
                    <a:lnTo>
                      <a:pt x="56212" y="7014"/>
                    </a:lnTo>
                    <a:lnTo>
                      <a:pt x="55615" y="6616"/>
                    </a:lnTo>
                    <a:lnTo>
                      <a:pt x="54993" y="6193"/>
                    </a:lnTo>
                    <a:lnTo>
                      <a:pt x="54371" y="5820"/>
                    </a:lnTo>
                    <a:lnTo>
                      <a:pt x="53774" y="5447"/>
                    </a:lnTo>
                    <a:lnTo>
                      <a:pt x="53152" y="5099"/>
                    </a:lnTo>
                    <a:lnTo>
                      <a:pt x="51909" y="4427"/>
                    </a:lnTo>
                    <a:lnTo>
                      <a:pt x="50665" y="3830"/>
                    </a:lnTo>
                    <a:lnTo>
                      <a:pt x="49422" y="3283"/>
                    </a:lnTo>
                    <a:lnTo>
                      <a:pt x="48203" y="2786"/>
                    </a:lnTo>
                    <a:lnTo>
                      <a:pt x="46984" y="2363"/>
                    </a:lnTo>
                    <a:lnTo>
                      <a:pt x="45790" y="1965"/>
                    </a:lnTo>
                    <a:lnTo>
                      <a:pt x="44621" y="1617"/>
                    </a:lnTo>
                    <a:lnTo>
                      <a:pt x="43502" y="1318"/>
                    </a:lnTo>
                    <a:lnTo>
                      <a:pt x="42408" y="1070"/>
                    </a:lnTo>
                    <a:lnTo>
                      <a:pt x="41338" y="846"/>
                    </a:lnTo>
                    <a:lnTo>
                      <a:pt x="40343" y="647"/>
                    </a:lnTo>
                    <a:lnTo>
                      <a:pt x="39373" y="497"/>
                    </a:lnTo>
                    <a:lnTo>
                      <a:pt x="38478" y="348"/>
                    </a:lnTo>
                    <a:lnTo>
                      <a:pt x="37632" y="249"/>
                    </a:lnTo>
                    <a:lnTo>
                      <a:pt x="36861" y="174"/>
                    </a:lnTo>
                    <a:lnTo>
                      <a:pt x="35543" y="75"/>
                    </a:lnTo>
                    <a:lnTo>
                      <a:pt x="34548" y="25"/>
                    </a:lnTo>
                    <a:lnTo>
                      <a:pt x="33901" y="0"/>
                    </a:lnTo>
                    <a:lnTo>
                      <a:pt x="33702" y="25"/>
                    </a:lnTo>
                    <a:lnTo>
                      <a:pt x="33478" y="0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" name="Google Shape;76;p13"/>
              <p:cNvSpPr/>
              <p:nvPr/>
            </p:nvSpPr>
            <p:spPr>
              <a:xfrm>
                <a:off x="3280198" y="2814976"/>
                <a:ext cx="130777" cy="429256"/>
              </a:xfrm>
              <a:custGeom>
                <a:rect b="b" l="l" r="r" t="t"/>
                <a:pathLst>
                  <a:path extrusionOk="0" h="20820" w="6343">
                    <a:moveTo>
                      <a:pt x="3681" y="1"/>
                    </a:moveTo>
                    <a:lnTo>
                      <a:pt x="3432" y="51"/>
                    </a:lnTo>
                    <a:lnTo>
                      <a:pt x="3209" y="125"/>
                    </a:lnTo>
                    <a:lnTo>
                      <a:pt x="2960" y="250"/>
                    </a:lnTo>
                    <a:lnTo>
                      <a:pt x="2736" y="399"/>
                    </a:lnTo>
                    <a:lnTo>
                      <a:pt x="2512" y="548"/>
                    </a:lnTo>
                    <a:lnTo>
                      <a:pt x="2313" y="747"/>
                    </a:lnTo>
                    <a:lnTo>
                      <a:pt x="2089" y="946"/>
                    </a:lnTo>
                    <a:lnTo>
                      <a:pt x="1691" y="1394"/>
                    </a:lnTo>
                    <a:lnTo>
                      <a:pt x="1318" y="1891"/>
                    </a:lnTo>
                    <a:lnTo>
                      <a:pt x="995" y="2389"/>
                    </a:lnTo>
                    <a:lnTo>
                      <a:pt x="696" y="2886"/>
                    </a:lnTo>
                    <a:lnTo>
                      <a:pt x="473" y="3359"/>
                    </a:lnTo>
                    <a:lnTo>
                      <a:pt x="124" y="4080"/>
                    </a:lnTo>
                    <a:lnTo>
                      <a:pt x="0" y="4354"/>
                    </a:lnTo>
                    <a:lnTo>
                      <a:pt x="398" y="20819"/>
                    </a:lnTo>
                    <a:lnTo>
                      <a:pt x="3756" y="16964"/>
                    </a:lnTo>
                    <a:lnTo>
                      <a:pt x="3930" y="16392"/>
                    </a:lnTo>
                    <a:lnTo>
                      <a:pt x="4402" y="14900"/>
                    </a:lnTo>
                    <a:lnTo>
                      <a:pt x="4701" y="13880"/>
                    </a:lnTo>
                    <a:lnTo>
                      <a:pt x="4999" y="12736"/>
                    </a:lnTo>
                    <a:lnTo>
                      <a:pt x="5323" y="11467"/>
                    </a:lnTo>
                    <a:lnTo>
                      <a:pt x="5621" y="10149"/>
                    </a:lnTo>
                    <a:lnTo>
                      <a:pt x="5895" y="8781"/>
                    </a:lnTo>
                    <a:lnTo>
                      <a:pt x="6119" y="7413"/>
                    </a:lnTo>
                    <a:lnTo>
                      <a:pt x="6193" y="6717"/>
                    </a:lnTo>
                    <a:lnTo>
                      <a:pt x="6268" y="6070"/>
                    </a:lnTo>
                    <a:lnTo>
                      <a:pt x="6318" y="5398"/>
                    </a:lnTo>
                    <a:lnTo>
                      <a:pt x="6342" y="4776"/>
                    </a:lnTo>
                    <a:lnTo>
                      <a:pt x="6342" y="4155"/>
                    </a:lnTo>
                    <a:lnTo>
                      <a:pt x="6318" y="3583"/>
                    </a:lnTo>
                    <a:lnTo>
                      <a:pt x="6243" y="3035"/>
                    </a:lnTo>
                    <a:lnTo>
                      <a:pt x="6168" y="2513"/>
                    </a:lnTo>
                    <a:lnTo>
                      <a:pt x="6044" y="2040"/>
                    </a:lnTo>
                    <a:lnTo>
                      <a:pt x="5870" y="1618"/>
                    </a:lnTo>
                    <a:lnTo>
                      <a:pt x="5696" y="1220"/>
                    </a:lnTo>
                    <a:lnTo>
                      <a:pt x="5571" y="1046"/>
                    </a:lnTo>
                    <a:lnTo>
                      <a:pt x="5447" y="896"/>
                    </a:lnTo>
                    <a:lnTo>
                      <a:pt x="5198" y="623"/>
                    </a:lnTo>
                    <a:lnTo>
                      <a:pt x="4950" y="399"/>
                    </a:lnTo>
                    <a:lnTo>
                      <a:pt x="4676" y="225"/>
                    </a:lnTo>
                    <a:lnTo>
                      <a:pt x="4427" y="100"/>
                    </a:lnTo>
                    <a:lnTo>
                      <a:pt x="4179" y="26"/>
                    </a:lnTo>
                    <a:lnTo>
                      <a:pt x="3930" y="1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" name="Google Shape;77;p13"/>
              <p:cNvSpPr/>
              <p:nvPr/>
            </p:nvSpPr>
            <p:spPr>
              <a:xfrm>
                <a:off x="1846395" y="2814976"/>
                <a:ext cx="131292" cy="429256"/>
              </a:xfrm>
              <a:custGeom>
                <a:rect b="b" l="l" r="r" t="t"/>
                <a:pathLst>
                  <a:path extrusionOk="0" h="20820" w="6368">
                    <a:moveTo>
                      <a:pt x="2413" y="1"/>
                    </a:moveTo>
                    <a:lnTo>
                      <a:pt x="2164" y="26"/>
                    </a:lnTo>
                    <a:lnTo>
                      <a:pt x="1915" y="100"/>
                    </a:lnTo>
                    <a:lnTo>
                      <a:pt x="1667" y="225"/>
                    </a:lnTo>
                    <a:lnTo>
                      <a:pt x="1418" y="399"/>
                    </a:lnTo>
                    <a:lnTo>
                      <a:pt x="1169" y="623"/>
                    </a:lnTo>
                    <a:lnTo>
                      <a:pt x="895" y="896"/>
                    </a:lnTo>
                    <a:lnTo>
                      <a:pt x="771" y="1046"/>
                    </a:lnTo>
                    <a:lnTo>
                      <a:pt x="672" y="1220"/>
                    </a:lnTo>
                    <a:lnTo>
                      <a:pt x="473" y="1618"/>
                    </a:lnTo>
                    <a:lnTo>
                      <a:pt x="323" y="2040"/>
                    </a:lnTo>
                    <a:lnTo>
                      <a:pt x="199" y="2513"/>
                    </a:lnTo>
                    <a:lnTo>
                      <a:pt x="100" y="3035"/>
                    </a:lnTo>
                    <a:lnTo>
                      <a:pt x="50" y="3583"/>
                    </a:lnTo>
                    <a:lnTo>
                      <a:pt x="25" y="4155"/>
                    </a:lnTo>
                    <a:lnTo>
                      <a:pt x="0" y="4776"/>
                    </a:lnTo>
                    <a:lnTo>
                      <a:pt x="25" y="5398"/>
                    </a:lnTo>
                    <a:lnTo>
                      <a:pt x="75" y="6070"/>
                    </a:lnTo>
                    <a:lnTo>
                      <a:pt x="149" y="6717"/>
                    </a:lnTo>
                    <a:lnTo>
                      <a:pt x="224" y="7413"/>
                    </a:lnTo>
                    <a:lnTo>
                      <a:pt x="448" y="8781"/>
                    </a:lnTo>
                    <a:lnTo>
                      <a:pt x="721" y="10149"/>
                    </a:lnTo>
                    <a:lnTo>
                      <a:pt x="1020" y="11467"/>
                    </a:lnTo>
                    <a:lnTo>
                      <a:pt x="1343" y="12736"/>
                    </a:lnTo>
                    <a:lnTo>
                      <a:pt x="1642" y="13880"/>
                    </a:lnTo>
                    <a:lnTo>
                      <a:pt x="1940" y="14900"/>
                    </a:lnTo>
                    <a:lnTo>
                      <a:pt x="2413" y="16392"/>
                    </a:lnTo>
                    <a:lnTo>
                      <a:pt x="2587" y="16964"/>
                    </a:lnTo>
                    <a:lnTo>
                      <a:pt x="5945" y="20819"/>
                    </a:lnTo>
                    <a:lnTo>
                      <a:pt x="6367" y="4354"/>
                    </a:lnTo>
                    <a:lnTo>
                      <a:pt x="6243" y="4080"/>
                    </a:lnTo>
                    <a:lnTo>
                      <a:pt x="5895" y="3359"/>
                    </a:lnTo>
                    <a:lnTo>
                      <a:pt x="5646" y="2886"/>
                    </a:lnTo>
                    <a:lnTo>
                      <a:pt x="5348" y="2389"/>
                    </a:lnTo>
                    <a:lnTo>
                      <a:pt x="5024" y="1891"/>
                    </a:lnTo>
                    <a:lnTo>
                      <a:pt x="4651" y="1394"/>
                    </a:lnTo>
                    <a:lnTo>
                      <a:pt x="4253" y="946"/>
                    </a:lnTo>
                    <a:lnTo>
                      <a:pt x="4054" y="747"/>
                    </a:lnTo>
                    <a:lnTo>
                      <a:pt x="3830" y="548"/>
                    </a:lnTo>
                    <a:lnTo>
                      <a:pt x="3607" y="399"/>
                    </a:lnTo>
                    <a:lnTo>
                      <a:pt x="3383" y="250"/>
                    </a:lnTo>
                    <a:lnTo>
                      <a:pt x="3134" y="125"/>
                    </a:lnTo>
                    <a:lnTo>
                      <a:pt x="2910" y="51"/>
                    </a:lnTo>
                    <a:lnTo>
                      <a:pt x="2661" y="1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13"/>
              <p:cNvSpPr/>
              <p:nvPr/>
            </p:nvSpPr>
            <p:spPr>
              <a:xfrm>
                <a:off x="2155101" y="3728805"/>
                <a:ext cx="947683" cy="464121"/>
              </a:xfrm>
              <a:custGeom>
                <a:rect b="b" l="l" r="r" t="t"/>
                <a:pathLst>
                  <a:path extrusionOk="0" h="22511" w="45965">
                    <a:moveTo>
                      <a:pt x="1294" y="1"/>
                    </a:moveTo>
                    <a:lnTo>
                      <a:pt x="697" y="3682"/>
                    </a:lnTo>
                    <a:lnTo>
                      <a:pt x="348" y="5671"/>
                    </a:lnTo>
                    <a:lnTo>
                      <a:pt x="0" y="7661"/>
                    </a:lnTo>
                    <a:lnTo>
                      <a:pt x="1766" y="9751"/>
                    </a:lnTo>
                    <a:lnTo>
                      <a:pt x="3532" y="11815"/>
                    </a:lnTo>
                    <a:lnTo>
                      <a:pt x="5273" y="13755"/>
                    </a:lnTo>
                    <a:lnTo>
                      <a:pt x="6940" y="15571"/>
                    </a:lnTo>
                    <a:lnTo>
                      <a:pt x="8482" y="17187"/>
                    </a:lnTo>
                    <a:lnTo>
                      <a:pt x="9203" y="17909"/>
                    </a:lnTo>
                    <a:lnTo>
                      <a:pt x="9875" y="18555"/>
                    </a:lnTo>
                    <a:lnTo>
                      <a:pt x="10471" y="19127"/>
                    </a:lnTo>
                    <a:lnTo>
                      <a:pt x="11044" y="19600"/>
                    </a:lnTo>
                    <a:lnTo>
                      <a:pt x="11516" y="19998"/>
                    </a:lnTo>
                    <a:lnTo>
                      <a:pt x="11964" y="20296"/>
                    </a:lnTo>
                    <a:lnTo>
                      <a:pt x="12337" y="20545"/>
                    </a:lnTo>
                    <a:lnTo>
                      <a:pt x="12760" y="20744"/>
                    </a:lnTo>
                    <a:lnTo>
                      <a:pt x="13183" y="20968"/>
                    </a:lnTo>
                    <a:lnTo>
                      <a:pt x="13605" y="21142"/>
                    </a:lnTo>
                    <a:lnTo>
                      <a:pt x="14053" y="21316"/>
                    </a:lnTo>
                    <a:lnTo>
                      <a:pt x="14501" y="21465"/>
                    </a:lnTo>
                    <a:lnTo>
                      <a:pt x="15396" y="21739"/>
                    </a:lnTo>
                    <a:lnTo>
                      <a:pt x="16316" y="21963"/>
                    </a:lnTo>
                    <a:lnTo>
                      <a:pt x="17237" y="22137"/>
                    </a:lnTo>
                    <a:lnTo>
                      <a:pt x="18132" y="22261"/>
                    </a:lnTo>
                    <a:lnTo>
                      <a:pt x="19003" y="22361"/>
                    </a:lnTo>
                    <a:lnTo>
                      <a:pt x="19823" y="22435"/>
                    </a:lnTo>
                    <a:lnTo>
                      <a:pt x="20570" y="22460"/>
                    </a:lnTo>
                    <a:lnTo>
                      <a:pt x="21241" y="22485"/>
                    </a:lnTo>
                    <a:lnTo>
                      <a:pt x="21838" y="22510"/>
                    </a:lnTo>
                    <a:lnTo>
                      <a:pt x="22659" y="22485"/>
                    </a:lnTo>
                    <a:lnTo>
                      <a:pt x="22982" y="22460"/>
                    </a:lnTo>
                    <a:lnTo>
                      <a:pt x="23281" y="22485"/>
                    </a:lnTo>
                    <a:lnTo>
                      <a:pt x="24126" y="22510"/>
                    </a:lnTo>
                    <a:lnTo>
                      <a:pt x="24698" y="22485"/>
                    </a:lnTo>
                    <a:lnTo>
                      <a:pt x="25370" y="22460"/>
                    </a:lnTo>
                    <a:lnTo>
                      <a:pt x="26141" y="22435"/>
                    </a:lnTo>
                    <a:lnTo>
                      <a:pt x="26937" y="22361"/>
                    </a:lnTo>
                    <a:lnTo>
                      <a:pt x="27807" y="22261"/>
                    </a:lnTo>
                    <a:lnTo>
                      <a:pt x="28703" y="22137"/>
                    </a:lnTo>
                    <a:lnTo>
                      <a:pt x="29623" y="21963"/>
                    </a:lnTo>
                    <a:lnTo>
                      <a:pt x="30543" y="21739"/>
                    </a:lnTo>
                    <a:lnTo>
                      <a:pt x="31464" y="21465"/>
                    </a:lnTo>
                    <a:lnTo>
                      <a:pt x="31911" y="21316"/>
                    </a:lnTo>
                    <a:lnTo>
                      <a:pt x="32334" y="21142"/>
                    </a:lnTo>
                    <a:lnTo>
                      <a:pt x="32782" y="20968"/>
                    </a:lnTo>
                    <a:lnTo>
                      <a:pt x="33205" y="20744"/>
                    </a:lnTo>
                    <a:lnTo>
                      <a:pt x="33603" y="20545"/>
                    </a:lnTo>
                    <a:lnTo>
                      <a:pt x="34001" y="20296"/>
                    </a:lnTo>
                    <a:lnTo>
                      <a:pt x="34423" y="19998"/>
                    </a:lnTo>
                    <a:lnTo>
                      <a:pt x="34921" y="19600"/>
                    </a:lnTo>
                    <a:lnTo>
                      <a:pt x="35468" y="19127"/>
                    </a:lnTo>
                    <a:lnTo>
                      <a:pt x="36090" y="18555"/>
                    </a:lnTo>
                    <a:lnTo>
                      <a:pt x="36737" y="17909"/>
                    </a:lnTo>
                    <a:lnTo>
                      <a:pt x="37458" y="17187"/>
                    </a:lnTo>
                    <a:lnTo>
                      <a:pt x="39000" y="15571"/>
                    </a:lnTo>
                    <a:lnTo>
                      <a:pt x="40666" y="13755"/>
                    </a:lnTo>
                    <a:lnTo>
                      <a:pt x="42407" y="11815"/>
                    </a:lnTo>
                    <a:lnTo>
                      <a:pt x="44173" y="9751"/>
                    </a:lnTo>
                    <a:lnTo>
                      <a:pt x="45964" y="7661"/>
                    </a:lnTo>
                    <a:lnTo>
                      <a:pt x="45591" y="5671"/>
                    </a:lnTo>
                    <a:lnTo>
                      <a:pt x="45243" y="3682"/>
                    </a:lnTo>
                    <a:lnTo>
                      <a:pt x="44646" y="1"/>
                    </a:lnTo>
                    <a:lnTo>
                      <a:pt x="43029" y="1891"/>
                    </a:lnTo>
                    <a:lnTo>
                      <a:pt x="41437" y="3707"/>
                    </a:lnTo>
                    <a:lnTo>
                      <a:pt x="39871" y="5423"/>
                    </a:lnTo>
                    <a:lnTo>
                      <a:pt x="38403" y="6990"/>
                    </a:lnTo>
                    <a:lnTo>
                      <a:pt x="37060" y="8383"/>
                    </a:lnTo>
                    <a:lnTo>
                      <a:pt x="36438" y="9004"/>
                    </a:lnTo>
                    <a:lnTo>
                      <a:pt x="35841" y="9576"/>
                    </a:lnTo>
                    <a:lnTo>
                      <a:pt x="35319" y="10049"/>
                    </a:lnTo>
                    <a:lnTo>
                      <a:pt x="34821" y="10472"/>
                    </a:lnTo>
                    <a:lnTo>
                      <a:pt x="34374" y="10820"/>
                    </a:lnTo>
                    <a:lnTo>
                      <a:pt x="34001" y="11094"/>
                    </a:lnTo>
                    <a:lnTo>
                      <a:pt x="33603" y="11342"/>
                    </a:lnTo>
                    <a:lnTo>
                      <a:pt x="33205" y="11541"/>
                    </a:lnTo>
                    <a:lnTo>
                      <a:pt x="32782" y="11740"/>
                    </a:lnTo>
                    <a:lnTo>
                      <a:pt x="32334" y="11939"/>
                    </a:lnTo>
                    <a:lnTo>
                      <a:pt x="31911" y="12113"/>
                    </a:lnTo>
                    <a:lnTo>
                      <a:pt x="31464" y="12263"/>
                    </a:lnTo>
                    <a:lnTo>
                      <a:pt x="30543" y="12536"/>
                    </a:lnTo>
                    <a:lnTo>
                      <a:pt x="29623" y="12760"/>
                    </a:lnTo>
                    <a:lnTo>
                      <a:pt x="28703" y="12934"/>
                    </a:lnTo>
                    <a:lnTo>
                      <a:pt x="27807" y="13059"/>
                    </a:lnTo>
                    <a:lnTo>
                      <a:pt x="26937" y="13158"/>
                    </a:lnTo>
                    <a:lnTo>
                      <a:pt x="26141" y="13233"/>
                    </a:lnTo>
                    <a:lnTo>
                      <a:pt x="25370" y="13258"/>
                    </a:lnTo>
                    <a:lnTo>
                      <a:pt x="24698" y="13282"/>
                    </a:lnTo>
                    <a:lnTo>
                      <a:pt x="23281" y="13282"/>
                    </a:lnTo>
                    <a:lnTo>
                      <a:pt x="22982" y="13258"/>
                    </a:lnTo>
                    <a:lnTo>
                      <a:pt x="22659" y="13282"/>
                    </a:lnTo>
                    <a:lnTo>
                      <a:pt x="21241" y="13282"/>
                    </a:lnTo>
                    <a:lnTo>
                      <a:pt x="20570" y="13258"/>
                    </a:lnTo>
                    <a:lnTo>
                      <a:pt x="19823" y="13233"/>
                    </a:lnTo>
                    <a:lnTo>
                      <a:pt x="19003" y="13158"/>
                    </a:lnTo>
                    <a:lnTo>
                      <a:pt x="18132" y="13059"/>
                    </a:lnTo>
                    <a:lnTo>
                      <a:pt x="17237" y="12934"/>
                    </a:lnTo>
                    <a:lnTo>
                      <a:pt x="16316" y="12760"/>
                    </a:lnTo>
                    <a:lnTo>
                      <a:pt x="15396" y="12536"/>
                    </a:lnTo>
                    <a:lnTo>
                      <a:pt x="14501" y="12263"/>
                    </a:lnTo>
                    <a:lnTo>
                      <a:pt x="14053" y="12113"/>
                    </a:lnTo>
                    <a:lnTo>
                      <a:pt x="13605" y="11939"/>
                    </a:lnTo>
                    <a:lnTo>
                      <a:pt x="13183" y="11740"/>
                    </a:lnTo>
                    <a:lnTo>
                      <a:pt x="12760" y="11541"/>
                    </a:lnTo>
                    <a:lnTo>
                      <a:pt x="12337" y="11342"/>
                    </a:lnTo>
                    <a:lnTo>
                      <a:pt x="11964" y="11094"/>
                    </a:lnTo>
                    <a:lnTo>
                      <a:pt x="11566" y="10820"/>
                    </a:lnTo>
                    <a:lnTo>
                      <a:pt x="11143" y="10472"/>
                    </a:lnTo>
                    <a:lnTo>
                      <a:pt x="10646" y="10049"/>
                    </a:lnTo>
                    <a:lnTo>
                      <a:pt x="10098" y="9576"/>
                    </a:lnTo>
                    <a:lnTo>
                      <a:pt x="9526" y="9004"/>
                    </a:lnTo>
                    <a:lnTo>
                      <a:pt x="8880" y="8383"/>
                    </a:lnTo>
                    <a:lnTo>
                      <a:pt x="7537" y="6990"/>
                    </a:lnTo>
                    <a:lnTo>
                      <a:pt x="6069" y="5423"/>
                    </a:lnTo>
                    <a:lnTo>
                      <a:pt x="4527" y="3707"/>
                    </a:lnTo>
                    <a:lnTo>
                      <a:pt x="2910" y="1891"/>
                    </a:lnTo>
                    <a:lnTo>
                      <a:pt x="129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13"/>
              <p:cNvSpPr/>
              <p:nvPr/>
            </p:nvSpPr>
            <p:spPr>
              <a:xfrm>
                <a:off x="2097661" y="2136021"/>
                <a:ext cx="1062049" cy="738993"/>
              </a:xfrm>
              <a:custGeom>
                <a:rect b="b" l="l" r="r" t="t"/>
                <a:pathLst>
                  <a:path extrusionOk="0" h="35843" w="51512">
                    <a:moveTo>
                      <a:pt x="24450" y="1"/>
                    </a:moveTo>
                    <a:lnTo>
                      <a:pt x="23530" y="51"/>
                    </a:lnTo>
                    <a:lnTo>
                      <a:pt x="22410" y="125"/>
                    </a:lnTo>
                    <a:lnTo>
                      <a:pt x="21067" y="274"/>
                    </a:lnTo>
                    <a:lnTo>
                      <a:pt x="20346" y="399"/>
                    </a:lnTo>
                    <a:lnTo>
                      <a:pt x="19600" y="523"/>
                    </a:lnTo>
                    <a:lnTo>
                      <a:pt x="18804" y="672"/>
                    </a:lnTo>
                    <a:lnTo>
                      <a:pt x="17983" y="847"/>
                    </a:lnTo>
                    <a:lnTo>
                      <a:pt x="17162" y="1046"/>
                    </a:lnTo>
                    <a:lnTo>
                      <a:pt x="16292" y="1269"/>
                    </a:lnTo>
                    <a:lnTo>
                      <a:pt x="15421" y="1543"/>
                    </a:lnTo>
                    <a:lnTo>
                      <a:pt x="14526" y="1841"/>
                    </a:lnTo>
                    <a:lnTo>
                      <a:pt x="13606" y="2190"/>
                    </a:lnTo>
                    <a:lnTo>
                      <a:pt x="12710" y="2563"/>
                    </a:lnTo>
                    <a:lnTo>
                      <a:pt x="11790" y="2986"/>
                    </a:lnTo>
                    <a:lnTo>
                      <a:pt x="10895" y="3433"/>
                    </a:lnTo>
                    <a:lnTo>
                      <a:pt x="9974" y="3931"/>
                    </a:lnTo>
                    <a:lnTo>
                      <a:pt x="9079" y="4478"/>
                    </a:lnTo>
                    <a:lnTo>
                      <a:pt x="8208" y="5100"/>
                    </a:lnTo>
                    <a:lnTo>
                      <a:pt x="7338" y="5746"/>
                    </a:lnTo>
                    <a:lnTo>
                      <a:pt x="6492" y="6443"/>
                    </a:lnTo>
                    <a:lnTo>
                      <a:pt x="5671" y="7189"/>
                    </a:lnTo>
                    <a:lnTo>
                      <a:pt x="5273" y="7587"/>
                    </a:lnTo>
                    <a:lnTo>
                      <a:pt x="4875" y="8010"/>
                    </a:lnTo>
                    <a:lnTo>
                      <a:pt x="4478" y="8433"/>
                    </a:lnTo>
                    <a:lnTo>
                      <a:pt x="4104" y="8880"/>
                    </a:lnTo>
                    <a:lnTo>
                      <a:pt x="3731" y="9328"/>
                    </a:lnTo>
                    <a:lnTo>
                      <a:pt x="3383" y="9801"/>
                    </a:lnTo>
                    <a:lnTo>
                      <a:pt x="3010" y="10298"/>
                    </a:lnTo>
                    <a:lnTo>
                      <a:pt x="2687" y="10796"/>
                    </a:lnTo>
                    <a:lnTo>
                      <a:pt x="2339" y="11318"/>
                    </a:lnTo>
                    <a:lnTo>
                      <a:pt x="2040" y="11865"/>
                    </a:lnTo>
                    <a:lnTo>
                      <a:pt x="1717" y="12412"/>
                    </a:lnTo>
                    <a:lnTo>
                      <a:pt x="1418" y="12984"/>
                    </a:lnTo>
                    <a:lnTo>
                      <a:pt x="1070" y="13755"/>
                    </a:lnTo>
                    <a:lnTo>
                      <a:pt x="772" y="14502"/>
                    </a:lnTo>
                    <a:lnTo>
                      <a:pt x="523" y="15273"/>
                    </a:lnTo>
                    <a:lnTo>
                      <a:pt x="299" y="16019"/>
                    </a:lnTo>
                    <a:lnTo>
                      <a:pt x="150" y="16765"/>
                    </a:lnTo>
                    <a:lnTo>
                      <a:pt x="50" y="17536"/>
                    </a:lnTo>
                    <a:lnTo>
                      <a:pt x="1" y="18282"/>
                    </a:lnTo>
                    <a:lnTo>
                      <a:pt x="25" y="19028"/>
                    </a:lnTo>
                    <a:lnTo>
                      <a:pt x="75" y="19774"/>
                    </a:lnTo>
                    <a:lnTo>
                      <a:pt x="175" y="20496"/>
                    </a:lnTo>
                    <a:lnTo>
                      <a:pt x="324" y="21242"/>
                    </a:lnTo>
                    <a:lnTo>
                      <a:pt x="548" y="21963"/>
                    </a:lnTo>
                    <a:lnTo>
                      <a:pt x="796" y="22685"/>
                    </a:lnTo>
                    <a:lnTo>
                      <a:pt x="1120" y="23431"/>
                    </a:lnTo>
                    <a:lnTo>
                      <a:pt x="1468" y="24127"/>
                    </a:lnTo>
                    <a:lnTo>
                      <a:pt x="1891" y="24848"/>
                    </a:lnTo>
                    <a:lnTo>
                      <a:pt x="2289" y="25445"/>
                    </a:lnTo>
                    <a:lnTo>
                      <a:pt x="2687" y="26017"/>
                    </a:lnTo>
                    <a:lnTo>
                      <a:pt x="3134" y="26589"/>
                    </a:lnTo>
                    <a:lnTo>
                      <a:pt x="3607" y="27162"/>
                    </a:lnTo>
                    <a:lnTo>
                      <a:pt x="4129" y="27709"/>
                    </a:lnTo>
                    <a:lnTo>
                      <a:pt x="4652" y="28231"/>
                    </a:lnTo>
                    <a:lnTo>
                      <a:pt x="5199" y="28753"/>
                    </a:lnTo>
                    <a:lnTo>
                      <a:pt x="5796" y="29251"/>
                    </a:lnTo>
                    <a:lnTo>
                      <a:pt x="6393" y="29748"/>
                    </a:lnTo>
                    <a:lnTo>
                      <a:pt x="7039" y="30221"/>
                    </a:lnTo>
                    <a:lnTo>
                      <a:pt x="7686" y="30669"/>
                    </a:lnTo>
                    <a:lnTo>
                      <a:pt x="8358" y="31116"/>
                    </a:lnTo>
                    <a:lnTo>
                      <a:pt x="9054" y="31564"/>
                    </a:lnTo>
                    <a:lnTo>
                      <a:pt x="9750" y="31962"/>
                    </a:lnTo>
                    <a:lnTo>
                      <a:pt x="10472" y="32360"/>
                    </a:lnTo>
                    <a:lnTo>
                      <a:pt x="11218" y="32733"/>
                    </a:lnTo>
                    <a:lnTo>
                      <a:pt x="11989" y="33081"/>
                    </a:lnTo>
                    <a:lnTo>
                      <a:pt x="12760" y="33429"/>
                    </a:lnTo>
                    <a:lnTo>
                      <a:pt x="13556" y="33753"/>
                    </a:lnTo>
                    <a:lnTo>
                      <a:pt x="14352" y="34051"/>
                    </a:lnTo>
                    <a:lnTo>
                      <a:pt x="15148" y="34325"/>
                    </a:lnTo>
                    <a:lnTo>
                      <a:pt x="15969" y="34574"/>
                    </a:lnTo>
                    <a:lnTo>
                      <a:pt x="16814" y="34797"/>
                    </a:lnTo>
                    <a:lnTo>
                      <a:pt x="17635" y="35021"/>
                    </a:lnTo>
                    <a:lnTo>
                      <a:pt x="18481" y="35195"/>
                    </a:lnTo>
                    <a:lnTo>
                      <a:pt x="19326" y="35369"/>
                    </a:lnTo>
                    <a:lnTo>
                      <a:pt x="20197" y="35519"/>
                    </a:lnTo>
                    <a:lnTo>
                      <a:pt x="21042" y="35618"/>
                    </a:lnTo>
                    <a:lnTo>
                      <a:pt x="21888" y="35718"/>
                    </a:lnTo>
                    <a:lnTo>
                      <a:pt x="22759" y="35792"/>
                    </a:lnTo>
                    <a:lnTo>
                      <a:pt x="23629" y="35817"/>
                    </a:lnTo>
                    <a:lnTo>
                      <a:pt x="24475" y="35842"/>
                    </a:lnTo>
                    <a:lnTo>
                      <a:pt x="25097" y="35817"/>
                    </a:lnTo>
                    <a:lnTo>
                      <a:pt x="25694" y="35817"/>
                    </a:lnTo>
                    <a:lnTo>
                      <a:pt x="25768" y="35792"/>
                    </a:lnTo>
                    <a:lnTo>
                      <a:pt x="25843" y="35817"/>
                    </a:lnTo>
                    <a:lnTo>
                      <a:pt x="26440" y="35817"/>
                    </a:lnTo>
                    <a:lnTo>
                      <a:pt x="27037" y="35842"/>
                    </a:lnTo>
                    <a:lnTo>
                      <a:pt x="27907" y="35817"/>
                    </a:lnTo>
                    <a:lnTo>
                      <a:pt x="28753" y="35792"/>
                    </a:lnTo>
                    <a:lnTo>
                      <a:pt x="29623" y="35718"/>
                    </a:lnTo>
                    <a:lnTo>
                      <a:pt x="30469" y="35618"/>
                    </a:lnTo>
                    <a:lnTo>
                      <a:pt x="31340" y="35519"/>
                    </a:lnTo>
                    <a:lnTo>
                      <a:pt x="32185" y="35369"/>
                    </a:lnTo>
                    <a:lnTo>
                      <a:pt x="33031" y="35195"/>
                    </a:lnTo>
                    <a:lnTo>
                      <a:pt x="33877" y="35021"/>
                    </a:lnTo>
                    <a:lnTo>
                      <a:pt x="34722" y="34797"/>
                    </a:lnTo>
                    <a:lnTo>
                      <a:pt x="35543" y="34574"/>
                    </a:lnTo>
                    <a:lnTo>
                      <a:pt x="36364" y="34325"/>
                    </a:lnTo>
                    <a:lnTo>
                      <a:pt x="37185" y="34051"/>
                    </a:lnTo>
                    <a:lnTo>
                      <a:pt x="37981" y="33753"/>
                    </a:lnTo>
                    <a:lnTo>
                      <a:pt x="38752" y="33429"/>
                    </a:lnTo>
                    <a:lnTo>
                      <a:pt x="39523" y="33081"/>
                    </a:lnTo>
                    <a:lnTo>
                      <a:pt x="40294" y="32733"/>
                    </a:lnTo>
                    <a:lnTo>
                      <a:pt x="41040" y="32360"/>
                    </a:lnTo>
                    <a:lnTo>
                      <a:pt x="41761" y="31962"/>
                    </a:lnTo>
                    <a:lnTo>
                      <a:pt x="42482" y="31564"/>
                    </a:lnTo>
                    <a:lnTo>
                      <a:pt x="43179" y="31116"/>
                    </a:lnTo>
                    <a:lnTo>
                      <a:pt x="43850" y="30693"/>
                    </a:lnTo>
                    <a:lnTo>
                      <a:pt x="44497" y="30221"/>
                    </a:lnTo>
                    <a:lnTo>
                      <a:pt x="45119" y="29748"/>
                    </a:lnTo>
                    <a:lnTo>
                      <a:pt x="45716" y="29251"/>
                    </a:lnTo>
                    <a:lnTo>
                      <a:pt x="46313" y="28753"/>
                    </a:lnTo>
                    <a:lnTo>
                      <a:pt x="46860" y="28231"/>
                    </a:lnTo>
                    <a:lnTo>
                      <a:pt x="47407" y="27709"/>
                    </a:lnTo>
                    <a:lnTo>
                      <a:pt x="47905" y="27162"/>
                    </a:lnTo>
                    <a:lnTo>
                      <a:pt x="48377" y="26589"/>
                    </a:lnTo>
                    <a:lnTo>
                      <a:pt x="48825" y="26017"/>
                    </a:lnTo>
                    <a:lnTo>
                      <a:pt x="49248" y="25445"/>
                    </a:lnTo>
                    <a:lnTo>
                      <a:pt x="49621" y="24848"/>
                    </a:lnTo>
                    <a:lnTo>
                      <a:pt x="50044" y="24152"/>
                    </a:lnTo>
                    <a:lnTo>
                      <a:pt x="50417" y="23431"/>
                    </a:lnTo>
                    <a:lnTo>
                      <a:pt x="50715" y="22709"/>
                    </a:lnTo>
                    <a:lnTo>
                      <a:pt x="50989" y="21963"/>
                    </a:lnTo>
                    <a:lnTo>
                      <a:pt x="51188" y="21242"/>
                    </a:lnTo>
                    <a:lnTo>
                      <a:pt x="51337" y="20496"/>
                    </a:lnTo>
                    <a:lnTo>
                      <a:pt x="51461" y="19774"/>
                    </a:lnTo>
                    <a:lnTo>
                      <a:pt x="51511" y="19028"/>
                    </a:lnTo>
                    <a:lnTo>
                      <a:pt x="51511" y="18282"/>
                    </a:lnTo>
                    <a:lnTo>
                      <a:pt x="51461" y="17536"/>
                    </a:lnTo>
                    <a:lnTo>
                      <a:pt x="51362" y="16765"/>
                    </a:lnTo>
                    <a:lnTo>
                      <a:pt x="51213" y="16019"/>
                    </a:lnTo>
                    <a:lnTo>
                      <a:pt x="51014" y="15273"/>
                    </a:lnTo>
                    <a:lnTo>
                      <a:pt x="50765" y="14502"/>
                    </a:lnTo>
                    <a:lnTo>
                      <a:pt x="50442" y="13755"/>
                    </a:lnTo>
                    <a:lnTo>
                      <a:pt x="50093" y="12984"/>
                    </a:lnTo>
                    <a:lnTo>
                      <a:pt x="49795" y="12412"/>
                    </a:lnTo>
                    <a:lnTo>
                      <a:pt x="49496" y="11865"/>
                    </a:lnTo>
                    <a:lnTo>
                      <a:pt x="49173" y="11318"/>
                    </a:lnTo>
                    <a:lnTo>
                      <a:pt x="48850" y="10796"/>
                    </a:lnTo>
                    <a:lnTo>
                      <a:pt x="48502" y="10298"/>
                    </a:lnTo>
                    <a:lnTo>
                      <a:pt x="48153" y="9801"/>
                    </a:lnTo>
                    <a:lnTo>
                      <a:pt x="47780" y="9328"/>
                    </a:lnTo>
                    <a:lnTo>
                      <a:pt x="47407" y="8880"/>
                    </a:lnTo>
                    <a:lnTo>
                      <a:pt x="47034" y="8433"/>
                    </a:lnTo>
                    <a:lnTo>
                      <a:pt x="46661" y="8010"/>
                    </a:lnTo>
                    <a:lnTo>
                      <a:pt x="46263" y="7587"/>
                    </a:lnTo>
                    <a:lnTo>
                      <a:pt x="45865" y="7189"/>
                    </a:lnTo>
                    <a:lnTo>
                      <a:pt x="45044" y="6443"/>
                    </a:lnTo>
                    <a:lnTo>
                      <a:pt x="44174" y="5746"/>
                    </a:lnTo>
                    <a:lnTo>
                      <a:pt x="43328" y="5100"/>
                    </a:lnTo>
                    <a:lnTo>
                      <a:pt x="42433" y="4478"/>
                    </a:lnTo>
                    <a:lnTo>
                      <a:pt x="41537" y="3931"/>
                    </a:lnTo>
                    <a:lnTo>
                      <a:pt x="40642" y="3433"/>
                    </a:lnTo>
                    <a:lnTo>
                      <a:pt x="39722" y="2986"/>
                    </a:lnTo>
                    <a:lnTo>
                      <a:pt x="38826" y="2563"/>
                    </a:lnTo>
                    <a:lnTo>
                      <a:pt x="37906" y="2190"/>
                    </a:lnTo>
                    <a:lnTo>
                      <a:pt x="37011" y="1841"/>
                    </a:lnTo>
                    <a:lnTo>
                      <a:pt x="36115" y="1543"/>
                    </a:lnTo>
                    <a:lnTo>
                      <a:pt x="35220" y="1269"/>
                    </a:lnTo>
                    <a:lnTo>
                      <a:pt x="34374" y="1046"/>
                    </a:lnTo>
                    <a:lnTo>
                      <a:pt x="33528" y="847"/>
                    </a:lnTo>
                    <a:lnTo>
                      <a:pt x="32708" y="672"/>
                    </a:lnTo>
                    <a:lnTo>
                      <a:pt x="31912" y="523"/>
                    </a:lnTo>
                    <a:lnTo>
                      <a:pt x="31166" y="399"/>
                    </a:lnTo>
                    <a:lnTo>
                      <a:pt x="30444" y="274"/>
                    </a:lnTo>
                    <a:lnTo>
                      <a:pt x="29126" y="125"/>
                    </a:lnTo>
                    <a:lnTo>
                      <a:pt x="27982" y="51"/>
                    </a:lnTo>
                    <a:lnTo>
                      <a:pt x="2706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13"/>
              <p:cNvSpPr/>
              <p:nvPr/>
            </p:nvSpPr>
            <p:spPr>
              <a:xfrm>
                <a:off x="2636107" y="2307826"/>
                <a:ext cx="421030" cy="461028"/>
              </a:xfrm>
              <a:custGeom>
                <a:rect b="b" l="l" r="r" t="t"/>
                <a:pathLst>
                  <a:path extrusionOk="0" h="22361" w="20421">
                    <a:moveTo>
                      <a:pt x="14874" y="0"/>
                    </a:moveTo>
                    <a:lnTo>
                      <a:pt x="14899" y="274"/>
                    </a:lnTo>
                    <a:lnTo>
                      <a:pt x="14899" y="572"/>
                    </a:lnTo>
                    <a:lnTo>
                      <a:pt x="14874" y="871"/>
                    </a:lnTo>
                    <a:lnTo>
                      <a:pt x="14799" y="1144"/>
                    </a:lnTo>
                    <a:lnTo>
                      <a:pt x="14725" y="1443"/>
                    </a:lnTo>
                    <a:lnTo>
                      <a:pt x="14625" y="1716"/>
                    </a:lnTo>
                    <a:lnTo>
                      <a:pt x="14526" y="1965"/>
                    </a:lnTo>
                    <a:lnTo>
                      <a:pt x="14377" y="2214"/>
                    </a:lnTo>
                    <a:lnTo>
                      <a:pt x="14153" y="2537"/>
                    </a:lnTo>
                    <a:lnTo>
                      <a:pt x="14775" y="2736"/>
                    </a:lnTo>
                    <a:lnTo>
                      <a:pt x="15347" y="2960"/>
                    </a:lnTo>
                    <a:lnTo>
                      <a:pt x="15919" y="3258"/>
                    </a:lnTo>
                    <a:lnTo>
                      <a:pt x="16441" y="3582"/>
                    </a:lnTo>
                    <a:lnTo>
                      <a:pt x="16938" y="3930"/>
                    </a:lnTo>
                    <a:lnTo>
                      <a:pt x="17411" y="4328"/>
                    </a:lnTo>
                    <a:lnTo>
                      <a:pt x="17834" y="4751"/>
                    </a:lnTo>
                    <a:lnTo>
                      <a:pt x="18207" y="5223"/>
                    </a:lnTo>
                    <a:lnTo>
                      <a:pt x="18257" y="5348"/>
                    </a:lnTo>
                    <a:lnTo>
                      <a:pt x="18257" y="5472"/>
                    </a:lnTo>
                    <a:lnTo>
                      <a:pt x="18232" y="5596"/>
                    </a:lnTo>
                    <a:lnTo>
                      <a:pt x="18132" y="5721"/>
                    </a:lnTo>
                    <a:lnTo>
                      <a:pt x="18033" y="5771"/>
                    </a:lnTo>
                    <a:lnTo>
                      <a:pt x="17834" y="5771"/>
                    </a:lnTo>
                    <a:lnTo>
                      <a:pt x="17759" y="5746"/>
                    </a:lnTo>
                    <a:lnTo>
                      <a:pt x="17685" y="5696"/>
                    </a:lnTo>
                    <a:lnTo>
                      <a:pt x="17635" y="5621"/>
                    </a:lnTo>
                    <a:lnTo>
                      <a:pt x="17262" y="5198"/>
                    </a:lnTo>
                    <a:lnTo>
                      <a:pt x="16864" y="4776"/>
                    </a:lnTo>
                    <a:lnTo>
                      <a:pt x="16416" y="4403"/>
                    </a:lnTo>
                    <a:lnTo>
                      <a:pt x="15919" y="4079"/>
                    </a:lnTo>
                    <a:lnTo>
                      <a:pt x="15396" y="3781"/>
                    </a:lnTo>
                    <a:lnTo>
                      <a:pt x="14849" y="3507"/>
                    </a:lnTo>
                    <a:lnTo>
                      <a:pt x="14252" y="3308"/>
                    </a:lnTo>
                    <a:lnTo>
                      <a:pt x="13655" y="3134"/>
                    </a:lnTo>
                    <a:lnTo>
                      <a:pt x="13158" y="3607"/>
                    </a:lnTo>
                    <a:lnTo>
                      <a:pt x="12660" y="4079"/>
                    </a:lnTo>
                    <a:lnTo>
                      <a:pt x="12461" y="4253"/>
                    </a:lnTo>
                    <a:lnTo>
                      <a:pt x="11989" y="4676"/>
                    </a:lnTo>
                    <a:lnTo>
                      <a:pt x="11566" y="5149"/>
                    </a:lnTo>
                    <a:lnTo>
                      <a:pt x="11367" y="5373"/>
                    </a:lnTo>
                    <a:lnTo>
                      <a:pt x="11168" y="5646"/>
                    </a:lnTo>
                    <a:lnTo>
                      <a:pt x="11019" y="5895"/>
                    </a:lnTo>
                    <a:lnTo>
                      <a:pt x="10895" y="6169"/>
                    </a:lnTo>
                    <a:lnTo>
                      <a:pt x="10820" y="6367"/>
                    </a:lnTo>
                    <a:lnTo>
                      <a:pt x="10770" y="6591"/>
                    </a:lnTo>
                    <a:lnTo>
                      <a:pt x="10696" y="7014"/>
                    </a:lnTo>
                    <a:lnTo>
                      <a:pt x="10646" y="7462"/>
                    </a:lnTo>
                    <a:lnTo>
                      <a:pt x="10621" y="7934"/>
                    </a:lnTo>
                    <a:lnTo>
                      <a:pt x="10621" y="8009"/>
                    </a:lnTo>
                    <a:lnTo>
                      <a:pt x="11143" y="8059"/>
                    </a:lnTo>
                    <a:lnTo>
                      <a:pt x="11666" y="8158"/>
                    </a:lnTo>
                    <a:lnTo>
                      <a:pt x="12188" y="8332"/>
                    </a:lnTo>
                    <a:lnTo>
                      <a:pt x="12660" y="8531"/>
                    </a:lnTo>
                    <a:lnTo>
                      <a:pt x="13108" y="8805"/>
                    </a:lnTo>
                    <a:lnTo>
                      <a:pt x="13506" y="9103"/>
                    </a:lnTo>
                    <a:lnTo>
                      <a:pt x="13705" y="9278"/>
                    </a:lnTo>
                    <a:lnTo>
                      <a:pt x="13879" y="9477"/>
                    </a:lnTo>
                    <a:lnTo>
                      <a:pt x="14053" y="9651"/>
                    </a:lnTo>
                    <a:lnTo>
                      <a:pt x="14203" y="9874"/>
                    </a:lnTo>
                    <a:lnTo>
                      <a:pt x="14277" y="9999"/>
                    </a:lnTo>
                    <a:lnTo>
                      <a:pt x="14277" y="10123"/>
                    </a:lnTo>
                    <a:lnTo>
                      <a:pt x="14227" y="10272"/>
                    </a:lnTo>
                    <a:lnTo>
                      <a:pt x="14128" y="10372"/>
                    </a:lnTo>
                    <a:lnTo>
                      <a:pt x="14028" y="10422"/>
                    </a:lnTo>
                    <a:lnTo>
                      <a:pt x="13854" y="10422"/>
                    </a:lnTo>
                    <a:lnTo>
                      <a:pt x="13755" y="10397"/>
                    </a:lnTo>
                    <a:lnTo>
                      <a:pt x="13705" y="10347"/>
                    </a:lnTo>
                    <a:lnTo>
                      <a:pt x="13630" y="10272"/>
                    </a:lnTo>
                    <a:lnTo>
                      <a:pt x="13357" y="9949"/>
                    </a:lnTo>
                    <a:lnTo>
                      <a:pt x="13034" y="9651"/>
                    </a:lnTo>
                    <a:lnTo>
                      <a:pt x="12685" y="9377"/>
                    </a:lnTo>
                    <a:lnTo>
                      <a:pt x="12312" y="9153"/>
                    </a:lnTo>
                    <a:lnTo>
                      <a:pt x="11914" y="8979"/>
                    </a:lnTo>
                    <a:lnTo>
                      <a:pt x="11467" y="8855"/>
                    </a:lnTo>
                    <a:lnTo>
                      <a:pt x="11044" y="8755"/>
                    </a:lnTo>
                    <a:lnTo>
                      <a:pt x="10571" y="8705"/>
                    </a:lnTo>
                    <a:lnTo>
                      <a:pt x="10546" y="9054"/>
                    </a:lnTo>
                    <a:lnTo>
                      <a:pt x="10472" y="9427"/>
                    </a:lnTo>
                    <a:lnTo>
                      <a:pt x="10397" y="9750"/>
                    </a:lnTo>
                    <a:lnTo>
                      <a:pt x="10273" y="10049"/>
                    </a:lnTo>
                    <a:lnTo>
                      <a:pt x="10123" y="10347"/>
                    </a:lnTo>
                    <a:lnTo>
                      <a:pt x="9949" y="10646"/>
                    </a:lnTo>
                    <a:lnTo>
                      <a:pt x="9750" y="10919"/>
                    </a:lnTo>
                    <a:lnTo>
                      <a:pt x="9527" y="11193"/>
                    </a:lnTo>
                    <a:lnTo>
                      <a:pt x="9278" y="11466"/>
                    </a:lnTo>
                    <a:lnTo>
                      <a:pt x="9029" y="11715"/>
                    </a:lnTo>
                    <a:lnTo>
                      <a:pt x="9228" y="12063"/>
                    </a:lnTo>
                    <a:lnTo>
                      <a:pt x="9452" y="12411"/>
                    </a:lnTo>
                    <a:lnTo>
                      <a:pt x="9726" y="12735"/>
                    </a:lnTo>
                    <a:lnTo>
                      <a:pt x="10024" y="13033"/>
                    </a:lnTo>
                    <a:lnTo>
                      <a:pt x="10347" y="13332"/>
                    </a:lnTo>
                    <a:lnTo>
                      <a:pt x="10696" y="13580"/>
                    </a:lnTo>
                    <a:lnTo>
                      <a:pt x="11069" y="13829"/>
                    </a:lnTo>
                    <a:lnTo>
                      <a:pt x="11467" y="14028"/>
                    </a:lnTo>
                    <a:lnTo>
                      <a:pt x="11591" y="14128"/>
                    </a:lnTo>
                    <a:lnTo>
                      <a:pt x="11666" y="14252"/>
                    </a:lnTo>
                    <a:lnTo>
                      <a:pt x="11666" y="14376"/>
                    </a:lnTo>
                    <a:lnTo>
                      <a:pt x="11641" y="14526"/>
                    </a:lnTo>
                    <a:lnTo>
                      <a:pt x="11591" y="14600"/>
                    </a:lnTo>
                    <a:lnTo>
                      <a:pt x="11516" y="14675"/>
                    </a:lnTo>
                    <a:lnTo>
                      <a:pt x="11417" y="14700"/>
                    </a:lnTo>
                    <a:lnTo>
                      <a:pt x="11317" y="14725"/>
                    </a:lnTo>
                    <a:lnTo>
                      <a:pt x="11243" y="14700"/>
                    </a:lnTo>
                    <a:lnTo>
                      <a:pt x="11168" y="14675"/>
                    </a:lnTo>
                    <a:lnTo>
                      <a:pt x="10745" y="14451"/>
                    </a:lnTo>
                    <a:lnTo>
                      <a:pt x="10322" y="14202"/>
                    </a:lnTo>
                    <a:lnTo>
                      <a:pt x="9949" y="13904"/>
                    </a:lnTo>
                    <a:lnTo>
                      <a:pt x="9576" y="13605"/>
                    </a:lnTo>
                    <a:lnTo>
                      <a:pt x="9253" y="13257"/>
                    </a:lnTo>
                    <a:lnTo>
                      <a:pt x="8954" y="12909"/>
                    </a:lnTo>
                    <a:lnTo>
                      <a:pt x="8681" y="12536"/>
                    </a:lnTo>
                    <a:lnTo>
                      <a:pt x="8457" y="12138"/>
                    </a:lnTo>
                    <a:lnTo>
                      <a:pt x="8159" y="12337"/>
                    </a:lnTo>
                    <a:lnTo>
                      <a:pt x="7835" y="12511"/>
                    </a:lnTo>
                    <a:lnTo>
                      <a:pt x="7537" y="12660"/>
                    </a:lnTo>
                    <a:lnTo>
                      <a:pt x="7213" y="12785"/>
                    </a:lnTo>
                    <a:lnTo>
                      <a:pt x="6865" y="12909"/>
                    </a:lnTo>
                    <a:lnTo>
                      <a:pt x="6517" y="13008"/>
                    </a:lnTo>
                    <a:lnTo>
                      <a:pt x="6169" y="13083"/>
                    </a:lnTo>
                    <a:lnTo>
                      <a:pt x="5821" y="13133"/>
                    </a:lnTo>
                    <a:lnTo>
                      <a:pt x="5721" y="13307"/>
                    </a:lnTo>
                    <a:lnTo>
                      <a:pt x="5597" y="13481"/>
                    </a:lnTo>
                    <a:lnTo>
                      <a:pt x="5447" y="13655"/>
                    </a:lnTo>
                    <a:lnTo>
                      <a:pt x="5298" y="13804"/>
                    </a:lnTo>
                    <a:lnTo>
                      <a:pt x="5124" y="13954"/>
                    </a:lnTo>
                    <a:lnTo>
                      <a:pt x="4950" y="14103"/>
                    </a:lnTo>
                    <a:lnTo>
                      <a:pt x="4751" y="14227"/>
                    </a:lnTo>
                    <a:lnTo>
                      <a:pt x="4527" y="14327"/>
                    </a:lnTo>
                    <a:lnTo>
                      <a:pt x="4104" y="14501"/>
                    </a:lnTo>
                    <a:lnTo>
                      <a:pt x="3632" y="14625"/>
                    </a:lnTo>
                    <a:lnTo>
                      <a:pt x="3134" y="14700"/>
                    </a:lnTo>
                    <a:lnTo>
                      <a:pt x="2612" y="14725"/>
                    </a:lnTo>
                    <a:lnTo>
                      <a:pt x="2139" y="14725"/>
                    </a:lnTo>
                    <a:lnTo>
                      <a:pt x="1791" y="14700"/>
                    </a:lnTo>
                    <a:lnTo>
                      <a:pt x="1443" y="14650"/>
                    </a:lnTo>
                    <a:lnTo>
                      <a:pt x="1145" y="14575"/>
                    </a:lnTo>
                    <a:lnTo>
                      <a:pt x="821" y="14501"/>
                    </a:lnTo>
                    <a:lnTo>
                      <a:pt x="548" y="14401"/>
                    </a:lnTo>
                    <a:lnTo>
                      <a:pt x="274" y="14277"/>
                    </a:lnTo>
                    <a:lnTo>
                      <a:pt x="0" y="14153"/>
                    </a:lnTo>
                    <a:lnTo>
                      <a:pt x="0" y="14501"/>
                    </a:lnTo>
                    <a:lnTo>
                      <a:pt x="0" y="14849"/>
                    </a:lnTo>
                    <a:lnTo>
                      <a:pt x="25" y="15222"/>
                    </a:lnTo>
                    <a:lnTo>
                      <a:pt x="75" y="15570"/>
                    </a:lnTo>
                    <a:lnTo>
                      <a:pt x="150" y="15918"/>
                    </a:lnTo>
                    <a:lnTo>
                      <a:pt x="175" y="15943"/>
                    </a:lnTo>
                    <a:lnTo>
                      <a:pt x="349" y="16192"/>
                    </a:lnTo>
                    <a:lnTo>
                      <a:pt x="523" y="16441"/>
                    </a:lnTo>
                    <a:lnTo>
                      <a:pt x="722" y="16640"/>
                    </a:lnTo>
                    <a:lnTo>
                      <a:pt x="946" y="16864"/>
                    </a:lnTo>
                    <a:lnTo>
                      <a:pt x="1169" y="17038"/>
                    </a:lnTo>
                    <a:lnTo>
                      <a:pt x="1393" y="17212"/>
                    </a:lnTo>
                    <a:lnTo>
                      <a:pt x="1642" y="17386"/>
                    </a:lnTo>
                    <a:lnTo>
                      <a:pt x="1891" y="17510"/>
                    </a:lnTo>
                    <a:lnTo>
                      <a:pt x="2139" y="17635"/>
                    </a:lnTo>
                    <a:lnTo>
                      <a:pt x="2388" y="17734"/>
                    </a:lnTo>
                    <a:lnTo>
                      <a:pt x="2662" y="17834"/>
                    </a:lnTo>
                    <a:lnTo>
                      <a:pt x="2910" y="17883"/>
                    </a:lnTo>
                    <a:lnTo>
                      <a:pt x="3184" y="17933"/>
                    </a:lnTo>
                    <a:lnTo>
                      <a:pt x="3458" y="17958"/>
                    </a:lnTo>
                    <a:lnTo>
                      <a:pt x="4129" y="17958"/>
                    </a:lnTo>
                    <a:lnTo>
                      <a:pt x="4229" y="18033"/>
                    </a:lnTo>
                    <a:lnTo>
                      <a:pt x="4328" y="18132"/>
                    </a:lnTo>
                    <a:lnTo>
                      <a:pt x="4378" y="18256"/>
                    </a:lnTo>
                    <a:lnTo>
                      <a:pt x="4353" y="18406"/>
                    </a:lnTo>
                    <a:lnTo>
                      <a:pt x="4303" y="18530"/>
                    </a:lnTo>
                    <a:lnTo>
                      <a:pt x="4204" y="18605"/>
                    </a:lnTo>
                    <a:lnTo>
                      <a:pt x="4055" y="18654"/>
                    </a:lnTo>
                    <a:lnTo>
                      <a:pt x="3607" y="18679"/>
                    </a:lnTo>
                    <a:lnTo>
                      <a:pt x="3209" y="18654"/>
                    </a:lnTo>
                    <a:lnTo>
                      <a:pt x="2836" y="18605"/>
                    </a:lnTo>
                    <a:lnTo>
                      <a:pt x="2463" y="18530"/>
                    </a:lnTo>
                    <a:lnTo>
                      <a:pt x="2115" y="18406"/>
                    </a:lnTo>
                    <a:lnTo>
                      <a:pt x="1741" y="18256"/>
                    </a:lnTo>
                    <a:lnTo>
                      <a:pt x="1393" y="18082"/>
                    </a:lnTo>
                    <a:lnTo>
                      <a:pt x="1070" y="17859"/>
                    </a:lnTo>
                    <a:lnTo>
                      <a:pt x="747" y="17610"/>
                    </a:lnTo>
                    <a:lnTo>
                      <a:pt x="995" y="18107"/>
                    </a:lnTo>
                    <a:lnTo>
                      <a:pt x="1294" y="18555"/>
                    </a:lnTo>
                    <a:lnTo>
                      <a:pt x="1617" y="19003"/>
                    </a:lnTo>
                    <a:lnTo>
                      <a:pt x="1965" y="19425"/>
                    </a:lnTo>
                    <a:lnTo>
                      <a:pt x="2363" y="19823"/>
                    </a:lnTo>
                    <a:lnTo>
                      <a:pt x="2786" y="20197"/>
                    </a:lnTo>
                    <a:lnTo>
                      <a:pt x="3234" y="20570"/>
                    </a:lnTo>
                    <a:lnTo>
                      <a:pt x="3706" y="20893"/>
                    </a:lnTo>
                    <a:lnTo>
                      <a:pt x="4179" y="21191"/>
                    </a:lnTo>
                    <a:lnTo>
                      <a:pt x="4701" y="21465"/>
                    </a:lnTo>
                    <a:lnTo>
                      <a:pt x="5248" y="21689"/>
                    </a:lnTo>
                    <a:lnTo>
                      <a:pt x="5796" y="21888"/>
                    </a:lnTo>
                    <a:lnTo>
                      <a:pt x="6368" y="22062"/>
                    </a:lnTo>
                    <a:lnTo>
                      <a:pt x="6940" y="22211"/>
                    </a:lnTo>
                    <a:lnTo>
                      <a:pt x="7562" y="22286"/>
                    </a:lnTo>
                    <a:lnTo>
                      <a:pt x="8159" y="22360"/>
                    </a:lnTo>
                    <a:lnTo>
                      <a:pt x="8208" y="22360"/>
                    </a:lnTo>
                    <a:lnTo>
                      <a:pt x="8034" y="22211"/>
                    </a:lnTo>
                    <a:lnTo>
                      <a:pt x="7885" y="22087"/>
                    </a:lnTo>
                    <a:lnTo>
                      <a:pt x="7711" y="21838"/>
                    </a:lnTo>
                    <a:lnTo>
                      <a:pt x="7562" y="21589"/>
                    </a:lnTo>
                    <a:lnTo>
                      <a:pt x="7462" y="21341"/>
                    </a:lnTo>
                    <a:lnTo>
                      <a:pt x="7388" y="21067"/>
                    </a:lnTo>
                    <a:lnTo>
                      <a:pt x="7338" y="20793"/>
                    </a:lnTo>
                    <a:lnTo>
                      <a:pt x="7338" y="20520"/>
                    </a:lnTo>
                    <a:lnTo>
                      <a:pt x="7363" y="20246"/>
                    </a:lnTo>
                    <a:lnTo>
                      <a:pt x="7437" y="19973"/>
                    </a:lnTo>
                    <a:lnTo>
                      <a:pt x="7512" y="19848"/>
                    </a:lnTo>
                    <a:lnTo>
                      <a:pt x="7611" y="19749"/>
                    </a:lnTo>
                    <a:lnTo>
                      <a:pt x="7736" y="19724"/>
                    </a:lnTo>
                    <a:lnTo>
                      <a:pt x="7810" y="19724"/>
                    </a:lnTo>
                    <a:lnTo>
                      <a:pt x="7885" y="19749"/>
                    </a:lnTo>
                    <a:lnTo>
                      <a:pt x="8009" y="19799"/>
                    </a:lnTo>
                    <a:lnTo>
                      <a:pt x="8084" y="19923"/>
                    </a:lnTo>
                    <a:lnTo>
                      <a:pt x="8134" y="20047"/>
                    </a:lnTo>
                    <a:lnTo>
                      <a:pt x="8109" y="20172"/>
                    </a:lnTo>
                    <a:lnTo>
                      <a:pt x="8059" y="20371"/>
                    </a:lnTo>
                    <a:lnTo>
                      <a:pt x="8059" y="20545"/>
                    </a:lnTo>
                    <a:lnTo>
                      <a:pt x="8059" y="20744"/>
                    </a:lnTo>
                    <a:lnTo>
                      <a:pt x="8084" y="20918"/>
                    </a:lnTo>
                    <a:lnTo>
                      <a:pt x="8134" y="21117"/>
                    </a:lnTo>
                    <a:lnTo>
                      <a:pt x="8208" y="21291"/>
                    </a:lnTo>
                    <a:lnTo>
                      <a:pt x="8308" y="21440"/>
                    </a:lnTo>
                    <a:lnTo>
                      <a:pt x="8432" y="21614"/>
                    </a:lnTo>
                    <a:lnTo>
                      <a:pt x="8606" y="21788"/>
                    </a:lnTo>
                    <a:lnTo>
                      <a:pt x="8780" y="21913"/>
                    </a:lnTo>
                    <a:lnTo>
                      <a:pt x="8954" y="22012"/>
                    </a:lnTo>
                    <a:lnTo>
                      <a:pt x="9153" y="22112"/>
                    </a:lnTo>
                    <a:lnTo>
                      <a:pt x="9352" y="22161"/>
                    </a:lnTo>
                    <a:lnTo>
                      <a:pt x="9551" y="22211"/>
                    </a:lnTo>
                    <a:lnTo>
                      <a:pt x="9900" y="22261"/>
                    </a:lnTo>
                    <a:lnTo>
                      <a:pt x="10621" y="22137"/>
                    </a:lnTo>
                    <a:lnTo>
                      <a:pt x="11292" y="21962"/>
                    </a:lnTo>
                    <a:lnTo>
                      <a:pt x="11989" y="21739"/>
                    </a:lnTo>
                    <a:lnTo>
                      <a:pt x="12636" y="21490"/>
                    </a:lnTo>
                    <a:lnTo>
                      <a:pt x="13282" y="21191"/>
                    </a:lnTo>
                    <a:lnTo>
                      <a:pt x="13879" y="20843"/>
                    </a:lnTo>
                    <a:lnTo>
                      <a:pt x="14476" y="20445"/>
                    </a:lnTo>
                    <a:lnTo>
                      <a:pt x="15023" y="20022"/>
                    </a:lnTo>
                    <a:lnTo>
                      <a:pt x="14650" y="19948"/>
                    </a:lnTo>
                    <a:lnTo>
                      <a:pt x="14277" y="19873"/>
                    </a:lnTo>
                    <a:lnTo>
                      <a:pt x="13904" y="19749"/>
                    </a:lnTo>
                    <a:lnTo>
                      <a:pt x="13556" y="19624"/>
                    </a:lnTo>
                    <a:lnTo>
                      <a:pt x="13232" y="19450"/>
                    </a:lnTo>
                    <a:lnTo>
                      <a:pt x="12909" y="19251"/>
                    </a:lnTo>
                    <a:lnTo>
                      <a:pt x="12611" y="19052"/>
                    </a:lnTo>
                    <a:lnTo>
                      <a:pt x="12337" y="18804"/>
                    </a:lnTo>
                    <a:lnTo>
                      <a:pt x="12262" y="18704"/>
                    </a:lnTo>
                    <a:lnTo>
                      <a:pt x="12238" y="18555"/>
                    </a:lnTo>
                    <a:lnTo>
                      <a:pt x="12262" y="18431"/>
                    </a:lnTo>
                    <a:lnTo>
                      <a:pt x="12337" y="18306"/>
                    </a:lnTo>
                    <a:lnTo>
                      <a:pt x="12437" y="18232"/>
                    </a:lnTo>
                    <a:lnTo>
                      <a:pt x="12586" y="18207"/>
                    </a:lnTo>
                    <a:lnTo>
                      <a:pt x="12710" y="18232"/>
                    </a:lnTo>
                    <a:lnTo>
                      <a:pt x="12835" y="18281"/>
                    </a:lnTo>
                    <a:lnTo>
                      <a:pt x="13133" y="18555"/>
                    </a:lnTo>
                    <a:lnTo>
                      <a:pt x="13481" y="18779"/>
                    </a:lnTo>
                    <a:lnTo>
                      <a:pt x="13854" y="18953"/>
                    </a:lnTo>
                    <a:lnTo>
                      <a:pt x="14252" y="19127"/>
                    </a:lnTo>
                    <a:lnTo>
                      <a:pt x="14650" y="19227"/>
                    </a:lnTo>
                    <a:lnTo>
                      <a:pt x="15073" y="19326"/>
                    </a:lnTo>
                    <a:lnTo>
                      <a:pt x="15521" y="19351"/>
                    </a:lnTo>
                    <a:lnTo>
                      <a:pt x="16068" y="19351"/>
                    </a:lnTo>
                    <a:lnTo>
                      <a:pt x="16416" y="19227"/>
                    </a:lnTo>
                    <a:lnTo>
                      <a:pt x="16789" y="19077"/>
                    </a:lnTo>
                    <a:lnTo>
                      <a:pt x="17137" y="18903"/>
                    </a:lnTo>
                    <a:lnTo>
                      <a:pt x="17461" y="18704"/>
                    </a:lnTo>
                    <a:lnTo>
                      <a:pt x="17784" y="18505"/>
                    </a:lnTo>
                    <a:lnTo>
                      <a:pt x="18083" y="18306"/>
                    </a:lnTo>
                    <a:lnTo>
                      <a:pt x="18381" y="18058"/>
                    </a:lnTo>
                    <a:lnTo>
                      <a:pt x="18655" y="17834"/>
                    </a:lnTo>
                    <a:lnTo>
                      <a:pt x="18903" y="17560"/>
                    </a:lnTo>
                    <a:lnTo>
                      <a:pt x="19152" y="17311"/>
                    </a:lnTo>
                    <a:lnTo>
                      <a:pt x="19351" y="17038"/>
                    </a:lnTo>
                    <a:lnTo>
                      <a:pt x="19575" y="16739"/>
                    </a:lnTo>
                    <a:lnTo>
                      <a:pt x="19749" y="16441"/>
                    </a:lnTo>
                    <a:lnTo>
                      <a:pt x="19923" y="16142"/>
                    </a:lnTo>
                    <a:lnTo>
                      <a:pt x="20048" y="15819"/>
                    </a:lnTo>
                    <a:lnTo>
                      <a:pt x="20172" y="15496"/>
                    </a:lnTo>
                    <a:lnTo>
                      <a:pt x="20246" y="15247"/>
                    </a:lnTo>
                    <a:lnTo>
                      <a:pt x="20321" y="14998"/>
                    </a:lnTo>
                    <a:lnTo>
                      <a:pt x="20396" y="14476"/>
                    </a:lnTo>
                    <a:lnTo>
                      <a:pt x="20147" y="14700"/>
                    </a:lnTo>
                    <a:lnTo>
                      <a:pt x="19849" y="14899"/>
                    </a:lnTo>
                    <a:lnTo>
                      <a:pt x="19525" y="15098"/>
                    </a:lnTo>
                    <a:lnTo>
                      <a:pt x="19202" y="15247"/>
                    </a:lnTo>
                    <a:lnTo>
                      <a:pt x="18754" y="15421"/>
                    </a:lnTo>
                    <a:lnTo>
                      <a:pt x="18306" y="15521"/>
                    </a:lnTo>
                    <a:lnTo>
                      <a:pt x="17859" y="15595"/>
                    </a:lnTo>
                    <a:lnTo>
                      <a:pt x="17386" y="15620"/>
                    </a:lnTo>
                    <a:lnTo>
                      <a:pt x="17113" y="15620"/>
                    </a:lnTo>
                    <a:lnTo>
                      <a:pt x="16814" y="15570"/>
                    </a:lnTo>
                    <a:lnTo>
                      <a:pt x="16516" y="15545"/>
                    </a:lnTo>
                    <a:lnTo>
                      <a:pt x="16242" y="15471"/>
                    </a:lnTo>
                    <a:lnTo>
                      <a:pt x="16118" y="15396"/>
                    </a:lnTo>
                    <a:lnTo>
                      <a:pt x="16018" y="15297"/>
                    </a:lnTo>
                    <a:lnTo>
                      <a:pt x="15968" y="15172"/>
                    </a:lnTo>
                    <a:lnTo>
                      <a:pt x="15993" y="15023"/>
                    </a:lnTo>
                    <a:lnTo>
                      <a:pt x="16043" y="14899"/>
                    </a:lnTo>
                    <a:lnTo>
                      <a:pt x="16143" y="14824"/>
                    </a:lnTo>
                    <a:lnTo>
                      <a:pt x="16267" y="14774"/>
                    </a:lnTo>
                    <a:lnTo>
                      <a:pt x="16416" y="14774"/>
                    </a:lnTo>
                    <a:lnTo>
                      <a:pt x="16739" y="14849"/>
                    </a:lnTo>
                    <a:lnTo>
                      <a:pt x="17038" y="14899"/>
                    </a:lnTo>
                    <a:lnTo>
                      <a:pt x="17685" y="14899"/>
                    </a:lnTo>
                    <a:lnTo>
                      <a:pt x="18008" y="14849"/>
                    </a:lnTo>
                    <a:lnTo>
                      <a:pt x="18306" y="14799"/>
                    </a:lnTo>
                    <a:lnTo>
                      <a:pt x="18605" y="14700"/>
                    </a:lnTo>
                    <a:lnTo>
                      <a:pt x="18903" y="14600"/>
                    </a:lnTo>
                    <a:lnTo>
                      <a:pt x="19177" y="14476"/>
                    </a:lnTo>
                    <a:lnTo>
                      <a:pt x="19426" y="14327"/>
                    </a:lnTo>
                    <a:lnTo>
                      <a:pt x="19650" y="14177"/>
                    </a:lnTo>
                    <a:lnTo>
                      <a:pt x="19849" y="14003"/>
                    </a:lnTo>
                    <a:lnTo>
                      <a:pt x="20023" y="13829"/>
                    </a:lnTo>
                    <a:lnTo>
                      <a:pt x="20172" y="13630"/>
                    </a:lnTo>
                    <a:lnTo>
                      <a:pt x="20321" y="13431"/>
                    </a:lnTo>
                    <a:lnTo>
                      <a:pt x="20421" y="13232"/>
                    </a:lnTo>
                    <a:lnTo>
                      <a:pt x="20371" y="12834"/>
                    </a:lnTo>
                    <a:lnTo>
                      <a:pt x="20271" y="12461"/>
                    </a:lnTo>
                    <a:lnTo>
                      <a:pt x="20172" y="12088"/>
                    </a:lnTo>
                    <a:lnTo>
                      <a:pt x="20023" y="11740"/>
                    </a:lnTo>
                    <a:lnTo>
                      <a:pt x="19873" y="11392"/>
                    </a:lnTo>
                    <a:lnTo>
                      <a:pt x="19674" y="11068"/>
                    </a:lnTo>
                    <a:lnTo>
                      <a:pt x="19475" y="10745"/>
                    </a:lnTo>
                    <a:lnTo>
                      <a:pt x="19227" y="10422"/>
                    </a:lnTo>
                    <a:lnTo>
                      <a:pt x="18729" y="11019"/>
                    </a:lnTo>
                    <a:lnTo>
                      <a:pt x="18456" y="11292"/>
                    </a:lnTo>
                    <a:lnTo>
                      <a:pt x="18157" y="11591"/>
                    </a:lnTo>
                    <a:lnTo>
                      <a:pt x="17834" y="11839"/>
                    </a:lnTo>
                    <a:lnTo>
                      <a:pt x="17511" y="12088"/>
                    </a:lnTo>
                    <a:lnTo>
                      <a:pt x="17162" y="12312"/>
                    </a:lnTo>
                    <a:lnTo>
                      <a:pt x="16764" y="12511"/>
                    </a:lnTo>
                    <a:lnTo>
                      <a:pt x="16317" y="12685"/>
                    </a:lnTo>
                    <a:lnTo>
                      <a:pt x="15819" y="12834"/>
                    </a:lnTo>
                    <a:lnTo>
                      <a:pt x="15297" y="12934"/>
                    </a:lnTo>
                    <a:lnTo>
                      <a:pt x="15048" y="12959"/>
                    </a:lnTo>
                    <a:lnTo>
                      <a:pt x="14675" y="12959"/>
                    </a:lnTo>
                    <a:lnTo>
                      <a:pt x="14650" y="13332"/>
                    </a:lnTo>
                    <a:lnTo>
                      <a:pt x="14600" y="13705"/>
                    </a:lnTo>
                    <a:lnTo>
                      <a:pt x="14501" y="14078"/>
                    </a:lnTo>
                    <a:lnTo>
                      <a:pt x="14377" y="14451"/>
                    </a:lnTo>
                    <a:lnTo>
                      <a:pt x="14203" y="14799"/>
                    </a:lnTo>
                    <a:lnTo>
                      <a:pt x="14004" y="15147"/>
                    </a:lnTo>
                    <a:lnTo>
                      <a:pt x="13780" y="15471"/>
                    </a:lnTo>
                    <a:lnTo>
                      <a:pt x="13531" y="15794"/>
                    </a:lnTo>
                    <a:lnTo>
                      <a:pt x="13730" y="15943"/>
                    </a:lnTo>
                    <a:lnTo>
                      <a:pt x="13979" y="16117"/>
                    </a:lnTo>
                    <a:lnTo>
                      <a:pt x="14227" y="16267"/>
                    </a:lnTo>
                    <a:lnTo>
                      <a:pt x="14501" y="16391"/>
                    </a:lnTo>
                    <a:lnTo>
                      <a:pt x="14775" y="16491"/>
                    </a:lnTo>
                    <a:lnTo>
                      <a:pt x="15048" y="16590"/>
                    </a:lnTo>
                    <a:lnTo>
                      <a:pt x="15347" y="16665"/>
                    </a:lnTo>
                    <a:lnTo>
                      <a:pt x="15645" y="16714"/>
                    </a:lnTo>
                    <a:lnTo>
                      <a:pt x="15769" y="16764"/>
                    </a:lnTo>
                    <a:lnTo>
                      <a:pt x="15869" y="16839"/>
                    </a:lnTo>
                    <a:lnTo>
                      <a:pt x="15919" y="16963"/>
                    </a:lnTo>
                    <a:lnTo>
                      <a:pt x="15944" y="17112"/>
                    </a:lnTo>
                    <a:lnTo>
                      <a:pt x="15894" y="17237"/>
                    </a:lnTo>
                    <a:lnTo>
                      <a:pt x="15819" y="17336"/>
                    </a:lnTo>
                    <a:lnTo>
                      <a:pt x="15720" y="17386"/>
                    </a:lnTo>
                    <a:lnTo>
                      <a:pt x="15595" y="17411"/>
                    </a:lnTo>
                    <a:lnTo>
                      <a:pt x="15546" y="17411"/>
                    </a:lnTo>
                    <a:lnTo>
                      <a:pt x="15173" y="17361"/>
                    </a:lnTo>
                    <a:lnTo>
                      <a:pt x="14824" y="17262"/>
                    </a:lnTo>
                    <a:lnTo>
                      <a:pt x="14476" y="17162"/>
                    </a:lnTo>
                    <a:lnTo>
                      <a:pt x="14153" y="17013"/>
                    </a:lnTo>
                    <a:lnTo>
                      <a:pt x="13854" y="16864"/>
                    </a:lnTo>
                    <a:lnTo>
                      <a:pt x="13556" y="16690"/>
                    </a:lnTo>
                    <a:lnTo>
                      <a:pt x="13257" y="16491"/>
                    </a:lnTo>
                    <a:lnTo>
                      <a:pt x="13009" y="16267"/>
                    </a:lnTo>
                    <a:lnTo>
                      <a:pt x="12611" y="16565"/>
                    </a:lnTo>
                    <a:lnTo>
                      <a:pt x="12213" y="16814"/>
                    </a:lnTo>
                    <a:lnTo>
                      <a:pt x="11790" y="17013"/>
                    </a:lnTo>
                    <a:lnTo>
                      <a:pt x="11342" y="17212"/>
                    </a:lnTo>
                    <a:lnTo>
                      <a:pt x="10870" y="17336"/>
                    </a:lnTo>
                    <a:lnTo>
                      <a:pt x="10397" y="17436"/>
                    </a:lnTo>
                    <a:lnTo>
                      <a:pt x="10273" y="17660"/>
                    </a:lnTo>
                    <a:lnTo>
                      <a:pt x="10173" y="17883"/>
                    </a:lnTo>
                    <a:lnTo>
                      <a:pt x="10123" y="18132"/>
                    </a:lnTo>
                    <a:lnTo>
                      <a:pt x="10099" y="18381"/>
                    </a:lnTo>
                    <a:lnTo>
                      <a:pt x="10123" y="18630"/>
                    </a:lnTo>
                    <a:lnTo>
                      <a:pt x="10198" y="18853"/>
                    </a:lnTo>
                    <a:lnTo>
                      <a:pt x="10298" y="19077"/>
                    </a:lnTo>
                    <a:lnTo>
                      <a:pt x="10447" y="19301"/>
                    </a:lnTo>
                    <a:lnTo>
                      <a:pt x="10521" y="19425"/>
                    </a:lnTo>
                    <a:lnTo>
                      <a:pt x="10521" y="19550"/>
                    </a:lnTo>
                    <a:lnTo>
                      <a:pt x="10497" y="19699"/>
                    </a:lnTo>
                    <a:lnTo>
                      <a:pt x="10397" y="19799"/>
                    </a:lnTo>
                    <a:lnTo>
                      <a:pt x="10298" y="19873"/>
                    </a:lnTo>
                    <a:lnTo>
                      <a:pt x="10099" y="19873"/>
                    </a:lnTo>
                    <a:lnTo>
                      <a:pt x="10024" y="19848"/>
                    </a:lnTo>
                    <a:lnTo>
                      <a:pt x="9974" y="19823"/>
                    </a:lnTo>
                    <a:lnTo>
                      <a:pt x="9900" y="19749"/>
                    </a:lnTo>
                    <a:lnTo>
                      <a:pt x="9726" y="19525"/>
                    </a:lnTo>
                    <a:lnTo>
                      <a:pt x="9601" y="19251"/>
                    </a:lnTo>
                    <a:lnTo>
                      <a:pt x="9477" y="18978"/>
                    </a:lnTo>
                    <a:lnTo>
                      <a:pt x="9427" y="18704"/>
                    </a:lnTo>
                    <a:lnTo>
                      <a:pt x="9402" y="18431"/>
                    </a:lnTo>
                    <a:lnTo>
                      <a:pt x="9402" y="18132"/>
                    </a:lnTo>
                    <a:lnTo>
                      <a:pt x="9452" y="17859"/>
                    </a:lnTo>
                    <a:lnTo>
                      <a:pt x="9527" y="17585"/>
                    </a:lnTo>
                    <a:lnTo>
                      <a:pt x="9527" y="17585"/>
                    </a:lnTo>
                    <a:lnTo>
                      <a:pt x="9352" y="17610"/>
                    </a:lnTo>
                    <a:lnTo>
                      <a:pt x="8581" y="17734"/>
                    </a:lnTo>
                    <a:lnTo>
                      <a:pt x="8208" y="17784"/>
                    </a:lnTo>
                    <a:lnTo>
                      <a:pt x="7835" y="17883"/>
                    </a:lnTo>
                    <a:lnTo>
                      <a:pt x="7487" y="17983"/>
                    </a:lnTo>
                    <a:lnTo>
                      <a:pt x="7114" y="18132"/>
                    </a:lnTo>
                    <a:lnTo>
                      <a:pt x="6766" y="18306"/>
                    </a:lnTo>
                    <a:lnTo>
                      <a:pt x="6467" y="18530"/>
                    </a:lnTo>
                    <a:lnTo>
                      <a:pt x="6194" y="18754"/>
                    </a:lnTo>
                    <a:lnTo>
                      <a:pt x="6094" y="18878"/>
                    </a:lnTo>
                    <a:lnTo>
                      <a:pt x="5995" y="19028"/>
                    </a:lnTo>
                    <a:lnTo>
                      <a:pt x="5920" y="19152"/>
                    </a:lnTo>
                    <a:lnTo>
                      <a:pt x="5845" y="19301"/>
                    </a:lnTo>
                    <a:lnTo>
                      <a:pt x="5821" y="19450"/>
                    </a:lnTo>
                    <a:lnTo>
                      <a:pt x="5796" y="19600"/>
                    </a:lnTo>
                    <a:lnTo>
                      <a:pt x="5771" y="19724"/>
                    </a:lnTo>
                    <a:lnTo>
                      <a:pt x="5696" y="19848"/>
                    </a:lnTo>
                    <a:lnTo>
                      <a:pt x="5572" y="19923"/>
                    </a:lnTo>
                    <a:lnTo>
                      <a:pt x="5447" y="19948"/>
                    </a:lnTo>
                    <a:lnTo>
                      <a:pt x="5423" y="19948"/>
                    </a:lnTo>
                    <a:lnTo>
                      <a:pt x="5298" y="19898"/>
                    </a:lnTo>
                    <a:lnTo>
                      <a:pt x="5174" y="19823"/>
                    </a:lnTo>
                    <a:lnTo>
                      <a:pt x="5099" y="19724"/>
                    </a:lnTo>
                    <a:lnTo>
                      <a:pt x="5099" y="19575"/>
                    </a:lnTo>
                    <a:lnTo>
                      <a:pt x="5099" y="19376"/>
                    </a:lnTo>
                    <a:lnTo>
                      <a:pt x="5149" y="19177"/>
                    </a:lnTo>
                    <a:lnTo>
                      <a:pt x="5199" y="19003"/>
                    </a:lnTo>
                    <a:lnTo>
                      <a:pt x="5273" y="18829"/>
                    </a:lnTo>
                    <a:lnTo>
                      <a:pt x="5373" y="18654"/>
                    </a:lnTo>
                    <a:lnTo>
                      <a:pt x="5497" y="18505"/>
                    </a:lnTo>
                    <a:lnTo>
                      <a:pt x="5622" y="18356"/>
                    </a:lnTo>
                    <a:lnTo>
                      <a:pt x="5746" y="18207"/>
                    </a:lnTo>
                    <a:lnTo>
                      <a:pt x="6044" y="17933"/>
                    </a:lnTo>
                    <a:lnTo>
                      <a:pt x="6393" y="17709"/>
                    </a:lnTo>
                    <a:lnTo>
                      <a:pt x="6766" y="17510"/>
                    </a:lnTo>
                    <a:lnTo>
                      <a:pt x="7139" y="17361"/>
                    </a:lnTo>
                    <a:lnTo>
                      <a:pt x="6865" y="17237"/>
                    </a:lnTo>
                    <a:lnTo>
                      <a:pt x="6517" y="17087"/>
                    </a:lnTo>
                    <a:lnTo>
                      <a:pt x="6268" y="16938"/>
                    </a:lnTo>
                    <a:lnTo>
                      <a:pt x="6020" y="16789"/>
                    </a:lnTo>
                    <a:lnTo>
                      <a:pt x="5796" y="16590"/>
                    </a:lnTo>
                    <a:lnTo>
                      <a:pt x="5572" y="16391"/>
                    </a:lnTo>
                    <a:lnTo>
                      <a:pt x="5373" y="16167"/>
                    </a:lnTo>
                    <a:lnTo>
                      <a:pt x="5199" y="15943"/>
                    </a:lnTo>
                    <a:lnTo>
                      <a:pt x="5050" y="15695"/>
                    </a:lnTo>
                    <a:lnTo>
                      <a:pt x="4950" y="15471"/>
                    </a:lnTo>
                    <a:lnTo>
                      <a:pt x="4925" y="15322"/>
                    </a:lnTo>
                    <a:lnTo>
                      <a:pt x="4950" y="15197"/>
                    </a:lnTo>
                    <a:lnTo>
                      <a:pt x="5025" y="15073"/>
                    </a:lnTo>
                    <a:lnTo>
                      <a:pt x="5149" y="14998"/>
                    </a:lnTo>
                    <a:lnTo>
                      <a:pt x="5298" y="14973"/>
                    </a:lnTo>
                    <a:lnTo>
                      <a:pt x="5423" y="14998"/>
                    </a:lnTo>
                    <a:lnTo>
                      <a:pt x="5547" y="15098"/>
                    </a:lnTo>
                    <a:lnTo>
                      <a:pt x="5622" y="15197"/>
                    </a:lnTo>
                    <a:lnTo>
                      <a:pt x="5696" y="15396"/>
                    </a:lnTo>
                    <a:lnTo>
                      <a:pt x="5796" y="15570"/>
                    </a:lnTo>
                    <a:lnTo>
                      <a:pt x="5945" y="15744"/>
                    </a:lnTo>
                    <a:lnTo>
                      <a:pt x="6094" y="15894"/>
                    </a:lnTo>
                    <a:lnTo>
                      <a:pt x="6268" y="16068"/>
                    </a:lnTo>
                    <a:lnTo>
                      <a:pt x="6442" y="16217"/>
                    </a:lnTo>
                    <a:lnTo>
                      <a:pt x="6641" y="16341"/>
                    </a:lnTo>
                    <a:lnTo>
                      <a:pt x="6840" y="16441"/>
                    </a:lnTo>
                    <a:lnTo>
                      <a:pt x="7213" y="16615"/>
                    </a:lnTo>
                    <a:lnTo>
                      <a:pt x="7537" y="16739"/>
                    </a:lnTo>
                    <a:lnTo>
                      <a:pt x="7910" y="16839"/>
                    </a:lnTo>
                    <a:lnTo>
                      <a:pt x="8457" y="16963"/>
                    </a:lnTo>
                    <a:lnTo>
                      <a:pt x="8557" y="17013"/>
                    </a:lnTo>
                    <a:lnTo>
                      <a:pt x="9253" y="16889"/>
                    </a:lnTo>
                    <a:lnTo>
                      <a:pt x="10198" y="16739"/>
                    </a:lnTo>
                    <a:lnTo>
                      <a:pt x="10671" y="16665"/>
                    </a:lnTo>
                    <a:lnTo>
                      <a:pt x="11118" y="16515"/>
                    </a:lnTo>
                    <a:lnTo>
                      <a:pt x="11417" y="16416"/>
                    </a:lnTo>
                    <a:lnTo>
                      <a:pt x="11715" y="16267"/>
                    </a:lnTo>
                    <a:lnTo>
                      <a:pt x="12014" y="16117"/>
                    </a:lnTo>
                    <a:lnTo>
                      <a:pt x="12287" y="15943"/>
                    </a:lnTo>
                    <a:lnTo>
                      <a:pt x="12536" y="15744"/>
                    </a:lnTo>
                    <a:lnTo>
                      <a:pt x="12785" y="15521"/>
                    </a:lnTo>
                    <a:lnTo>
                      <a:pt x="12984" y="15297"/>
                    </a:lnTo>
                    <a:lnTo>
                      <a:pt x="13183" y="15073"/>
                    </a:lnTo>
                    <a:lnTo>
                      <a:pt x="13382" y="14824"/>
                    </a:lnTo>
                    <a:lnTo>
                      <a:pt x="13531" y="14551"/>
                    </a:lnTo>
                    <a:lnTo>
                      <a:pt x="13655" y="14277"/>
                    </a:lnTo>
                    <a:lnTo>
                      <a:pt x="13780" y="14003"/>
                    </a:lnTo>
                    <a:lnTo>
                      <a:pt x="13854" y="13730"/>
                    </a:lnTo>
                    <a:lnTo>
                      <a:pt x="13929" y="13431"/>
                    </a:lnTo>
                    <a:lnTo>
                      <a:pt x="13954" y="13158"/>
                    </a:lnTo>
                    <a:lnTo>
                      <a:pt x="13954" y="12859"/>
                    </a:lnTo>
                    <a:lnTo>
                      <a:pt x="13630" y="12785"/>
                    </a:lnTo>
                    <a:lnTo>
                      <a:pt x="13282" y="12660"/>
                    </a:lnTo>
                    <a:lnTo>
                      <a:pt x="12984" y="12511"/>
                    </a:lnTo>
                    <a:lnTo>
                      <a:pt x="12685" y="12312"/>
                    </a:lnTo>
                    <a:lnTo>
                      <a:pt x="12586" y="12213"/>
                    </a:lnTo>
                    <a:lnTo>
                      <a:pt x="12536" y="12088"/>
                    </a:lnTo>
                    <a:lnTo>
                      <a:pt x="12561" y="11939"/>
                    </a:lnTo>
                    <a:lnTo>
                      <a:pt x="12611" y="11815"/>
                    </a:lnTo>
                    <a:lnTo>
                      <a:pt x="12735" y="11715"/>
                    </a:lnTo>
                    <a:lnTo>
                      <a:pt x="12859" y="11690"/>
                    </a:lnTo>
                    <a:lnTo>
                      <a:pt x="12984" y="11690"/>
                    </a:lnTo>
                    <a:lnTo>
                      <a:pt x="13108" y="11740"/>
                    </a:lnTo>
                    <a:lnTo>
                      <a:pt x="13282" y="11864"/>
                    </a:lnTo>
                    <a:lnTo>
                      <a:pt x="13481" y="11964"/>
                    </a:lnTo>
                    <a:lnTo>
                      <a:pt x="13680" y="12063"/>
                    </a:lnTo>
                    <a:lnTo>
                      <a:pt x="13879" y="12113"/>
                    </a:lnTo>
                    <a:lnTo>
                      <a:pt x="14103" y="12188"/>
                    </a:lnTo>
                    <a:lnTo>
                      <a:pt x="14327" y="12213"/>
                    </a:lnTo>
                    <a:lnTo>
                      <a:pt x="14775" y="12237"/>
                    </a:lnTo>
                    <a:lnTo>
                      <a:pt x="15222" y="12213"/>
                    </a:lnTo>
                    <a:lnTo>
                      <a:pt x="15670" y="12138"/>
                    </a:lnTo>
                    <a:lnTo>
                      <a:pt x="16093" y="12014"/>
                    </a:lnTo>
                    <a:lnTo>
                      <a:pt x="16466" y="11864"/>
                    </a:lnTo>
                    <a:lnTo>
                      <a:pt x="16814" y="11690"/>
                    </a:lnTo>
                    <a:lnTo>
                      <a:pt x="17113" y="11491"/>
                    </a:lnTo>
                    <a:lnTo>
                      <a:pt x="17411" y="11267"/>
                    </a:lnTo>
                    <a:lnTo>
                      <a:pt x="17685" y="11043"/>
                    </a:lnTo>
                    <a:lnTo>
                      <a:pt x="17958" y="10795"/>
                    </a:lnTo>
                    <a:lnTo>
                      <a:pt x="18207" y="10521"/>
                    </a:lnTo>
                    <a:lnTo>
                      <a:pt x="18655" y="9999"/>
                    </a:lnTo>
                    <a:lnTo>
                      <a:pt x="18306" y="9601"/>
                    </a:lnTo>
                    <a:lnTo>
                      <a:pt x="17933" y="9228"/>
                    </a:lnTo>
                    <a:lnTo>
                      <a:pt x="17511" y="8904"/>
                    </a:lnTo>
                    <a:lnTo>
                      <a:pt x="17063" y="8606"/>
                    </a:lnTo>
                    <a:lnTo>
                      <a:pt x="16590" y="8357"/>
                    </a:lnTo>
                    <a:lnTo>
                      <a:pt x="16068" y="8133"/>
                    </a:lnTo>
                    <a:lnTo>
                      <a:pt x="15546" y="7934"/>
                    </a:lnTo>
                    <a:lnTo>
                      <a:pt x="14998" y="7810"/>
                    </a:lnTo>
                    <a:lnTo>
                      <a:pt x="14874" y="7760"/>
                    </a:lnTo>
                    <a:lnTo>
                      <a:pt x="14775" y="7661"/>
                    </a:lnTo>
                    <a:lnTo>
                      <a:pt x="14725" y="7536"/>
                    </a:lnTo>
                    <a:lnTo>
                      <a:pt x="14725" y="7387"/>
                    </a:lnTo>
                    <a:lnTo>
                      <a:pt x="14775" y="7263"/>
                    </a:lnTo>
                    <a:lnTo>
                      <a:pt x="14874" y="7163"/>
                    </a:lnTo>
                    <a:lnTo>
                      <a:pt x="14998" y="7114"/>
                    </a:lnTo>
                    <a:lnTo>
                      <a:pt x="15148" y="7114"/>
                    </a:lnTo>
                    <a:lnTo>
                      <a:pt x="15720" y="7263"/>
                    </a:lnTo>
                    <a:lnTo>
                      <a:pt x="16267" y="7437"/>
                    </a:lnTo>
                    <a:lnTo>
                      <a:pt x="16814" y="7661"/>
                    </a:lnTo>
                    <a:lnTo>
                      <a:pt x="17336" y="7934"/>
                    </a:lnTo>
                    <a:lnTo>
                      <a:pt x="17809" y="8258"/>
                    </a:lnTo>
                    <a:lnTo>
                      <a:pt x="18257" y="8581"/>
                    </a:lnTo>
                    <a:lnTo>
                      <a:pt x="18680" y="8954"/>
                    </a:lnTo>
                    <a:lnTo>
                      <a:pt x="19053" y="9377"/>
                    </a:lnTo>
                    <a:lnTo>
                      <a:pt x="19202" y="9029"/>
                    </a:lnTo>
                    <a:lnTo>
                      <a:pt x="19351" y="8705"/>
                    </a:lnTo>
                    <a:lnTo>
                      <a:pt x="19451" y="8357"/>
                    </a:lnTo>
                    <a:lnTo>
                      <a:pt x="19550" y="8009"/>
                    </a:lnTo>
                    <a:lnTo>
                      <a:pt x="19625" y="7661"/>
                    </a:lnTo>
                    <a:lnTo>
                      <a:pt x="19674" y="7313"/>
                    </a:lnTo>
                    <a:lnTo>
                      <a:pt x="19724" y="6964"/>
                    </a:lnTo>
                    <a:lnTo>
                      <a:pt x="19724" y="6616"/>
                    </a:lnTo>
                    <a:lnTo>
                      <a:pt x="19724" y="6268"/>
                    </a:lnTo>
                    <a:lnTo>
                      <a:pt x="19699" y="5920"/>
                    </a:lnTo>
                    <a:lnTo>
                      <a:pt x="19674" y="5547"/>
                    </a:lnTo>
                    <a:lnTo>
                      <a:pt x="19600" y="5198"/>
                    </a:lnTo>
                    <a:lnTo>
                      <a:pt x="19525" y="4850"/>
                    </a:lnTo>
                    <a:lnTo>
                      <a:pt x="19426" y="4527"/>
                    </a:lnTo>
                    <a:lnTo>
                      <a:pt x="19301" y="4179"/>
                    </a:lnTo>
                    <a:lnTo>
                      <a:pt x="19152" y="3855"/>
                    </a:lnTo>
                    <a:lnTo>
                      <a:pt x="18978" y="3532"/>
                    </a:lnTo>
                    <a:lnTo>
                      <a:pt x="18804" y="3234"/>
                    </a:lnTo>
                    <a:lnTo>
                      <a:pt x="18630" y="2935"/>
                    </a:lnTo>
                    <a:lnTo>
                      <a:pt x="18406" y="2661"/>
                    </a:lnTo>
                    <a:lnTo>
                      <a:pt x="18182" y="2363"/>
                    </a:lnTo>
                    <a:lnTo>
                      <a:pt x="17958" y="2089"/>
                    </a:lnTo>
                    <a:lnTo>
                      <a:pt x="17685" y="1841"/>
                    </a:lnTo>
                    <a:lnTo>
                      <a:pt x="17436" y="1592"/>
                    </a:lnTo>
                    <a:lnTo>
                      <a:pt x="17137" y="1343"/>
                    </a:lnTo>
                    <a:lnTo>
                      <a:pt x="16864" y="1119"/>
                    </a:lnTo>
                    <a:lnTo>
                      <a:pt x="16541" y="896"/>
                    </a:lnTo>
                    <a:lnTo>
                      <a:pt x="16242" y="697"/>
                    </a:lnTo>
                    <a:lnTo>
                      <a:pt x="15894" y="498"/>
                    </a:lnTo>
                    <a:lnTo>
                      <a:pt x="15570" y="323"/>
                    </a:lnTo>
                    <a:lnTo>
                      <a:pt x="15222" y="149"/>
                    </a:lnTo>
                    <a:lnTo>
                      <a:pt x="1487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13"/>
              <p:cNvSpPr/>
              <p:nvPr/>
            </p:nvSpPr>
            <p:spPr>
              <a:xfrm>
                <a:off x="2636107" y="2212429"/>
                <a:ext cx="292830" cy="384640"/>
              </a:xfrm>
              <a:custGeom>
                <a:rect b="b" l="l" r="r" t="t"/>
                <a:pathLst>
                  <a:path extrusionOk="0" h="18656" w="14203">
                    <a:moveTo>
                      <a:pt x="4826" y="1"/>
                    </a:moveTo>
                    <a:lnTo>
                      <a:pt x="4453" y="26"/>
                    </a:lnTo>
                    <a:lnTo>
                      <a:pt x="4104" y="76"/>
                    </a:lnTo>
                    <a:lnTo>
                      <a:pt x="3756" y="125"/>
                    </a:lnTo>
                    <a:lnTo>
                      <a:pt x="3433" y="200"/>
                    </a:lnTo>
                    <a:lnTo>
                      <a:pt x="3109" y="299"/>
                    </a:lnTo>
                    <a:lnTo>
                      <a:pt x="2786" y="399"/>
                    </a:lnTo>
                    <a:lnTo>
                      <a:pt x="2488" y="523"/>
                    </a:lnTo>
                    <a:lnTo>
                      <a:pt x="2115" y="722"/>
                    </a:lnTo>
                    <a:lnTo>
                      <a:pt x="1791" y="971"/>
                    </a:lnTo>
                    <a:lnTo>
                      <a:pt x="1518" y="1220"/>
                    </a:lnTo>
                    <a:lnTo>
                      <a:pt x="1294" y="1493"/>
                    </a:lnTo>
                    <a:lnTo>
                      <a:pt x="1095" y="1792"/>
                    </a:lnTo>
                    <a:lnTo>
                      <a:pt x="946" y="2115"/>
                    </a:lnTo>
                    <a:lnTo>
                      <a:pt x="821" y="2438"/>
                    </a:lnTo>
                    <a:lnTo>
                      <a:pt x="722" y="2762"/>
                    </a:lnTo>
                    <a:lnTo>
                      <a:pt x="1169" y="2538"/>
                    </a:lnTo>
                    <a:lnTo>
                      <a:pt x="1642" y="2339"/>
                    </a:lnTo>
                    <a:lnTo>
                      <a:pt x="2139" y="2190"/>
                    </a:lnTo>
                    <a:lnTo>
                      <a:pt x="2637" y="2040"/>
                    </a:lnTo>
                    <a:lnTo>
                      <a:pt x="3159" y="1916"/>
                    </a:lnTo>
                    <a:lnTo>
                      <a:pt x="3657" y="1841"/>
                    </a:lnTo>
                    <a:lnTo>
                      <a:pt x="4179" y="1767"/>
                    </a:lnTo>
                    <a:lnTo>
                      <a:pt x="4726" y="1742"/>
                    </a:lnTo>
                    <a:lnTo>
                      <a:pt x="5248" y="1717"/>
                    </a:lnTo>
                    <a:lnTo>
                      <a:pt x="5796" y="1742"/>
                    </a:lnTo>
                    <a:lnTo>
                      <a:pt x="6318" y="1792"/>
                    </a:lnTo>
                    <a:lnTo>
                      <a:pt x="6840" y="1866"/>
                    </a:lnTo>
                    <a:lnTo>
                      <a:pt x="7388" y="1966"/>
                    </a:lnTo>
                    <a:lnTo>
                      <a:pt x="7910" y="2090"/>
                    </a:lnTo>
                    <a:lnTo>
                      <a:pt x="8432" y="2264"/>
                    </a:lnTo>
                    <a:lnTo>
                      <a:pt x="8954" y="2438"/>
                    </a:lnTo>
                    <a:lnTo>
                      <a:pt x="9079" y="2513"/>
                    </a:lnTo>
                    <a:lnTo>
                      <a:pt x="9153" y="2637"/>
                    </a:lnTo>
                    <a:lnTo>
                      <a:pt x="9178" y="2762"/>
                    </a:lnTo>
                    <a:lnTo>
                      <a:pt x="9153" y="2911"/>
                    </a:lnTo>
                    <a:lnTo>
                      <a:pt x="9079" y="3010"/>
                    </a:lnTo>
                    <a:lnTo>
                      <a:pt x="8954" y="3110"/>
                    </a:lnTo>
                    <a:lnTo>
                      <a:pt x="8830" y="3135"/>
                    </a:lnTo>
                    <a:lnTo>
                      <a:pt x="8681" y="3110"/>
                    </a:lnTo>
                    <a:lnTo>
                      <a:pt x="8159" y="2911"/>
                    </a:lnTo>
                    <a:lnTo>
                      <a:pt x="7636" y="2762"/>
                    </a:lnTo>
                    <a:lnTo>
                      <a:pt x="7089" y="2637"/>
                    </a:lnTo>
                    <a:lnTo>
                      <a:pt x="6542" y="2538"/>
                    </a:lnTo>
                    <a:lnTo>
                      <a:pt x="6020" y="2463"/>
                    </a:lnTo>
                    <a:lnTo>
                      <a:pt x="5472" y="2438"/>
                    </a:lnTo>
                    <a:lnTo>
                      <a:pt x="4925" y="2438"/>
                    </a:lnTo>
                    <a:lnTo>
                      <a:pt x="4403" y="2463"/>
                    </a:lnTo>
                    <a:lnTo>
                      <a:pt x="3856" y="2513"/>
                    </a:lnTo>
                    <a:lnTo>
                      <a:pt x="3333" y="2612"/>
                    </a:lnTo>
                    <a:lnTo>
                      <a:pt x="2811" y="2712"/>
                    </a:lnTo>
                    <a:lnTo>
                      <a:pt x="2314" y="2861"/>
                    </a:lnTo>
                    <a:lnTo>
                      <a:pt x="1816" y="3035"/>
                    </a:lnTo>
                    <a:lnTo>
                      <a:pt x="1344" y="3234"/>
                    </a:lnTo>
                    <a:lnTo>
                      <a:pt x="871" y="3483"/>
                    </a:lnTo>
                    <a:lnTo>
                      <a:pt x="423" y="3732"/>
                    </a:lnTo>
                    <a:lnTo>
                      <a:pt x="274" y="4378"/>
                    </a:lnTo>
                    <a:lnTo>
                      <a:pt x="125" y="5000"/>
                    </a:lnTo>
                    <a:lnTo>
                      <a:pt x="50" y="5622"/>
                    </a:lnTo>
                    <a:lnTo>
                      <a:pt x="0" y="5945"/>
                    </a:lnTo>
                    <a:lnTo>
                      <a:pt x="0" y="6244"/>
                    </a:lnTo>
                    <a:lnTo>
                      <a:pt x="0" y="7637"/>
                    </a:lnTo>
                    <a:lnTo>
                      <a:pt x="771" y="7438"/>
                    </a:lnTo>
                    <a:lnTo>
                      <a:pt x="1543" y="7313"/>
                    </a:lnTo>
                    <a:lnTo>
                      <a:pt x="2338" y="7214"/>
                    </a:lnTo>
                    <a:lnTo>
                      <a:pt x="3109" y="7189"/>
                    </a:lnTo>
                    <a:lnTo>
                      <a:pt x="3905" y="7214"/>
                    </a:lnTo>
                    <a:lnTo>
                      <a:pt x="4701" y="7264"/>
                    </a:lnTo>
                    <a:lnTo>
                      <a:pt x="5522" y="7388"/>
                    </a:lnTo>
                    <a:lnTo>
                      <a:pt x="6318" y="7562"/>
                    </a:lnTo>
                    <a:lnTo>
                      <a:pt x="6467" y="7637"/>
                    </a:lnTo>
                    <a:lnTo>
                      <a:pt x="6542" y="7736"/>
                    </a:lnTo>
                    <a:lnTo>
                      <a:pt x="6592" y="7861"/>
                    </a:lnTo>
                    <a:lnTo>
                      <a:pt x="6592" y="8010"/>
                    </a:lnTo>
                    <a:lnTo>
                      <a:pt x="6517" y="8134"/>
                    </a:lnTo>
                    <a:lnTo>
                      <a:pt x="6417" y="8234"/>
                    </a:lnTo>
                    <a:lnTo>
                      <a:pt x="6293" y="8259"/>
                    </a:lnTo>
                    <a:lnTo>
                      <a:pt x="6219" y="8283"/>
                    </a:lnTo>
                    <a:lnTo>
                      <a:pt x="6169" y="8259"/>
                    </a:lnTo>
                    <a:lnTo>
                      <a:pt x="5373" y="8084"/>
                    </a:lnTo>
                    <a:lnTo>
                      <a:pt x="4577" y="7985"/>
                    </a:lnTo>
                    <a:lnTo>
                      <a:pt x="3806" y="7910"/>
                    </a:lnTo>
                    <a:lnTo>
                      <a:pt x="3035" y="7885"/>
                    </a:lnTo>
                    <a:lnTo>
                      <a:pt x="2264" y="7935"/>
                    </a:lnTo>
                    <a:lnTo>
                      <a:pt x="1518" y="8035"/>
                    </a:lnTo>
                    <a:lnTo>
                      <a:pt x="747" y="8184"/>
                    </a:lnTo>
                    <a:lnTo>
                      <a:pt x="0" y="8383"/>
                    </a:lnTo>
                    <a:lnTo>
                      <a:pt x="0" y="13905"/>
                    </a:lnTo>
                    <a:lnTo>
                      <a:pt x="299" y="13730"/>
                    </a:lnTo>
                    <a:lnTo>
                      <a:pt x="597" y="13581"/>
                    </a:lnTo>
                    <a:lnTo>
                      <a:pt x="896" y="13432"/>
                    </a:lnTo>
                    <a:lnTo>
                      <a:pt x="1244" y="13332"/>
                    </a:lnTo>
                    <a:lnTo>
                      <a:pt x="1592" y="13233"/>
                    </a:lnTo>
                    <a:lnTo>
                      <a:pt x="1940" y="13134"/>
                    </a:lnTo>
                    <a:lnTo>
                      <a:pt x="2687" y="12984"/>
                    </a:lnTo>
                    <a:lnTo>
                      <a:pt x="3184" y="12910"/>
                    </a:lnTo>
                    <a:lnTo>
                      <a:pt x="3682" y="12860"/>
                    </a:lnTo>
                    <a:lnTo>
                      <a:pt x="4179" y="12885"/>
                    </a:lnTo>
                    <a:lnTo>
                      <a:pt x="4676" y="12910"/>
                    </a:lnTo>
                    <a:lnTo>
                      <a:pt x="5174" y="12984"/>
                    </a:lnTo>
                    <a:lnTo>
                      <a:pt x="5671" y="13109"/>
                    </a:lnTo>
                    <a:lnTo>
                      <a:pt x="6119" y="13258"/>
                    </a:lnTo>
                    <a:lnTo>
                      <a:pt x="6592" y="13432"/>
                    </a:lnTo>
                    <a:lnTo>
                      <a:pt x="6691" y="13531"/>
                    </a:lnTo>
                    <a:lnTo>
                      <a:pt x="6766" y="13631"/>
                    </a:lnTo>
                    <a:lnTo>
                      <a:pt x="6791" y="13780"/>
                    </a:lnTo>
                    <a:lnTo>
                      <a:pt x="6766" y="13905"/>
                    </a:lnTo>
                    <a:lnTo>
                      <a:pt x="6666" y="14029"/>
                    </a:lnTo>
                    <a:lnTo>
                      <a:pt x="6567" y="14104"/>
                    </a:lnTo>
                    <a:lnTo>
                      <a:pt x="6417" y="14128"/>
                    </a:lnTo>
                    <a:lnTo>
                      <a:pt x="6293" y="14079"/>
                    </a:lnTo>
                    <a:lnTo>
                      <a:pt x="5895" y="13929"/>
                    </a:lnTo>
                    <a:lnTo>
                      <a:pt x="5472" y="13780"/>
                    </a:lnTo>
                    <a:lnTo>
                      <a:pt x="5025" y="13681"/>
                    </a:lnTo>
                    <a:lnTo>
                      <a:pt x="4602" y="13631"/>
                    </a:lnTo>
                    <a:lnTo>
                      <a:pt x="4154" y="13581"/>
                    </a:lnTo>
                    <a:lnTo>
                      <a:pt x="3706" y="13581"/>
                    </a:lnTo>
                    <a:lnTo>
                      <a:pt x="3259" y="13606"/>
                    </a:lnTo>
                    <a:lnTo>
                      <a:pt x="2836" y="13681"/>
                    </a:lnTo>
                    <a:lnTo>
                      <a:pt x="1965" y="13855"/>
                    </a:lnTo>
                    <a:lnTo>
                      <a:pt x="1567" y="13979"/>
                    </a:lnTo>
                    <a:lnTo>
                      <a:pt x="1219" y="14079"/>
                    </a:lnTo>
                    <a:lnTo>
                      <a:pt x="871" y="14228"/>
                    </a:lnTo>
                    <a:lnTo>
                      <a:pt x="548" y="14402"/>
                    </a:lnTo>
                    <a:lnTo>
                      <a:pt x="274" y="14601"/>
                    </a:lnTo>
                    <a:lnTo>
                      <a:pt x="0" y="14850"/>
                    </a:lnTo>
                    <a:lnTo>
                      <a:pt x="0" y="17959"/>
                    </a:lnTo>
                    <a:lnTo>
                      <a:pt x="274" y="18108"/>
                    </a:lnTo>
                    <a:lnTo>
                      <a:pt x="548" y="18257"/>
                    </a:lnTo>
                    <a:lnTo>
                      <a:pt x="821" y="18382"/>
                    </a:lnTo>
                    <a:lnTo>
                      <a:pt x="1120" y="18481"/>
                    </a:lnTo>
                    <a:lnTo>
                      <a:pt x="1418" y="18556"/>
                    </a:lnTo>
                    <a:lnTo>
                      <a:pt x="1766" y="18605"/>
                    </a:lnTo>
                    <a:lnTo>
                      <a:pt x="2139" y="18630"/>
                    </a:lnTo>
                    <a:lnTo>
                      <a:pt x="2537" y="18655"/>
                    </a:lnTo>
                    <a:lnTo>
                      <a:pt x="3010" y="18630"/>
                    </a:lnTo>
                    <a:lnTo>
                      <a:pt x="3458" y="18556"/>
                    </a:lnTo>
                    <a:lnTo>
                      <a:pt x="3856" y="18456"/>
                    </a:lnTo>
                    <a:lnTo>
                      <a:pt x="4229" y="18307"/>
                    </a:lnTo>
                    <a:lnTo>
                      <a:pt x="4477" y="18183"/>
                    </a:lnTo>
                    <a:lnTo>
                      <a:pt x="4701" y="18009"/>
                    </a:lnTo>
                    <a:lnTo>
                      <a:pt x="4900" y="17834"/>
                    </a:lnTo>
                    <a:lnTo>
                      <a:pt x="5050" y="17635"/>
                    </a:lnTo>
                    <a:lnTo>
                      <a:pt x="4776" y="17511"/>
                    </a:lnTo>
                    <a:lnTo>
                      <a:pt x="4502" y="17362"/>
                    </a:lnTo>
                    <a:lnTo>
                      <a:pt x="4229" y="17213"/>
                    </a:lnTo>
                    <a:lnTo>
                      <a:pt x="4005" y="17038"/>
                    </a:lnTo>
                    <a:lnTo>
                      <a:pt x="3781" y="16840"/>
                    </a:lnTo>
                    <a:lnTo>
                      <a:pt x="3557" y="16616"/>
                    </a:lnTo>
                    <a:lnTo>
                      <a:pt x="3383" y="16417"/>
                    </a:lnTo>
                    <a:lnTo>
                      <a:pt x="3209" y="16168"/>
                    </a:lnTo>
                    <a:lnTo>
                      <a:pt x="3159" y="16044"/>
                    </a:lnTo>
                    <a:lnTo>
                      <a:pt x="3184" y="15894"/>
                    </a:lnTo>
                    <a:lnTo>
                      <a:pt x="3234" y="15770"/>
                    </a:lnTo>
                    <a:lnTo>
                      <a:pt x="3333" y="15670"/>
                    </a:lnTo>
                    <a:lnTo>
                      <a:pt x="3458" y="15621"/>
                    </a:lnTo>
                    <a:lnTo>
                      <a:pt x="3607" y="15646"/>
                    </a:lnTo>
                    <a:lnTo>
                      <a:pt x="3731" y="15695"/>
                    </a:lnTo>
                    <a:lnTo>
                      <a:pt x="3831" y="15795"/>
                    </a:lnTo>
                    <a:lnTo>
                      <a:pt x="3980" y="15994"/>
                    </a:lnTo>
                    <a:lnTo>
                      <a:pt x="4129" y="16193"/>
                    </a:lnTo>
                    <a:lnTo>
                      <a:pt x="4328" y="16392"/>
                    </a:lnTo>
                    <a:lnTo>
                      <a:pt x="4527" y="16541"/>
                    </a:lnTo>
                    <a:lnTo>
                      <a:pt x="4751" y="16715"/>
                    </a:lnTo>
                    <a:lnTo>
                      <a:pt x="5000" y="16840"/>
                    </a:lnTo>
                    <a:lnTo>
                      <a:pt x="5248" y="16964"/>
                    </a:lnTo>
                    <a:lnTo>
                      <a:pt x="5522" y="17063"/>
                    </a:lnTo>
                    <a:lnTo>
                      <a:pt x="5547" y="17063"/>
                    </a:lnTo>
                    <a:lnTo>
                      <a:pt x="5920" y="17014"/>
                    </a:lnTo>
                    <a:lnTo>
                      <a:pt x="6268" y="16964"/>
                    </a:lnTo>
                    <a:lnTo>
                      <a:pt x="6641" y="16864"/>
                    </a:lnTo>
                    <a:lnTo>
                      <a:pt x="6990" y="16740"/>
                    </a:lnTo>
                    <a:lnTo>
                      <a:pt x="7338" y="16591"/>
                    </a:lnTo>
                    <a:lnTo>
                      <a:pt x="7661" y="16417"/>
                    </a:lnTo>
                    <a:lnTo>
                      <a:pt x="7960" y="16243"/>
                    </a:lnTo>
                    <a:lnTo>
                      <a:pt x="8258" y="16044"/>
                    </a:lnTo>
                    <a:lnTo>
                      <a:pt x="8532" y="15820"/>
                    </a:lnTo>
                    <a:lnTo>
                      <a:pt x="8805" y="15571"/>
                    </a:lnTo>
                    <a:lnTo>
                      <a:pt x="9029" y="15322"/>
                    </a:lnTo>
                    <a:lnTo>
                      <a:pt x="9228" y="15049"/>
                    </a:lnTo>
                    <a:lnTo>
                      <a:pt x="9427" y="14775"/>
                    </a:lnTo>
                    <a:lnTo>
                      <a:pt x="9576" y="14477"/>
                    </a:lnTo>
                    <a:lnTo>
                      <a:pt x="9701" y="14178"/>
                    </a:lnTo>
                    <a:lnTo>
                      <a:pt x="9775" y="13880"/>
                    </a:lnTo>
                    <a:lnTo>
                      <a:pt x="9850" y="13556"/>
                    </a:lnTo>
                    <a:lnTo>
                      <a:pt x="9875" y="13233"/>
                    </a:lnTo>
                    <a:lnTo>
                      <a:pt x="9924" y="12537"/>
                    </a:lnTo>
                    <a:lnTo>
                      <a:pt x="9949" y="12014"/>
                    </a:lnTo>
                    <a:lnTo>
                      <a:pt x="9900" y="11989"/>
                    </a:lnTo>
                    <a:lnTo>
                      <a:pt x="9576" y="11790"/>
                    </a:lnTo>
                    <a:lnTo>
                      <a:pt x="9253" y="11591"/>
                    </a:lnTo>
                    <a:lnTo>
                      <a:pt x="8905" y="11417"/>
                    </a:lnTo>
                    <a:lnTo>
                      <a:pt x="8557" y="11243"/>
                    </a:lnTo>
                    <a:lnTo>
                      <a:pt x="7835" y="10945"/>
                    </a:lnTo>
                    <a:lnTo>
                      <a:pt x="7089" y="10696"/>
                    </a:lnTo>
                    <a:lnTo>
                      <a:pt x="6318" y="10522"/>
                    </a:lnTo>
                    <a:lnTo>
                      <a:pt x="5920" y="10447"/>
                    </a:lnTo>
                    <a:lnTo>
                      <a:pt x="5522" y="10373"/>
                    </a:lnTo>
                    <a:lnTo>
                      <a:pt x="5124" y="10323"/>
                    </a:lnTo>
                    <a:lnTo>
                      <a:pt x="4726" y="10298"/>
                    </a:lnTo>
                    <a:lnTo>
                      <a:pt x="3930" y="10298"/>
                    </a:lnTo>
                    <a:lnTo>
                      <a:pt x="3781" y="10248"/>
                    </a:lnTo>
                    <a:lnTo>
                      <a:pt x="3682" y="10174"/>
                    </a:lnTo>
                    <a:lnTo>
                      <a:pt x="3607" y="10074"/>
                    </a:lnTo>
                    <a:lnTo>
                      <a:pt x="3557" y="9950"/>
                    </a:lnTo>
                    <a:lnTo>
                      <a:pt x="3582" y="9801"/>
                    </a:lnTo>
                    <a:lnTo>
                      <a:pt x="3657" y="9676"/>
                    </a:lnTo>
                    <a:lnTo>
                      <a:pt x="3781" y="9602"/>
                    </a:lnTo>
                    <a:lnTo>
                      <a:pt x="3930" y="9577"/>
                    </a:lnTo>
                    <a:lnTo>
                      <a:pt x="4751" y="9577"/>
                    </a:lnTo>
                    <a:lnTo>
                      <a:pt x="5547" y="9651"/>
                    </a:lnTo>
                    <a:lnTo>
                      <a:pt x="6343" y="9801"/>
                    </a:lnTo>
                    <a:lnTo>
                      <a:pt x="7139" y="9975"/>
                    </a:lnTo>
                    <a:lnTo>
                      <a:pt x="7910" y="10223"/>
                    </a:lnTo>
                    <a:lnTo>
                      <a:pt x="8631" y="10497"/>
                    </a:lnTo>
                    <a:lnTo>
                      <a:pt x="9352" y="10845"/>
                    </a:lnTo>
                    <a:lnTo>
                      <a:pt x="10024" y="11243"/>
                    </a:lnTo>
                    <a:lnTo>
                      <a:pt x="10099" y="10895"/>
                    </a:lnTo>
                    <a:lnTo>
                      <a:pt x="10223" y="10547"/>
                    </a:lnTo>
                    <a:lnTo>
                      <a:pt x="10372" y="10223"/>
                    </a:lnTo>
                    <a:lnTo>
                      <a:pt x="10546" y="9900"/>
                    </a:lnTo>
                    <a:lnTo>
                      <a:pt x="10770" y="9602"/>
                    </a:lnTo>
                    <a:lnTo>
                      <a:pt x="10994" y="9328"/>
                    </a:lnTo>
                    <a:lnTo>
                      <a:pt x="11218" y="9079"/>
                    </a:lnTo>
                    <a:lnTo>
                      <a:pt x="11491" y="8806"/>
                    </a:lnTo>
                    <a:lnTo>
                      <a:pt x="11989" y="8333"/>
                    </a:lnTo>
                    <a:lnTo>
                      <a:pt x="12188" y="8159"/>
                    </a:lnTo>
                    <a:lnTo>
                      <a:pt x="12238" y="8109"/>
                    </a:lnTo>
                    <a:lnTo>
                      <a:pt x="11715" y="7637"/>
                    </a:lnTo>
                    <a:lnTo>
                      <a:pt x="11442" y="7388"/>
                    </a:lnTo>
                    <a:lnTo>
                      <a:pt x="11143" y="7164"/>
                    </a:lnTo>
                    <a:lnTo>
                      <a:pt x="10845" y="6940"/>
                    </a:lnTo>
                    <a:lnTo>
                      <a:pt x="10497" y="6741"/>
                    </a:lnTo>
                    <a:lnTo>
                      <a:pt x="10148" y="6542"/>
                    </a:lnTo>
                    <a:lnTo>
                      <a:pt x="9750" y="6368"/>
                    </a:lnTo>
                    <a:lnTo>
                      <a:pt x="9352" y="6194"/>
                    </a:lnTo>
                    <a:lnTo>
                      <a:pt x="8905" y="6045"/>
                    </a:lnTo>
                    <a:lnTo>
                      <a:pt x="8432" y="5896"/>
                    </a:lnTo>
                    <a:lnTo>
                      <a:pt x="7935" y="5796"/>
                    </a:lnTo>
                    <a:lnTo>
                      <a:pt x="7388" y="5697"/>
                    </a:lnTo>
                    <a:lnTo>
                      <a:pt x="6815" y="5647"/>
                    </a:lnTo>
                    <a:lnTo>
                      <a:pt x="6194" y="5597"/>
                    </a:lnTo>
                    <a:lnTo>
                      <a:pt x="5522" y="5597"/>
                    </a:lnTo>
                    <a:lnTo>
                      <a:pt x="5373" y="5547"/>
                    </a:lnTo>
                    <a:lnTo>
                      <a:pt x="5273" y="5473"/>
                    </a:lnTo>
                    <a:lnTo>
                      <a:pt x="5199" y="5373"/>
                    </a:lnTo>
                    <a:lnTo>
                      <a:pt x="5174" y="5224"/>
                    </a:lnTo>
                    <a:lnTo>
                      <a:pt x="5199" y="5100"/>
                    </a:lnTo>
                    <a:lnTo>
                      <a:pt x="5273" y="4975"/>
                    </a:lnTo>
                    <a:lnTo>
                      <a:pt x="5373" y="4901"/>
                    </a:lnTo>
                    <a:lnTo>
                      <a:pt x="5522" y="4876"/>
                    </a:lnTo>
                    <a:lnTo>
                      <a:pt x="6243" y="4901"/>
                    </a:lnTo>
                    <a:lnTo>
                      <a:pt x="6915" y="4926"/>
                    </a:lnTo>
                    <a:lnTo>
                      <a:pt x="7537" y="5000"/>
                    </a:lnTo>
                    <a:lnTo>
                      <a:pt x="8109" y="5100"/>
                    </a:lnTo>
                    <a:lnTo>
                      <a:pt x="8656" y="5224"/>
                    </a:lnTo>
                    <a:lnTo>
                      <a:pt x="9153" y="5373"/>
                    </a:lnTo>
                    <a:lnTo>
                      <a:pt x="9626" y="5523"/>
                    </a:lnTo>
                    <a:lnTo>
                      <a:pt x="10074" y="5722"/>
                    </a:lnTo>
                    <a:lnTo>
                      <a:pt x="10497" y="5921"/>
                    </a:lnTo>
                    <a:lnTo>
                      <a:pt x="10870" y="6119"/>
                    </a:lnTo>
                    <a:lnTo>
                      <a:pt x="11243" y="6368"/>
                    </a:lnTo>
                    <a:lnTo>
                      <a:pt x="11591" y="6592"/>
                    </a:lnTo>
                    <a:lnTo>
                      <a:pt x="11914" y="6841"/>
                    </a:lnTo>
                    <a:lnTo>
                      <a:pt x="12213" y="7114"/>
                    </a:lnTo>
                    <a:lnTo>
                      <a:pt x="12760" y="7637"/>
                    </a:lnTo>
                    <a:lnTo>
                      <a:pt x="13058" y="7363"/>
                    </a:lnTo>
                    <a:lnTo>
                      <a:pt x="13332" y="7065"/>
                    </a:lnTo>
                    <a:lnTo>
                      <a:pt x="13556" y="6791"/>
                    </a:lnTo>
                    <a:lnTo>
                      <a:pt x="13780" y="6468"/>
                    </a:lnTo>
                    <a:lnTo>
                      <a:pt x="13904" y="6219"/>
                    </a:lnTo>
                    <a:lnTo>
                      <a:pt x="14028" y="5945"/>
                    </a:lnTo>
                    <a:lnTo>
                      <a:pt x="14103" y="5647"/>
                    </a:lnTo>
                    <a:lnTo>
                      <a:pt x="14178" y="5324"/>
                    </a:lnTo>
                    <a:lnTo>
                      <a:pt x="14203" y="5025"/>
                    </a:lnTo>
                    <a:lnTo>
                      <a:pt x="14178" y="4727"/>
                    </a:lnTo>
                    <a:lnTo>
                      <a:pt x="14103" y="4478"/>
                    </a:lnTo>
                    <a:lnTo>
                      <a:pt x="14053" y="4354"/>
                    </a:lnTo>
                    <a:lnTo>
                      <a:pt x="13979" y="4229"/>
                    </a:lnTo>
                    <a:lnTo>
                      <a:pt x="13630" y="3831"/>
                    </a:lnTo>
                    <a:lnTo>
                      <a:pt x="13556" y="3831"/>
                    </a:lnTo>
                    <a:lnTo>
                      <a:pt x="13282" y="3881"/>
                    </a:lnTo>
                    <a:lnTo>
                      <a:pt x="13034" y="3931"/>
                    </a:lnTo>
                    <a:lnTo>
                      <a:pt x="12760" y="4030"/>
                    </a:lnTo>
                    <a:lnTo>
                      <a:pt x="12536" y="4155"/>
                    </a:lnTo>
                    <a:lnTo>
                      <a:pt x="12312" y="4304"/>
                    </a:lnTo>
                    <a:lnTo>
                      <a:pt x="12138" y="4478"/>
                    </a:lnTo>
                    <a:lnTo>
                      <a:pt x="11989" y="4677"/>
                    </a:lnTo>
                    <a:lnTo>
                      <a:pt x="11889" y="4901"/>
                    </a:lnTo>
                    <a:lnTo>
                      <a:pt x="11840" y="4975"/>
                    </a:lnTo>
                    <a:lnTo>
                      <a:pt x="11740" y="5050"/>
                    </a:lnTo>
                    <a:lnTo>
                      <a:pt x="11666" y="5100"/>
                    </a:lnTo>
                    <a:lnTo>
                      <a:pt x="11541" y="5125"/>
                    </a:lnTo>
                    <a:lnTo>
                      <a:pt x="11417" y="5100"/>
                    </a:lnTo>
                    <a:lnTo>
                      <a:pt x="11292" y="5000"/>
                    </a:lnTo>
                    <a:lnTo>
                      <a:pt x="11218" y="4901"/>
                    </a:lnTo>
                    <a:lnTo>
                      <a:pt x="11193" y="4776"/>
                    </a:lnTo>
                    <a:lnTo>
                      <a:pt x="11218" y="4627"/>
                    </a:lnTo>
                    <a:lnTo>
                      <a:pt x="11342" y="4378"/>
                    </a:lnTo>
                    <a:lnTo>
                      <a:pt x="11516" y="4130"/>
                    </a:lnTo>
                    <a:lnTo>
                      <a:pt x="11715" y="3906"/>
                    </a:lnTo>
                    <a:lnTo>
                      <a:pt x="11939" y="3707"/>
                    </a:lnTo>
                    <a:lnTo>
                      <a:pt x="12188" y="3558"/>
                    </a:lnTo>
                    <a:lnTo>
                      <a:pt x="12461" y="3408"/>
                    </a:lnTo>
                    <a:lnTo>
                      <a:pt x="12735" y="3284"/>
                    </a:lnTo>
                    <a:lnTo>
                      <a:pt x="13034" y="3209"/>
                    </a:lnTo>
                    <a:lnTo>
                      <a:pt x="12536" y="2762"/>
                    </a:lnTo>
                    <a:lnTo>
                      <a:pt x="12014" y="2339"/>
                    </a:lnTo>
                    <a:lnTo>
                      <a:pt x="11467" y="1941"/>
                    </a:lnTo>
                    <a:lnTo>
                      <a:pt x="10870" y="1568"/>
                    </a:lnTo>
                    <a:lnTo>
                      <a:pt x="10273" y="1245"/>
                    </a:lnTo>
                    <a:lnTo>
                      <a:pt x="9626" y="946"/>
                    </a:lnTo>
                    <a:lnTo>
                      <a:pt x="8979" y="697"/>
                    </a:lnTo>
                    <a:lnTo>
                      <a:pt x="8308" y="449"/>
                    </a:lnTo>
                    <a:lnTo>
                      <a:pt x="7910" y="349"/>
                    </a:lnTo>
                    <a:lnTo>
                      <a:pt x="7512" y="250"/>
                    </a:lnTo>
                    <a:lnTo>
                      <a:pt x="7114" y="175"/>
                    </a:lnTo>
                    <a:lnTo>
                      <a:pt x="6716" y="100"/>
                    </a:lnTo>
                    <a:lnTo>
                      <a:pt x="6343" y="51"/>
                    </a:lnTo>
                    <a:lnTo>
                      <a:pt x="594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" name="Google Shape;82;p13"/>
              <p:cNvSpPr/>
              <p:nvPr/>
            </p:nvSpPr>
            <p:spPr>
              <a:xfrm>
                <a:off x="2328927" y="2212429"/>
                <a:ext cx="292336" cy="384640"/>
              </a:xfrm>
              <a:custGeom>
                <a:rect b="b" l="l" r="r" t="t"/>
                <a:pathLst>
                  <a:path extrusionOk="0" h="18656" w="14179">
                    <a:moveTo>
                      <a:pt x="8880" y="1"/>
                    </a:moveTo>
                    <a:lnTo>
                      <a:pt x="8159" y="26"/>
                    </a:lnTo>
                    <a:lnTo>
                      <a:pt x="7413" y="100"/>
                    </a:lnTo>
                    <a:lnTo>
                      <a:pt x="6642" y="250"/>
                    </a:lnTo>
                    <a:lnTo>
                      <a:pt x="5871" y="449"/>
                    </a:lnTo>
                    <a:lnTo>
                      <a:pt x="5199" y="697"/>
                    </a:lnTo>
                    <a:lnTo>
                      <a:pt x="4553" y="946"/>
                    </a:lnTo>
                    <a:lnTo>
                      <a:pt x="3931" y="1245"/>
                    </a:lnTo>
                    <a:lnTo>
                      <a:pt x="3309" y="1568"/>
                    </a:lnTo>
                    <a:lnTo>
                      <a:pt x="2737" y="1941"/>
                    </a:lnTo>
                    <a:lnTo>
                      <a:pt x="2165" y="2339"/>
                    </a:lnTo>
                    <a:lnTo>
                      <a:pt x="1642" y="2762"/>
                    </a:lnTo>
                    <a:lnTo>
                      <a:pt x="1145" y="3209"/>
                    </a:lnTo>
                    <a:lnTo>
                      <a:pt x="1444" y="3284"/>
                    </a:lnTo>
                    <a:lnTo>
                      <a:pt x="1742" y="3408"/>
                    </a:lnTo>
                    <a:lnTo>
                      <a:pt x="2016" y="3558"/>
                    </a:lnTo>
                    <a:lnTo>
                      <a:pt x="2264" y="3707"/>
                    </a:lnTo>
                    <a:lnTo>
                      <a:pt x="2488" y="3906"/>
                    </a:lnTo>
                    <a:lnTo>
                      <a:pt x="2687" y="4130"/>
                    </a:lnTo>
                    <a:lnTo>
                      <a:pt x="2836" y="4378"/>
                    </a:lnTo>
                    <a:lnTo>
                      <a:pt x="2961" y="4627"/>
                    </a:lnTo>
                    <a:lnTo>
                      <a:pt x="2986" y="4776"/>
                    </a:lnTo>
                    <a:lnTo>
                      <a:pt x="2961" y="4901"/>
                    </a:lnTo>
                    <a:lnTo>
                      <a:pt x="2886" y="5025"/>
                    </a:lnTo>
                    <a:lnTo>
                      <a:pt x="2762" y="5100"/>
                    </a:lnTo>
                    <a:lnTo>
                      <a:pt x="2637" y="5125"/>
                    </a:lnTo>
                    <a:lnTo>
                      <a:pt x="2538" y="5100"/>
                    </a:lnTo>
                    <a:lnTo>
                      <a:pt x="2438" y="5050"/>
                    </a:lnTo>
                    <a:lnTo>
                      <a:pt x="2364" y="4975"/>
                    </a:lnTo>
                    <a:lnTo>
                      <a:pt x="2314" y="4901"/>
                    </a:lnTo>
                    <a:lnTo>
                      <a:pt x="2190" y="4677"/>
                    </a:lnTo>
                    <a:lnTo>
                      <a:pt x="2040" y="4478"/>
                    </a:lnTo>
                    <a:lnTo>
                      <a:pt x="1866" y="4304"/>
                    </a:lnTo>
                    <a:lnTo>
                      <a:pt x="1642" y="4155"/>
                    </a:lnTo>
                    <a:lnTo>
                      <a:pt x="1419" y="4030"/>
                    </a:lnTo>
                    <a:lnTo>
                      <a:pt x="1170" y="3931"/>
                    </a:lnTo>
                    <a:lnTo>
                      <a:pt x="896" y="3881"/>
                    </a:lnTo>
                    <a:lnTo>
                      <a:pt x="623" y="3831"/>
                    </a:lnTo>
                    <a:lnTo>
                      <a:pt x="548" y="3831"/>
                    </a:lnTo>
                    <a:lnTo>
                      <a:pt x="200" y="4229"/>
                    </a:lnTo>
                    <a:lnTo>
                      <a:pt x="150" y="4354"/>
                    </a:lnTo>
                    <a:lnTo>
                      <a:pt x="76" y="4478"/>
                    </a:lnTo>
                    <a:lnTo>
                      <a:pt x="26" y="4752"/>
                    </a:lnTo>
                    <a:lnTo>
                      <a:pt x="1" y="5025"/>
                    </a:lnTo>
                    <a:lnTo>
                      <a:pt x="26" y="5324"/>
                    </a:lnTo>
                    <a:lnTo>
                      <a:pt x="76" y="5647"/>
                    </a:lnTo>
                    <a:lnTo>
                      <a:pt x="150" y="5945"/>
                    </a:lnTo>
                    <a:lnTo>
                      <a:pt x="275" y="6219"/>
                    </a:lnTo>
                    <a:lnTo>
                      <a:pt x="424" y="6468"/>
                    </a:lnTo>
                    <a:lnTo>
                      <a:pt x="623" y="6791"/>
                    </a:lnTo>
                    <a:lnTo>
                      <a:pt x="871" y="7065"/>
                    </a:lnTo>
                    <a:lnTo>
                      <a:pt x="1120" y="7363"/>
                    </a:lnTo>
                    <a:lnTo>
                      <a:pt x="1419" y="7637"/>
                    </a:lnTo>
                    <a:lnTo>
                      <a:pt x="1991" y="7114"/>
                    </a:lnTo>
                    <a:lnTo>
                      <a:pt x="2289" y="6841"/>
                    </a:lnTo>
                    <a:lnTo>
                      <a:pt x="2613" y="6592"/>
                    </a:lnTo>
                    <a:lnTo>
                      <a:pt x="2936" y="6368"/>
                    </a:lnTo>
                    <a:lnTo>
                      <a:pt x="3309" y="6119"/>
                    </a:lnTo>
                    <a:lnTo>
                      <a:pt x="3682" y="5921"/>
                    </a:lnTo>
                    <a:lnTo>
                      <a:pt x="4105" y="5722"/>
                    </a:lnTo>
                    <a:lnTo>
                      <a:pt x="4553" y="5523"/>
                    </a:lnTo>
                    <a:lnTo>
                      <a:pt x="5025" y="5373"/>
                    </a:lnTo>
                    <a:lnTo>
                      <a:pt x="5523" y="5224"/>
                    </a:lnTo>
                    <a:lnTo>
                      <a:pt x="6070" y="5100"/>
                    </a:lnTo>
                    <a:lnTo>
                      <a:pt x="6667" y="5000"/>
                    </a:lnTo>
                    <a:lnTo>
                      <a:pt x="7289" y="4926"/>
                    </a:lnTo>
                    <a:lnTo>
                      <a:pt x="7960" y="4901"/>
                    </a:lnTo>
                    <a:lnTo>
                      <a:pt x="8656" y="4876"/>
                    </a:lnTo>
                    <a:lnTo>
                      <a:pt x="8806" y="4901"/>
                    </a:lnTo>
                    <a:lnTo>
                      <a:pt x="8905" y="4975"/>
                    </a:lnTo>
                    <a:lnTo>
                      <a:pt x="9005" y="5100"/>
                    </a:lnTo>
                    <a:lnTo>
                      <a:pt x="9030" y="5224"/>
                    </a:lnTo>
                    <a:lnTo>
                      <a:pt x="9005" y="5373"/>
                    </a:lnTo>
                    <a:lnTo>
                      <a:pt x="8905" y="5473"/>
                    </a:lnTo>
                    <a:lnTo>
                      <a:pt x="8806" y="5547"/>
                    </a:lnTo>
                    <a:lnTo>
                      <a:pt x="8656" y="5597"/>
                    </a:lnTo>
                    <a:lnTo>
                      <a:pt x="8010" y="5597"/>
                    </a:lnTo>
                    <a:lnTo>
                      <a:pt x="7388" y="5647"/>
                    </a:lnTo>
                    <a:lnTo>
                      <a:pt x="6791" y="5697"/>
                    </a:lnTo>
                    <a:lnTo>
                      <a:pt x="6269" y="5796"/>
                    </a:lnTo>
                    <a:lnTo>
                      <a:pt x="5746" y="5896"/>
                    </a:lnTo>
                    <a:lnTo>
                      <a:pt x="5274" y="6045"/>
                    </a:lnTo>
                    <a:lnTo>
                      <a:pt x="4851" y="6194"/>
                    </a:lnTo>
                    <a:lnTo>
                      <a:pt x="4428" y="6368"/>
                    </a:lnTo>
                    <a:lnTo>
                      <a:pt x="4055" y="6542"/>
                    </a:lnTo>
                    <a:lnTo>
                      <a:pt x="3682" y="6741"/>
                    </a:lnTo>
                    <a:lnTo>
                      <a:pt x="3359" y="6940"/>
                    </a:lnTo>
                    <a:lnTo>
                      <a:pt x="3035" y="7164"/>
                    </a:lnTo>
                    <a:lnTo>
                      <a:pt x="2737" y="7388"/>
                    </a:lnTo>
                    <a:lnTo>
                      <a:pt x="2463" y="7637"/>
                    </a:lnTo>
                    <a:lnTo>
                      <a:pt x="1941" y="8109"/>
                    </a:lnTo>
                    <a:lnTo>
                      <a:pt x="1991" y="8159"/>
                    </a:lnTo>
                    <a:lnTo>
                      <a:pt x="2190" y="8333"/>
                    </a:lnTo>
                    <a:lnTo>
                      <a:pt x="2712" y="8806"/>
                    </a:lnTo>
                    <a:lnTo>
                      <a:pt x="2961" y="9079"/>
                    </a:lnTo>
                    <a:lnTo>
                      <a:pt x="3209" y="9328"/>
                    </a:lnTo>
                    <a:lnTo>
                      <a:pt x="3433" y="9602"/>
                    </a:lnTo>
                    <a:lnTo>
                      <a:pt x="3632" y="9900"/>
                    </a:lnTo>
                    <a:lnTo>
                      <a:pt x="3806" y="10223"/>
                    </a:lnTo>
                    <a:lnTo>
                      <a:pt x="3956" y="10547"/>
                    </a:lnTo>
                    <a:lnTo>
                      <a:pt x="4080" y="10895"/>
                    </a:lnTo>
                    <a:lnTo>
                      <a:pt x="4155" y="11243"/>
                    </a:lnTo>
                    <a:lnTo>
                      <a:pt x="4478" y="11044"/>
                    </a:lnTo>
                    <a:lnTo>
                      <a:pt x="4826" y="10845"/>
                    </a:lnTo>
                    <a:lnTo>
                      <a:pt x="5547" y="10497"/>
                    </a:lnTo>
                    <a:lnTo>
                      <a:pt x="6294" y="10223"/>
                    </a:lnTo>
                    <a:lnTo>
                      <a:pt x="7065" y="9975"/>
                    </a:lnTo>
                    <a:lnTo>
                      <a:pt x="7836" y="9801"/>
                    </a:lnTo>
                    <a:lnTo>
                      <a:pt x="8632" y="9651"/>
                    </a:lnTo>
                    <a:lnTo>
                      <a:pt x="9452" y="9577"/>
                    </a:lnTo>
                    <a:lnTo>
                      <a:pt x="10273" y="9577"/>
                    </a:lnTo>
                    <a:lnTo>
                      <a:pt x="10398" y="9602"/>
                    </a:lnTo>
                    <a:lnTo>
                      <a:pt x="10522" y="9676"/>
                    </a:lnTo>
                    <a:lnTo>
                      <a:pt x="10597" y="9801"/>
                    </a:lnTo>
                    <a:lnTo>
                      <a:pt x="10621" y="9950"/>
                    </a:lnTo>
                    <a:lnTo>
                      <a:pt x="10621" y="10000"/>
                    </a:lnTo>
                    <a:lnTo>
                      <a:pt x="10597" y="10074"/>
                    </a:lnTo>
                    <a:lnTo>
                      <a:pt x="10497" y="10174"/>
                    </a:lnTo>
                    <a:lnTo>
                      <a:pt x="10398" y="10248"/>
                    </a:lnTo>
                    <a:lnTo>
                      <a:pt x="10248" y="10298"/>
                    </a:lnTo>
                    <a:lnTo>
                      <a:pt x="9452" y="10298"/>
                    </a:lnTo>
                    <a:lnTo>
                      <a:pt x="9054" y="10323"/>
                    </a:lnTo>
                    <a:lnTo>
                      <a:pt x="8656" y="10373"/>
                    </a:lnTo>
                    <a:lnTo>
                      <a:pt x="7861" y="10522"/>
                    </a:lnTo>
                    <a:lnTo>
                      <a:pt x="7090" y="10696"/>
                    </a:lnTo>
                    <a:lnTo>
                      <a:pt x="6343" y="10945"/>
                    </a:lnTo>
                    <a:lnTo>
                      <a:pt x="5970" y="11094"/>
                    </a:lnTo>
                    <a:lnTo>
                      <a:pt x="5622" y="11243"/>
                    </a:lnTo>
                    <a:lnTo>
                      <a:pt x="5274" y="11417"/>
                    </a:lnTo>
                    <a:lnTo>
                      <a:pt x="4926" y="11591"/>
                    </a:lnTo>
                    <a:lnTo>
                      <a:pt x="4602" y="11790"/>
                    </a:lnTo>
                    <a:lnTo>
                      <a:pt x="4279" y="11989"/>
                    </a:lnTo>
                    <a:lnTo>
                      <a:pt x="4254" y="12014"/>
                    </a:lnTo>
                    <a:lnTo>
                      <a:pt x="4279" y="12537"/>
                    </a:lnTo>
                    <a:lnTo>
                      <a:pt x="4304" y="13233"/>
                    </a:lnTo>
                    <a:lnTo>
                      <a:pt x="4354" y="13556"/>
                    </a:lnTo>
                    <a:lnTo>
                      <a:pt x="4403" y="13880"/>
                    </a:lnTo>
                    <a:lnTo>
                      <a:pt x="4503" y="14178"/>
                    </a:lnTo>
                    <a:lnTo>
                      <a:pt x="4627" y="14477"/>
                    </a:lnTo>
                    <a:lnTo>
                      <a:pt x="4776" y="14775"/>
                    </a:lnTo>
                    <a:lnTo>
                      <a:pt x="4951" y="15049"/>
                    </a:lnTo>
                    <a:lnTo>
                      <a:pt x="5149" y="15322"/>
                    </a:lnTo>
                    <a:lnTo>
                      <a:pt x="5398" y="15571"/>
                    </a:lnTo>
                    <a:lnTo>
                      <a:pt x="5647" y="15820"/>
                    </a:lnTo>
                    <a:lnTo>
                      <a:pt x="5921" y="16044"/>
                    </a:lnTo>
                    <a:lnTo>
                      <a:pt x="6219" y="16243"/>
                    </a:lnTo>
                    <a:lnTo>
                      <a:pt x="6517" y="16417"/>
                    </a:lnTo>
                    <a:lnTo>
                      <a:pt x="6866" y="16591"/>
                    </a:lnTo>
                    <a:lnTo>
                      <a:pt x="7189" y="16740"/>
                    </a:lnTo>
                    <a:lnTo>
                      <a:pt x="7537" y="16864"/>
                    </a:lnTo>
                    <a:lnTo>
                      <a:pt x="7910" y="16964"/>
                    </a:lnTo>
                    <a:lnTo>
                      <a:pt x="8283" y="17014"/>
                    </a:lnTo>
                    <a:lnTo>
                      <a:pt x="8656" y="17063"/>
                    </a:lnTo>
                    <a:lnTo>
                      <a:pt x="8681" y="17063"/>
                    </a:lnTo>
                    <a:lnTo>
                      <a:pt x="8930" y="16964"/>
                    </a:lnTo>
                    <a:lnTo>
                      <a:pt x="9179" y="16840"/>
                    </a:lnTo>
                    <a:lnTo>
                      <a:pt x="9428" y="16715"/>
                    </a:lnTo>
                    <a:lnTo>
                      <a:pt x="9651" y="16541"/>
                    </a:lnTo>
                    <a:lnTo>
                      <a:pt x="9850" y="16392"/>
                    </a:lnTo>
                    <a:lnTo>
                      <a:pt x="10049" y="16193"/>
                    </a:lnTo>
                    <a:lnTo>
                      <a:pt x="10223" y="15994"/>
                    </a:lnTo>
                    <a:lnTo>
                      <a:pt x="10373" y="15795"/>
                    </a:lnTo>
                    <a:lnTo>
                      <a:pt x="10472" y="15695"/>
                    </a:lnTo>
                    <a:lnTo>
                      <a:pt x="10597" y="15646"/>
                    </a:lnTo>
                    <a:lnTo>
                      <a:pt x="10721" y="15621"/>
                    </a:lnTo>
                    <a:lnTo>
                      <a:pt x="10870" y="15670"/>
                    </a:lnTo>
                    <a:lnTo>
                      <a:pt x="10970" y="15770"/>
                    </a:lnTo>
                    <a:lnTo>
                      <a:pt x="11019" y="15894"/>
                    </a:lnTo>
                    <a:lnTo>
                      <a:pt x="11019" y="16044"/>
                    </a:lnTo>
                    <a:lnTo>
                      <a:pt x="10970" y="16168"/>
                    </a:lnTo>
                    <a:lnTo>
                      <a:pt x="10796" y="16417"/>
                    </a:lnTo>
                    <a:lnTo>
                      <a:pt x="10621" y="16641"/>
                    </a:lnTo>
                    <a:lnTo>
                      <a:pt x="10422" y="16840"/>
                    </a:lnTo>
                    <a:lnTo>
                      <a:pt x="10199" y="17038"/>
                    </a:lnTo>
                    <a:lnTo>
                      <a:pt x="9950" y="17213"/>
                    </a:lnTo>
                    <a:lnTo>
                      <a:pt x="9701" y="17362"/>
                    </a:lnTo>
                    <a:lnTo>
                      <a:pt x="9428" y="17511"/>
                    </a:lnTo>
                    <a:lnTo>
                      <a:pt x="9129" y="17635"/>
                    </a:lnTo>
                    <a:lnTo>
                      <a:pt x="9303" y="17834"/>
                    </a:lnTo>
                    <a:lnTo>
                      <a:pt x="9477" y="18009"/>
                    </a:lnTo>
                    <a:lnTo>
                      <a:pt x="9701" y="18183"/>
                    </a:lnTo>
                    <a:lnTo>
                      <a:pt x="9975" y="18307"/>
                    </a:lnTo>
                    <a:lnTo>
                      <a:pt x="10323" y="18456"/>
                    </a:lnTo>
                    <a:lnTo>
                      <a:pt x="10746" y="18556"/>
                    </a:lnTo>
                    <a:lnTo>
                      <a:pt x="11169" y="18630"/>
                    </a:lnTo>
                    <a:lnTo>
                      <a:pt x="11641" y="18655"/>
                    </a:lnTo>
                    <a:lnTo>
                      <a:pt x="12039" y="18630"/>
                    </a:lnTo>
                    <a:lnTo>
                      <a:pt x="12412" y="18605"/>
                    </a:lnTo>
                    <a:lnTo>
                      <a:pt x="12760" y="18556"/>
                    </a:lnTo>
                    <a:lnTo>
                      <a:pt x="13084" y="18481"/>
                    </a:lnTo>
                    <a:lnTo>
                      <a:pt x="13382" y="18382"/>
                    </a:lnTo>
                    <a:lnTo>
                      <a:pt x="13656" y="18257"/>
                    </a:lnTo>
                    <a:lnTo>
                      <a:pt x="13929" y="18108"/>
                    </a:lnTo>
                    <a:lnTo>
                      <a:pt x="14178" y="17959"/>
                    </a:lnTo>
                    <a:lnTo>
                      <a:pt x="14178" y="14850"/>
                    </a:lnTo>
                    <a:lnTo>
                      <a:pt x="13929" y="14601"/>
                    </a:lnTo>
                    <a:lnTo>
                      <a:pt x="13631" y="14402"/>
                    </a:lnTo>
                    <a:lnTo>
                      <a:pt x="13308" y="14228"/>
                    </a:lnTo>
                    <a:lnTo>
                      <a:pt x="12984" y="14079"/>
                    </a:lnTo>
                    <a:lnTo>
                      <a:pt x="12611" y="13979"/>
                    </a:lnTo>
                    <a:lnTo>
                      <a:pt x="12213" y="13855"/>
                    </a:lnTo>
                    <a:lnTo>
                      <a:pt x="11368" y="13681"/>
                    </a:lnTo>
                    <a:lnTo>
                      <a:pt x="10920" y="13606"/>
                    </a:lnTo>
                    <a:lnTo>
                      <a:pt x="10472" y="13581"/>
                    </a:lnTo>
                    <a:lnTo>
                      <a:pt x="10024" y="13581"/>
                    </a:lnTo>
                    <a:lnTo>
                      <a:pt x="9602" y="13631"/>
                    </a:lnTo>
                    <a:lnTo>
                      <a:pt x="9154" y="13681"/>
                    </a:lnTo>
                    <a:lnTo>
                      <a:pt x="8731" y="13780"/>
                    </a:lnTo>
                    <a:lnTo>
                      <a:pt x="8308" y="13929"/>
                    </a:lnTo>
                    <a:lnTo>
                      <a:pt x="7910" y="14079"/>
                    </a:lnTo>
                    <a:lnTo>
                      <a:pt x="7761" y="14104"/>
                    </a:lnTo>
                    <a:lnTo>
                      <a:pt x="7637" y="14104"/>
                    </a:lnTo>
                    <a:lnTo>
                      <a:pt x="7512" y="14029"/>
                    </a:lnTo>
                    <a:lnTo>
                      <a:pt x="7438" y="13905"/>
                    </a:lnTo>
                    <a:lnTo>
                      <a:pt x="7388" y="13780"/>
                    </a:lnTo>
                    <a:lnTo>
                      <a:pt x="7413" y="13631"/>
                    </a:lnTo>
                    <a:lnTo>
                      <a:pt x="7487" y="13531"/>
                    </a:lnTo>
                    <a:lnTo>
                      <a:pt x="7612" y="13432"/>
                    </a:lnTo>
                    <a:lnTo>
                      <a:pt x="8060" y="13258"/>
                    </a:lnTo>
                    <a:lnTo>
                      <a:pt x="8532" y="13109"/>
                    </a:lnTo>
                    <a:lnTo>
                      <a:pt x="9005" y="12984"/>
                    </a:lnTo>
                    <a:lnTo>
                      <a:pt x="9502" y="12910"/>
                    </a:lnTo>
                    <a:lnTo>
                      <a:pt x="10000" y="12885"/>
                    </a:lnTo>
                    <a:lnTo>
                      <a:pt x="10497" y="12860"/>
                    </a:lnTo>
                    <a:lnTo>
                      <a:pt x="10994" y="12910"/>
                    </a:lnTo>
                    <a:lnTo>
                      <a:pt x="11492" y="12984"/>
                    </a:lnTo>
                    <a:lnTo>
                      <a:pt x="12238" y="13134"/>
                    </a:lnTo>
                    <a:lnTo>
                      <a:pt x="12611" y="13233"/>
                    </a:lnTo>
                    <a:lnTo>
                      <a:pt x="12959" y="13332"/>
                    </a:lnTo>
                    <a:lnTo>
                      <a:pt x="13283" y="13432"/>
                    </a:lnTo>
                    <a:lnTo>
                      <a:pt x="13606" y="13581"/>
                    </a:lnTo>
                    <a:lnTo>
                      <a:pt x="13905" y="13730"/>
                    </a:lnTo>
                    <a:lnTo>
                      <a:pt x="14178" y="13905"/>
                    </a:lnTo>
                    <a:lnTo>
                      <a:pt x="14178" y="8383"/>
                    </a:lnTo>
                    <a:lnTo>
                      <a:pt x="13432" y="8184"/>
                    </a:lnTo>
                    <a:lnTo>
                      <a:pt x="12686" y="8035"/>
                    </a:lnTo>
                    <a:lnTo>
                      <a:pt x="11915" y="7935"/>
                    </a:lnTo>
                    <a:lnTo>
                      <a:pt x="11169" y="7885"/>
                    </a:lnTo>
                    <a:lnTo>
                      <a:pt x="10398" y="7910"/>
                    </a:lnTo>
                    <a:lnTo>
                      <a:pt x="9602" y="7985"/>
                    </a:lnTo>
                    <a:lnTo>
                      <a:pt x="8831" y="8084"/>
                    </a:lnTo>
                    <a:lnTo>
                      <a:pt x="8035" y="8259"/>
                    </a:lnTo>
                    <a:lnTo>
                      <a:pt x="7960" y="8283"/>
                    </a:lnTo>
                    <a:lnTo>
                      <a:pt x="7885" y="8259"/>
                    </a:lnTo>
                    <a:lnTo>
                      <a:pt x="7761" y="8234"/>
                    </a:lnTo>
                    <a:lnTo>
                      <a:pt x="7662" y="8134"/>
                    </a:lnTo>
                    <a:lnTo>
                      <a:pt x="7587" y="8010"/>
                    </a:lnTo>
                    <a:lnTo>
                      <a:pt x="7587" y="7861"/>
                    </a:lnTo>
                    <a:lnTo>
                      <a:pt x="7637" y="7736"/>
                    </a:lnTo>
                    <a:lnTo>
                      <a:pt x="7736" y="7637"/>
                    </a:lnTo>
                    <a:lnTo>
                      <a:pt x="7861" y="7562"/>
                    </a:lnTo>
                    <a:lnTo>
                      <a:pt x="8681" y="7388"/>
                    </a:lnTo>
                    <a:lnTo>
                      <a:pt x="9477" y="7264"/>
                    </a:lnTo>
                    <a:lnTo>
                      <a:pt x="10273" y="7189"/>
                    </a:lnTo>
                    <a:lnTo>
                      <a:pt x="11069" y="7189"/>
                    </a:lnTo>
                    <a:lnTo>
                      <a:pt x="11865" y="7214"/>
                    </a:lnTo>
                    <a:lnTo>
                      <a:pt x="12636" y="7313"/>
                    </a:lnTo>
                    <a:lnTo>
                      <a:pt x="13407" y="7438"/>
                    </a:lnTo>
                    <a:lnTo>
                      <a:pt x="14178" y="7637"/>
                    </a:lnTo>
                    <a:lnTo>
                      <a:pt x="14178" y="6244"/>
                    </a:lnTo>
                    <a:lnTo>
                      <a:pt x="14178" y="5945"/>
                    </a:lnTo>
                    <a:lnTo>
                      <a:pt x="14153" y="5622"/>
                    </a:lnTo>
                    <a:lnTo>
                      <a:pt x="14054" y="5000"/>
                    </a:lnTo>
                    <a:lnTo>
                      <a:pt x="13929" y="4378"/>
                    </a:lnTo>
                    <a:lnTo>
                      <a:pt x="13755" y="3732"/>
                    </a:lnTo>
                    <a:lnTo>
                      <a:pt x="13308" y="3483"/>
                    </a:lnTo>
                    <a:lnTo>
                      <a:pt x="12860" y="3234"/>
                    </a:lnTo>
                    <a:lnTo>
                      <a:pt x="12362" y="3035"/>
                    </a:lnTo>
                    <a:lnTo>
                      <a:pt x="11865" y="2861"/>
                    </a:lnTo>
                    <a:lnTo>
                      <a:pt x="11368" y="2712"/>
                    </a:lnTo>
                    <a:lnTo>
                      <a:pt x="10845" y="2612"/>
                    </a:lnTo>
                    <a:lnTo>
                      <a:pt x="10323" y="2513"/>
                    </a:lnTo>
                    <a:lnTo>
                      <a:pt x="9801" y="2463"/>
                    </a:lnTo>
                    <a:lnTo>
                      <a:pt x="9253" y="2438"/>
                    </a:lnTo>
                    <a:lnTo>
                      <a:pt x="8706" y="2438"/>
                    </a:lnTo>
                    <a:lnTo>
                      <a:pt x="8184" y="2463"/>
                    </a:lnTo>
                    <a:lnTo>
                      <a:pt x="7637" y="2538"/>
                    </a:lnTo>
                    <a:lnTo>
                      <a:pt x="7090" y="2637"/>
                    </a:lnTo>
                    <a:lnTo>
                      <a:pt x="6567" y="2762"/>
                    </a:lnTo>
                    <a:lnTo>
                      <a:pt x="6020" y="2911"/>
                    </a:lnTo>
                    <a:lnTo>
                      <a:pt x="5498" y="3110"/>
                    </a:lnTo>
                    <a:lnTo>
                      <a:pt x="5348" y="3135"/>
                    </a:lnTo>
                    <a:lnTo>
                      <a:pt x="5224" y="3110"/>
                    </a:lnTo>
                    <a:lnTo>
                      <a:pt x="5125" y="3010"/>
                    </a:lnTo>
                    <a:lnTo>
                      <a:pt x="5025" y="2911"/>
                    </a:lnTo>
                    <a:lnTo>
                      <a:pt x="5000" y="2762"/>
                    </a:lnTo>
                    <a:lnTo>
                      <a:pt x="5050" y="2637"/>
                    </a:lnTo>
                    <a:lnTo>
                      <a:pt x="5125" y="2513"/>
                    </a:lnTo>
                    <a:lnTo>
                      <a:pt x="5249" y="2438"/>
                    </a:lnTo>
                    <a:lnTo>
                      <a:pt x="5746" y="2264"/>
                    </a:lnTo>
                    <a:lnTo>
                      <a:pt x="6269" y="2090"/>
                    </a:lnTo>
                    <a:lnTo>
                      <a:pt x="6816" y="1966"/>
                    </a:lnTo>
                    <a:lnTo>
                      <a:pt x="7338" y="1866"/>
                    </a:lnTo>
                    <a:lnTo>
                      <a:pt x="7861" y="1792"/>
                    </a:lnTo>
                    <a:lnTo>
                      <a:pt x="8408" y="1742"/>
                    </a:lnTo>
                    <a:lnTo>
                      <a:pt x="8930" y="1717"/>
                    </a:lnTo>
                    <a:lnTo>
                      <a:pt x="9477" y="1742"/>
                    </a:lnTo>
                    <a:lnTo>
                      <a:pt x="10000" y="1767"/>
                    </a:lnTo>
                    <a:lnTo>
                      <a:pt x="10522" y="1841"/>
                    </a:lnTo>
                    <a:lnTo>
                      <a:pt x="11044" y="1916"/>
                    </a:lnTo>
                    <a:lnTo>
                      <a:pt x="11542" y="2040"/>
                    </a:lnTo>
                    <a:lnTo>
                      <a:pt x="12039" y="2190"/>
                    </a:lnTo>
                    <a:lnTo>
                      <a:pt x="12537" y="2339"/>
                    </a:lnTo>
                    <a:lnTo>
                      <a:pt x="13009" y="2538"/>
                    </a:lnTo>
                    <a:lnTo>
                      <a:pt x="13482" y="2762"/>
                    </a:lnTo>
                    <a:lnTo>
                      <a:pt x="13482" y="2762"/>
                    </a:lnTo>
                    <a:lnTo>
                      <a:pt x="13357" y="2438"/>
                    </a:lnTo>
                    <a:lnTo>
                      <a:pt x="13233" y="2115"/>
                    </a:lnTo>
                    <a:lnTo>
                      <a:pt x="13084" y="1792"/>
                    </a:lnTo>
                    <a:lnTo>
                      <a:pt x="12885" y="1493"/>
                    </a:lnTo>
                    <a:lnTo>
                      <a:pt x="12661" y="1220"/>
                    </a:lnTo>
                    <a:lnTo>
                      <a:pt x="12387" y="946"/>
                    </a:lnTo>
                    <a:lnTo>
                      <a:pt x="12089" y="722"/>
                    </a:lnTo>
                    <a:lnTo>
                      <a:pt x="11691" y="523"/>
                    </a:lnTo>
                    <a:lnTo>
                      <a:pt x="11392" y="399"/>
                    </a:lnTo>
                    <a:lnTo>
                      <a:pt x="11069" y="299"/>
                    </a:lnTo>
                    <a:lnTo>
                      <a:pt x="10721" y="200"/>
                    </a:lnTo>
                    <a:lnTo>
                      <a:pt x="10373" y="125"/>
                    </a:lnTo>
                    <a:lnTo>
                      <a:pt x="10024" y="76"/>
                    </a:lnTo>
                    <a:lnTo>
                      <a:pt x="9651" y="26"/>
                    </a:lnTo>
                    <a:lnTo>
                      <a:pt x="927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" name="Google Shape;83;p13"/>
              <p:cNvSpPr/>
              <p:nvPr/>
            </p:nvSpPr>
            <p:spPr>
              <a:xfrm>
                <a:off x="2200212" y="2307826"/>
                <a:ext cx="421051" cy="461028"/>
              </a:xfrm>
              <a:custGeom>
                <a:rect b="b" l="l" r="r" t="t"/>
                <a:pathLst>
                  <a:path extrusionOk="0" h="22361" w="20422">
                    <a:moveTo>
                      <a:pt x="5572" y="0"/>
                    </a:moveTo>
                    <a:lnTo>
                      <a:pt x="5199" y="149"/>
                    </a:lnTo>
                    <a:lnTo>
                      <a:pt x="4876" y="323"/>
                    </a:lnTo>
                    <a:lnTo>
                      <a:pt x="4528" y="498"/>
                    </a:lnTo>
                    <a:lnTo>
                      <a:pt x="4204" y="697"/>
                    </a:lnTo>
                    <a:lnTo>
                      <a:pt x="3881" y="896"/>
                    </a:lnTo>
                    <a:lnTo>
                      <a:pt x="3583" y="1119"/>
                    </a:lnTo>
                    <a:lnTo>
                      <a:pt x="3284" y="1343"/>
                    </a:lnTo>
                    <a:lnTo>
                      <a:pt x="3011" y="1592"/>
                    </a:lnTo>
                    <a:lnTo>
                      <a:pt x="2737" y="1841"/>
                    </a:lnTo>
                    <a:lnTo>
                      <a:pt x="2488" y="2089"/>
                    </a:lnTo>
                    <a:lnTo>
                      <a:pt x="2239" y="2363"/>
                    </a:lnTo>
                    <a:lnTo>
                      <a:pt x="2016" y="2661"/>
                    </a:lnTo>
                    <a:lnTo>
                      <a:pt x="1817" y="2935"/>
                    </a:lnTo>
                    <a:lnTo>
                      <a:pt x="1618" y="3234"/>
                    </a:lnTo>
                    <a:lnTo>
                      <a:pt x="1444" y="3532"/>
                    </a:lnTo>
                    <a:lnTo>
                      <a:pt x="1294" y="3855"/>
                    </a:lnTo>
                    <a:lnTo>
                      <a:pt x="1145" y="4179"/>
                    </a:lnTo>
                    <a:lnTo>
                      <a:pt x="1021" y="4527"/>
                    </a:lnTo>
                    <a:lnTo>
                      <a:pt x="921" y="4850"/>
                    </a:lnTo>
                    <a:lnTo>
                      <a:pt x="822" y="5198"/>
                    </a:lnTo>
                    <a:lnTo>
                      <a:pt x="772" y="5547"/>
                    </a:lnTo>
                    <a:lnTo>
                      <a:pt x="722" y="5920"/>
                    </a:lnTo>
                    <a:lnTo>
                      <a:pt x="697" y="6268"/>
                    </a:lnTo>
                    <a:lnTo>
                      <a:pt x="697" y="6616"/>
                    </a:lnTo>
                    <a:lnTo>
                      <a:pt x="722" y="6964"/>
                    </a:lnTo>
                    <a:lnTo>
                      <a:pt x="747" y="7313"/>
                    </a:lnTo>
                    <a:lnTo>
                      <a:pt x="797" y="7661"/>
                    </a:lnTo>
                    <a:lnTo>
                      <a:pt x="871" y="8009"/>
                    </a:lnTo>
                    <a:lnTo>
                      <a:pt x="971" y="8357"/>
                    </a:lnTo>
                    <a:lnTo>
                      <a:pt x="1095" y="8705"/>
                    </a:lnTo>
                    <a:lnTo>
                      <a:pt x="1220" y="9029"/>
                    </a:lnTo>
                    <a:lnTo>
                      <a:pt x="1369" y="9377"/>
                    </a:lnTo>
                    <a:lnTo>
                      <a:pt x="1742" y="8954"/>
                    </a:lnTo>
                    <a:lnTo>
                      <a:pt x="2165" y="8581"/>
                    </a:lnTo>
                    <a:lnTo>
                      <a:pt x="2613" y="8258"/>
                    </a:lnTo>
                    <a:lnTo>
                      <a:pt x="3110" y="7934"/>
                    </a:lnTo>
                    <a:lnTo>
                      <a:pt x="3607" y="7661"/>
                    </a:lnTo>
                    <a:lnTo>
                      <a:pt x="4155" y="7437"/>
                    </a:lnTo>
                    <a:lnTo>
                      <a:pt x="4702" y="7263"/>
                    </a:lnTo>
                    <a:lnTo>
                      <a:pt x="5299" y="7114"/>
                    </a:lnTo>
                    <a:lnTo>
                      <a:pt x="5423" y="7114"/>
                    </a:lnTo>
                    <a:lnTo>
                      <a:pt x="5572" y="7163"/>
                    </a:lnTo>
                    <a:lnTo>
                      <a:pt x="5647" y="7263"/>
                    </a:lnTo>
                    <a:lnTo>
                      <a:pt x="5722" y="7387"/>
                    </a:lnTo>
                    <a:lnTo>
                      <a:pt x="5722" y="7536"/>
                    </a:lnTo>
                    <a:lnTo>
                      <a:pt x="5672" y="7661"/>
                    </a:lnTo>
                    <a:lnTo>
                      <a:pt x="5572" y="7760"/>
                    </a:lnTo>
                    <a:lnTo>
                      <a:pt x="5448" y="7810"/>
                    </a:lnTo>
                    <a:lnTo>
                      <a:pt x="4876" y="7934"/>
                    </a:lnTo>
                    <a:lnTo>
                      <a:pt x="4354" y="8133"/>
                    </a:lnTo>
                    <a:lnTo>
                      <a:pt x="3831" y="8357"/>
                    </a:lnTo>
                    <a:lnTo>
                      <a:pt x="3359" y="8606"/>
                    </a:lnTo>
                    <a:lnTo>
                      <a:pt x="2911" y="8904"/>
                    </a:lnTo>
                    <a:lnTo>
                      <a:pt x="2488" y="9228"/>
                    </a:lnTo>
                    <a:lnTo>
                      <a:pt x="2115" y="9601"/>
                    </a:lnTo>
                    <a:lnTo>
                      <a:pt x="1767" y="9999"/>
                    </a:lnTo>
                    <a:lnTo>
                      <a:pt x="2239" y="10521"/>
                    </a:lnTo>
                    <a:lnTo>
                      <a:pt x="2488" y="10795"/>
                    </a:lnTo>
                    <a:lnTo>
                      <a:pt x="2737" y="11043"/>
                    </a:lnTo>
                    <a:lnTo>
                      <a:pt x="3011" y="11267"/>
                    </a:lnTo>
                    <a:lnTo>
                      <a:pt x="3309" y="11491"/>
                    </a:lnTo>
                    <a:lnTo>
                      <a:pt x="3632" y="11690"/>
                    </a:lnTo>
                    <a:lnTo>
                      <a:pt x="3956" y="11864"/>
                    </a:lnTo>
                    <a:lnTo>
                      <a:pt x="4354" y="12014"/>
                    </a:lnTo>
                    <a:lnTo>
                      <a:pt x="4776" y="12138"/>
                    </a:lnTo>
                    <a:lnTo>
                      <a:pt x="5224" y="12213"/>
                    </a:lnTo>
                    <a:lnTo>
                      <a:pt x="5672" y="12237"/>
                    </a:lnTo>
                    <a:lnTo>
                      <a:pt x="6120" y="12213"/>
                    </a:lnTo>
                    <a:lnTo>
                      <a:pt x="6343" y="12188"/>
                    </a:lnTo>
                    <a:lnTo>
                      <a:pt x="6542" y="12113"/>
                    </a:lnTo>
                    <a:lnTo>
                      <a:pt x="6741" y="12063"/>
                    </a:lnTo>
                    <a:lnTo>
                      <a:pt x="6940" y="11964"/>
                    </a:lnTo>
                    <a:lnTo>
                      <a:pt x="7139" y="11864"/>
                    </a:lnTo>
                    <a:lnTo>
                      <a:pt x="7313" y="11740"/>
                    </a:lnTo>
                    <a:lnTo>
                      <a:pt x="7438" y="11690"/>
                    </a:lnTo>
                    <a:lnTo>
                      <a:pt x="7587" y="11690"/>
                    </a:lnTo>
                    <a:lnTo>
                      <a:pt x="7711" y="11715"/>
                    </a:lnTo>
                    <a:lnTo>
                      <a:pt x="7811" y="11815"/>
                    </a:lnTo>
                    <a:lnTo>
                      <a:pt x="7885" y="11939"/>
                    </a:lnTo>
                    <a:lnTo>
                      <a:pt x="7885" y="12088"/>
                    </a:lnTo>
                    <a:lnTo>
                      <a:pt x="7836" y="12213"/>
                    </a:lnTo>
                    <a:lnTo>
                      <a:pt x="7736" y="12312"/>
                    </a:lnTo>
                    <a:lnTo>
                      <a:pt x="7463" y="12511"/>
                    </a:lnTo>
                    <a:lnTo>
                      <a:pt x="7139" y="12660"/>
                    </a:lnTo>
                    <a:lnTo>
                      <a:pt x="6816" y="12785"/>
                    </a:lnTo>
                    <a:lnTo>
                      <a:pt x="6468" y="12859"/>
                    </a:lnTo>
                    <a:lnTo>
                      <a:pt x="6468" y="13158"/>
                    </a:lnTo>
                    <a:lnTo>
                      <a:pt x="6518" y="13431"/>
                    </a:lnTo>
                    <a:lnTo>
                      <a:pt x="6567" y="13730"/>
                    </a:lnTo>
                    <a:lnTo>
                      <a:pt x="6642" y="14003"/>
                    </a:lnTo>
                    <a:lnTo>
                      <a:pt x="6766" y="14277"/>
                    </a:lnTo>
                    <a:lnTo>
                      <a:pt x="6891" y="14551"/>
                    </a:lnTo>
                    <a:lnTo>
                      <a:pt x="7065" y="14824"/>
                    </a:lnTo>
                    <a:lnTo>
                      <a:pt x="7239" y="15073"/>
                    </a:lnTo>
                    <a:lnTo>
                      <a:pt x="7438" y="15297"/>
                    </a:lnTo>
                    <a:lnTo>
                      <a:pt x="7662" y="15521"/>
                    </a:lnTo>
                    <a:lnTo>
                      <a:pt x="7885" y="15744"/>
                    </a:lnTo>
                    <a:lnTo>
                      <a:pt x="8159" y="15943"/>
                    </a:lnTo>
                    <a:lnTo>
                      <a:pt x="8433" y="16117"/>
                    </a:lnTo>
                    <a:lnTo>
                      <a:pt x="8706" y="16267"/>
                    </a:lnTo>
                    <a:lnTo>
                      <a:pt x="9005" y="16416"/>
                    </a:lnTo>
                    <a:lnTo>
                      <a:pt x="9328" y="16515"/>
                    </a:lnTo>
                    <a:lnTo>
                      <a:pt x="9776" y="16665"/>
                    </a:lnTo>
                    <a:lnTo>
                      <a:pt x="10223" y="16739"/>
                    </a:lnTo>
                    <a:lnTo>
                      <a:pt x="11169" y="16889"/>
                    </a:lnTo>
                    <a:lnTo>
                      <a:pt x="11865" y="17013"/>
                    </a:lnTo>
                    <a:lnTo>
                      <a:pt x="11965" y="16963"/>
                    </a:lnTo>
                    <a:lnTo>
                      <a:pt x="12512" y="16839"/>
                    </a:lnTo>
                    <a:lnTo>
                      <a:pt x="12885" y="16739"/>
                    </a:lnTo>
                    <a:lnTo>
                      <a:pt x="13208" y="16615"/>
                    </a:lnTo>
                    <a:lnTo>
                      <a:pt x="13581" y="16441"/>
                    </a:lnTo>
                    <a:lnTo>
                      <a:pt x="13805" y="16341"/>
                    </a:lnTo>
                    <a:lnTo>
                      <a:pt x="13979" y="16217"/>
                    </a:lnTo>
                    <a:lnTo>
                      <a:pt x="14178" y="16068"/>
                    </a:lnTo>
                    <a:lnTo>
                      <a:pt x="14327" y="15894"/>
                    </a:lnTo>
                    <a:lnTo>
                      <a:pt x="14502" y="15744"/>
                    </a:lnTo>
                    <a:lnTo>
                      <a:pt x="14626" y="15570"/>
                    </a:lnTo>
                    <a:lnTo>
                      <a:pt x="14725" y="15396"/>
                    </a:lnTo>
                    <a:lnTo>
                      <a:pt x="14825" y="15197"/>
                    </a:lnTo>
                    <a:lnTo>
                      <a:pt x="14899" y="15098"/>
                    </a:lnTo>
                    <a:lnTo>
                      <a:pt x="14999" y="14998"/>
                    </a:lnTo>
                    <a:lnTo>
                      <a:pt x="15148" y="14973"/>
                    </a:lnTo>
                    <a:lnTo>
                      <a:pt x="15273" y="14998"/>
                    </a:lnTo>
                    <a:lnTo>
                      <a:pt x="15397" y="15073"/>
                    </a:lnTo>
                    <a:lnTo>
                      <a:pt x="15472" y="15197"/>
                    </a:lnTo>
                    <a:lnTo>
                      <a:pt x="15496" y="15322"/>
                    </a:lnTo>
                    <a:lnTo>
                      <a:pt x="15472" y="15471"/>
                    </a:lnTo>
                    <a:lnTo>
                      <a:pt x="15372" y="15695"/>
                    </a:lnTo>
                    <a:lnTo>
                      <a:pt x="15223" y="15943"/>
                    </a:lnTo>
                    <a:lnTo>
                      <a:pt x="15049" y="16167"/>
                    </a:lnTo>
                    <a:lnTo>
                      <a:pt x="14875" y="16391"/>
                    </a:lnTo>
                    <a:lnTo>
                      <a:pt x="14651" y="16590"/>
                    </a:lnTo>
                    <a:lnTo>
                      <a:pt x="14402" y="16789"/>
                    </a:lnTo>
                    <a:lnTo>
                      <a:pt x="14153" y="16938"/>
                    </a:lnTo>
                    <a:lnTo>
                      <a:pt x="13905" y="17087"/>
                    </a:lnTo>
                    <a:lnTo>
                      <a:pt x="13581" y="17237"/>
                    </a:lnTo>
                    <a:lnTo>
                      <a:pt x="13283" y="17361"/>
                    </a:lnTo>
                    <a:lnTo>
                      <a:pt x="13656" y="17510"/>
                    </a:lnTo>
                    <a:lnTo>
                      <a:pt x="14029" y="17709"/>
                    </a:lnTo>
                    <a:lnTo>
                      <a:pt x="14377" y="17933"/>
                    </a:lnTo>
                    <a:lnTo>
                      <a:pt x="14676" y="18207"/>
                    </a:lnTo>
                    <a:lnTo>
                      <a:pt x="14825" y="18356"/>
                    </a:lnTo>
                    <a:lnTo>
                      <a:pt x="14949" y="18505"/>
                    </a:lnTo>
                    <a:lnTo>
                      <a:pt x="15049" y="18654"/>
                    </a:lnTo>
                    <a:lnTo>
                      <a:pt x="15148" y="18829"/>
                    </a:lnTo>
                    <a:lnTo>
                      <a:pt x="15223" y="19003"/>
                    </a:lnTo>
                    <a:lnTo>
                      <a:pt x="15297" y="19177"/>
                    </a:lnTo>
                    <a:lnTo>
                      <a:pt x="15322" y="19376"/>
                    </a:lnTo>
                    <a:lnTo>
                      <a:pt x="15347" y="19575"/>
                    </a:lnTo>
                    <a:lnTo>
                      <a:pt x="15322" y="19724"/>
                    </a:lnTo>
                    <a:lnTo>
                      <a:pt x="15248" y="19823"/>
                    </a:lnTo>
                    <a:lnTo>
                      <a:pt x="15148" y="19898"/>
                    </a:lnTo>
                    <a:lnTo>
                      <a:pt x="14999" y="19948"/>
                    </a:lnTo>
                    <a:lnTo>
                      <a:pt x="14974" y="19948"/>
                    </a:lnTo>
                    <a:lnTo>
                      <a:pt x="14850" y="19923"/>
                    </a:lnTo>
                    <a:lnTo>
                      <a:pt x="14750" y="19848"/>
                    </a:lnTo>
                    <a:lnTo>
                      <a:pt x="14651" y="19724"/>
                    </a:lnTo>
                    <a:lnTo>
                      <a:pt x="14626" y="19600"/>
                    </a:lnTo>
                    <a:lnTo>
                      <a:pt x="14626" y="19450"/>
                    </a:lnTo>
                    <a:lnTo>
                      <a:pt x="14576" y="19301"/>
                    </a:lnTo>
                    <a:lnTo>
                      <a:pt x="14526" y="19152"/>
                    </a:lnTo>
                    <a:lnTo>
                      <a:pt x="14427" y="19028"/>
                    </a:lnTo>
                    <a:lnTo>
                      <a:pt x="14327" y="18878"/>
                    </a:lnTo>
                    <a:lnTo>
                      <a:pt x="14228" y="18754"/>
                    </a:lnTo>
                    <a:lnTo>
                      <a:pt x="13954" y="18530"/>
                    </a:lnTo>
                    <a:lnTo>
                      <a:pt x="13656" y="18306"/>
                    </a:lnTo>
                    <a:lnTo>
                      <a:pt x="13308" y="18132"/>
                    </a:lnTo>
                    <a:lnTo>
                      <a:pt x="12959" y="17983"/>
                    </a:lnTo>
                    <a:lnTo>
                      <a:pt x="12586" y="17883"/>
                    </a:lnTo>
                    <a:lnTo>
                      <a:pt x="12213" y="17784"/>
                    </a:lnTo>
                    <a:lnTo>
                      <a:pt x="11840" y="17734"/>
                    </a:lnTo>
                    <a:lnTo>
                      <a:pt x="11069" y="17610"/>
                    </a:lnTo>
                    <a:lnTo>
                      <a:pt x="10895" y="17585"/>
                    </a:lnTo>
                    <a:lnTo>
                      <a:pt x="10995" y="17859"/>
                    </a:lnTo>
                    <a:lnTo>
                      <a:pt x="11019" y="18132"/>
                    </a:lnTo>
                    <a:lnTo>
                      <a:pt x="11044" y="18431"/>
                    </a:lnTo>
                    <a:lnTo>
                      <a:pt x="11019" y="18704"/>
                    </a:lnTo>
                    <a:lnTo>
                      <a:pt x="10945" y="18978"/>
                    </a:lnTo>
                    <a:lnTo>
                      <a:pt x="10845" y="19251"/>
                    </a:lnTo>
                    <a:lnTo>
                      <a:pt x="10696" y="19525"/>
                    </a:lnTo>
                    <a:lnTo>
                      <a:pt x="10522" y="19749"/>
                    </a:lnTo>
                    <a:lnTo>
                      <a:pt x="10472" y="19823"/>
                    </a:lnTo>
                    <a:lnTo>
                      <a:pt x="10398" y="19848"/>
                    </a:lnTo>
                    <a:lnTo>
                      <a:pt x="10323" y="19873"/>
                    </a:lnTo>
                    <a:lnTo>
                      <a:pt x="10124" y="19873"/>
                    </a:lnTo>
                    <a:lnTo>
                      <a:pt x="10025" y="19799"/>
                    </a:lnTo>
                    <a:lnTo>
                      <a:pt x="9925" y="19699"/>
                    </a:lnTo>
                    <a:lnTo>
                      <a:pt x="9900" y="19550"/>
                    </a:lnTo>
                    <a:lnTo>
                      <a:pt x="9900" y="19425"/>
                    </a:lnTo>
                    <a:lnTo>
                      <a:pt x="9975" y="19301"/>
                    </a:lnTo>
                    <a:lnTo>
                      <a:pt x="10124" y="19077"/>
                    </a:lnTo>
                    <a:lnTo>
                      <a:pt x="10223" y="18853"/>
                    </a:lnTo>
                    <a:lnTo>
                      <a:pt x="10298" y="18630"/>
                    </a:lnTo>
                    <a:lnTo>
                      <a:pt x="10323" y="18381"/>
                    </a:lnTo>
                    <a:lnTo>
                      <a:pt x="10323" y="18132"/>
                    </a:lnTo>
                    <a:lnTo>
                      <a:pt x="10273" y="17883"/>
                    </a:lnTo>
                    <a:lnTo>
                      <a:pt x="10174" y="17660"/>
                    </a:lnTo>
                    <a:lnTo>
                      <a:pt x="10025" y="17436"/>
                    </a:lnTo>
                    <a:lnTo>
                      <a:pt x="9552" y="17336"/>
                    </a:lnTo>
                    <a:lnTo>
                      <a:pt x="9104" y="17212"/>
                    </a:lnTo>
                    <a:lnTo>
                      <a:pt x="8632" y="17013"/>
                    </a:lnTo>
                    <a:lnTo>
                      <a:pt x="8209" y="16814"/>
                    </a:lnTo>
                    <a:lnTo>
                      <a:pt x="7811" y="16565"/>
                    </a:lnTo>
                    <a:lnTo>
                      <a:pt x="7438" y="16267"/>
                    </a:lnTo>
                    <a:lnTo>
                      <a:pt x="7164" y="16491"/>
                    </a:lnTo>
                    <a:lnTo>
                      <a:pt x="6891" y="16690"/>
                    </a:lnTo>
                    <a:lnTo>
                      <a:pt x="6592" y="16864"/>
                    </a:lnTo>
                    <a:lnTo>
                      <a:pt x="6269" y="17013"/>
                    </a:lnTo>
                    <a:lnTo>
                      <a:pt x="5945" y="17162"/>
                    </a:lnTo>
                    <a:lnTo>
                      <a:pt x="5597" y="17262"/>
                    </a:lnTo>
                    <a:lnTo>
                      <a:pt x="5249" y="17361"/>
                    </a:lnTo>
                    <a:lnTo>
                      <a:pt x="4901" y="17411"/>
                    </a:lnTo>
                    <a:lnTo>
                      <a:pt x="4851" y="17411"/>
                    </a:lnTo>
                    <a:lnTo>
                      <a:pt x="4727" y="17386"/>
                    </a:lnTo>
                    <a:lnTo>
                      <a:pt x="4602" y="17336"/>
                    </a:lnTo>
                    <a:lnTo>
                      <a:pt x="4528" y="17237"/>
                    </a:lnTo>
                    <a:lnTo>
                      <a:pt x="4503" y="17112"/>
                    </a:lnTo>
                    <a:lnTo>
                      <a:pt x="4503" y="16963"/>
                    </a:lnTo>
                    <a:lnTo>
                      <a:pt x="4553" y="16839"/>
                    </a:lnTo>
                    <a:lnTo>
                      <a:pt x="4652" y="16764"/>
                    </a:lnTo>
                    <a:lnTo>
                      <a:pt x="4801" y="16714"/>
                    </a:lnTo>
                    <a:lnTo>
                      <a:pt x="5100" y="16665"/>
                    </a:lnTo>
                    <a:lnTo>
                      <a:pt x="5373" y="16590"/>
                    </a:lnTo>
                    <a:lnTo>
                      <a:pt x="5672" y="16491"/>
                    </a:lnTo>
                    <a:lnTo>
                      <a:pt x="5945" y="16391"/>
                    </a:lnTo>
                    <a:lnTo>
                      <a:pt x="6194" y="16267"/>
                    </a:lnTo>
                    <a:lnTo>
                      <a:pt x="6443" y="16117"/>
                    </a:lnTo>
                    <a:lnTo>
                      <a:pt x="6692" y="15943"/>
                    </a:lnTo>
                    <a:lnTo>
                      <a:pt x="6915" y="15794"/>
                    </a:lnTo>
                    <a:lnTo>
                      <a:pt x="6642" y="15471"/>
                    </a:lnTo>
                    <a:lnTo>
                      <a:pt x="6418" y="15147"/>
                    </a:lnTo>
                    <a:lnTo>
                      <a:pt x="6219" y="14799"/>
                    </a:lnTo>
                    <a:lnTo>
                      <a:pt x="6070" y="14451"/>
                    </a:lnTo>
                    <a:lnTo>
                      <a:pt x="5921" y="14078"/>
                    </a:lnTo>
                    <a:lnTo>
                      <a:pt x="5846" y="13705"/>
                    </a:lnTo>
                    <a:lnTo>
                      <a:pt x="5771" y="13332"/>
                    </a:lnTo>
                    <a:lnTo>
                      <a:pt x="5771" y="12959"/>
                    </a:lnTo>
                    <a:lnTo>
                      <a:pt x="5398" y="12959"/>
                    </a:lnTo>
                    <a:lnTo>
                      <a:pt x="5125" y="12934"/>
                    </a:lnTo>
                    <a:lnTo>
                      <a:pt x="4602" y="12834"/>
                    </a:lnTo>
                    <a:lnTo>
                      <a:pt x="4105" y="12685"/>
                    </a:lnTo>
                    <a:lnTo>
                      <a:pt x="3657" y="12511"/>
                    </a:lnTo>
                    <a:lnTo>
                      <a:pt x="3284" y="12312"/>
                    </a:lnTo>
                    <a:lnTo>
                      <a:pt x="2911" y="12088"/>
                    </a:lnTo>
                    <a:lnTo>
                      <a:pt x="2588" y="11839"/>
                    </a:lnTo>
                    <a:lnTo>
                      <a:pt x="2264" y="11591"/>
                    </a:lnTo>
                    <a:lnTo>
                      <a:pt x="1991" y="11292"/>
                    </a:lnTo>
                    <a:lnTo>
                      <a:pt x="1717" y="11019"/>
                    </a:lnTo>
                    <a:lnTo>
                      <a:pt x="1195" y="10422"/>
                    </a:lnTo>
                    <a:lnTo>
                      <a:pt x="971" y="10745"/>
                    </a:lnTo>
                    <a:lnTo>
                      <a:pt x="747" y="11068"/>
                    </a:lnTo>
                    <a:lnTo>
                      <a:pt x="573" y="11392"/>
                    </a:lnTo>
                    <a:lnTo>
                      <a:pt x="399" y="11740"/>
                    </a:lnTo>
                    <a:lnTo>
                      <a:pt x="250" y="12088"/>
                    </a:lnTo>
                    <a:lnTo>
                      <a:pt x="150" y="12461"/>
                    </a:lnTo>
                    <a:lnTo>
                      <a:pt x="76" y="12834"/>
                    </a:lnTo>
                    <a:lnTo>
                      <a:pt x="1" y="13232"/>
                    </a:lnTo>
                    <a:lnTo>
                      <a:pt x="125" y="13431"/>
                    </a:lnTo>
                    <a:lnTo>
                      <a:pt x="250" y="13630"/>
                    </a:lnTo>
                    <a:lnTo>
                      <a:pt x="399" y="13829"/>
                    </a:lnTo>
                    <a:lnTo>
                      <a:pt x="573" y="14003"/>
                    </a:lnTo>
                    <a:lnTo>
                      <a:pt x="772" y="14177"/>
                    </a:lnTo>
                    <a:lnTo>
                      <a:pt x="996" y="14327"/>
                    </a:lnTo>
                    <a:lnTo>
                      <a:pt x="1245" y="14476"/>
                    </a:lnTo>
                    <a:lnTo>
                      <a:pt x="1518" y="14600"/>
                    </a:lnTo>
                    <a:lnTo>
                      <a:pt x="1817" y="14700"/>
                    </a:lnTo>
                    <a:lnTo>
                      <a:pt x="2115" y="14799"/>
                    </a:lnTo>
                    <a:lnTo>
                      <a:pt x="2438" y="14849"/>
                    </a:lnTo>
                    <a:lnTo>
                      <a:pt x="2737" y="14899"/>
                    </a:lnTo>
                    <a:lnTo>
                      <a:pt x="3384" y="14899"/>
                    </a:lnTo>
                    <a:lnTo>
                      <a:pt x="3707" y="14849"/>
                    </a:lnTo>
                    <a:lnTo>
                      <a:pt x="4005" y="14774"/>
                    </a:lnTo>
                    <a:lnTo>
                      <a:pt x="4155" y="14774"/>
                    </a:lnTo>
                    <a:lnTo>
                      <a:pt x="4279" y="14824"/>
                    </a:lnTo>
                    <a:lnTo>
                      <a:pt x="4378" y="14899"/>
                    </a:lnTo>
                    <a:lnTo>
                      <a:pt x="4453" y="15023"/>
                    </a:lnTo>
                    <a:lnTo>
                      <a:pt x="4453" y="15172"/>
                    </a:lnTo>
                    <a:lnTo>
                      <a:pt x="4403" y="15297"/>
                    </a:lnTo>
                    <a:lnTo>
                      <a:pt x="4329" y="15396"/>
                    </a:lnTo>
                    <a:lnTo>
                      <a:pt x="4204" y="15471"/>
                    </a:lnTo>
                    <a:lnTo>
                      <a:pt x="3906" y="15545"/>
                    </a:lnTo>
                    <a:lnTo>
                      <a:pt x="3607" y="15570"/>
                    </a:lnTo>
                    <a:lnTo>
                      <a:pt x="3334" y="15620"/>
                    </a:lnTo>
                    <a:lnTo>
                      <a:pt x="3035" y="15620"/>
                    </a:lnTo>
                    <a:lnTo>
                      <a:pt x="2563" y="15595"/>
                    </a:lnTo>
                    <a:lnTo>
                      <a:pt x="2115" y="15521"/>
                    </a:lnTo>
                    <a:lnTo>
                      <a:pt x="1667" y="15421"/>
                    </a:lnTo>
                    <a:lnTo>
                      <a:pt x="1245" y="15247"/>
                    </a:lnTo>
                    <a:lnTo>
                      <a:pt x="896" y="15098"/>
                    </a:lnTo>
                    <a:lnTo>
                      <a:pt x="573" y="14899"/>
                    </a:lnTo>
                    <a:lnTo>
                      <a:pt x="299" y="14700"/>
                    </a:lnTo>
                    <a:lnTo>
                      <a:pt x="26" y="14476"/>
                    </a:lnTo>
                    <a:lnTo>
                      <a:pt x="125" y="14998"/>
                    </a:lnTo>
                    <a:lnTo>
                      <a:pt x="175" y="15247"/>
                    </a:lnTo>
                    <a:lnTo>
                      <a:pt x="250" y="15496"/>
                    </a:lnTo>
                    <a:lnTo>
                      <a:pt x="374" y="15819"/>
                    </a:lnTo>
                    <a:lnTo>
                      <a:pt x="523" y="16142"/>
                    </a:lnTo>
                    <a:lnTo>
                      <a:pt x="673" y="16441"/>
                    </a:lnTo>
                    <a:lnTo>
                      <a:pt x="871" y="16739"/>
                    </a:lnTo>
                    <a:lnTo>
                      <a:pt x="1070" y="17038"/>
                    </a:lnTo>
                    <a:lnTo>
                      <a:pt x="1294" y="17311"/>
                    </a:lnTo>
                    <a:lnTo>
                      <a:pt x="1518" y="17560"/>
                    </a:lnTo>
                    <a:lnTo>
                      <a:pt x="1792" y="17834"/>
                    </a:lnTo>
                    <a:lnTo>
                      <a:pt x="2065" y="18058"/>
                    </a:lnTo>
                    <a:lnTo>
                      <a:pt x="2339" y="18306"/>
                    </a:lnTo>
                    <a:lnTo>
                      <a:pt x="2662" y="18505"/>
                    </a:lnTo>
                    <a:lnTo>
                      <a:pt x="2961" y="18704"/>
                    </a:lnTo>
                    <a:lnTo>
                      <a:pt x="3309" y="18903"/>
                    </a:lnTo>
                    <a:lnTo>
                      <a:pt x="3657" y="19077"/>
                    </a:lnTo>
                    <a:lnTo>
                      <a:pt x="4005" y="19227"/>
                    </a:lnTo>
                    <a:lnTo>
                      <a:pt x="4378" y="19351"/>
                    </a:lnTo>
                    <a:lnTo>
                      <a:pt x="4926" y="19351"/>
                    </a:lnTo>
                    <a:lnTo>
                      <a:pt x="5349" y="19326"/>
                    </a:lnTo>
                    <a:lnTo>
                      <a:pt x="5771" y="19227"/>
                    </a:lnTo>
                    <a:lnTo>
                      <a:pt x="6194" y="19127"/>
                    </a:lnTo>
                    <a:lnTo>
                      <a:pt x="6567" y="18953"/>
                    </a:lnTo>
                    <a:lnTo>
                      <a:pt x="6940" y="18779"/>
                    </a:lnTo>
                    <a:lnTo>
                      <a:pt x="7289" y="18555"/>
                    </a:lnTo>
                    <a:lnTo>
                      <a:pt x="7587" y="18281"/>
                    </a:lnTo>
                    <a:lnTo>
                      <a:pt x="7711" y="18232"/>
                    </a:lnTo>
                    <a:lnTo>
                      <a:pt x="7861" y="18207"/>
                    </a:lnTo>
                    <a:lnTo>
                      <a:pt x="7985" y="18232"/>
                    </a:lnTo>
                    <a:lnTo>
                      <a:pt x="8109" y="18306"/>
                    </a:lnTo>
                    <a:lnTo>
                      <a:pt x="8184" y="18431"/>
                    </a:lnTo>
                    <a:lnTo>
                      <a:pt x="8209" y="18555"/>
                    </a:lnTo>
                    <a:lnTo>
                      <a:pt x="8159" y="18704"/>
                    </a:lnTo>
                    <a:lnTo>
                      <a:pt x="8084" y="18804"/>
                    </a:lnTo>
                    <a:lnTo>
                      <a:pt x="7811" y="19052"/>
                    </a:lnTo>
                    <a:lnTo>
                      <a:pt x="7512" y="19251"/>
                    </a:lnTo>
                    <a:lnTo>
                      <a:pt x="7189" y="19450"/>
                    </a:lnTo>
                    <a:lnTo>
                      <a:pt x="6866" y="19624"/>
                    </a:lnTo>
                    <a:lnTo>
                      <a:pt x="6518" y="19749"/>
                    </a:lnTo>
                    <a:lnTo>
                      <a:pt x="6169" y="19873"/>
                    </a:lnTo>
                    <a:lnTo>
                      <a:pt x="5796" y="19948"/>
                    </a:lnTo>
                    <a:lnTo>
                      <a:pt x="5423" y="20022"/>
                    </a:lnTo>
                    <a:lnTo>
                      <a:pt x="5970" y="20445"/>
                    </a:lnTo>
                    <a:lnTo>
                      <a:pt x="6542" y="20843"/>
                    </a:lnTo>
                    <a:lnTo>
                      <a:pt x="7164" y="21191"/>
                    </a:lnTo>
                    <a:lnTo>
                      <a:pt x="7786" y="21490"/>
                    </a:lnTo>
                    <a:lnTo>
                      <a:pt x="8458" y="21739"/>
                    </a:lnTo>
                    <a:lnTo>
                      <a:pt x="9129" y="21962"/>
                    </a:lnTo>
                    <a:lnTo>
                      <a:pt x="9826" y="22137"/>
                    </a:lnTo>
                    <a:lnTo>
                      <a:pt x="10522" y="22261"/>
                    </a:lnTo>
                    <a:lnTo>
                      <a:pt x="10895" y="22211"/>
                    </a:lnTo>
                    <a:lnTo>
                      <a:pt x="11069" y="22161"/>
                    </a:lnTo>
                    <a:lnTo>
                      <a:pt x="11268" y="22112"/>
                    </a:lnTo>
                    <a:lnTo>
                      <a:pt x="11467" y="22012"/>
                    </a:lnTo>
                    <a:lnTo>
                      <a:pt x="11666" y="21913"/>
                    </a:lnTo>
                    <a:lnTo>
                      <a:pt x="11840" y="21788"/>
                    </a:lnTo>
                    <a:lnTo>
                      <a:pt x="11989" y="21614"/>
                    </a:lnTo>
                    <a:lnTo>
                      <a:pt x="12114" y="21440"/>
                    </a:lnTo>
                    <a:lnTo>
                      <a:pt x="12213" y="21291"/>
                    </a:lnTo>
                    <a:lnTo>
                      <a:pt x="12288" y="21117"/>
                    </a:lnTo>
                    <a:lnTo>
                      <a:pt x="12338" y="20918"/>
                    </a:lnTo>
                    <a:lnTo>
                      <a:pt x="12363" y="20744"/>
                    </a:lnTo>
                    <a:lnTo>
                      <a:pt x="12387" y="20545"/>
                    </a:lnTo>
                    <a:lnTo>
                      <a:pt x="12363" y="20371"/>
                    </a:lnTo>
                    <a:lnTo>
                      <a:pt x="12313" y="20172"/>
                    </a:lnTo>
                    <a:lnTo>
                      <a:pt x="12313" y="20047"/>
                    </a:lnTo>
                    <a:lnTo>
                      <a:pt x="12338" y="19923"/>
                    </a:lnTo>
                    <a:lnTo>
                      <a:pt x="12437" y="19799"/>
                    </a:lnTo>
                    <a:lnTo>
                      <a:pt x="12561" y="19749"/>
                    </a:lnTo>
                    <a:lnTo>
                      <a:pt x="12686" y="19724"/>
                    </a:lnTo>
                    <a:lnTo>
                      <a:pt x="12835" y="19774"/>
                    </a:lnTo>
                    <a:lnTo>
                      <a:pt x="12935" y="19848"/>
                    </a:lnTo>
                    <a:lnTo>
                      <a:pt x="13009" y="19973"/>
                    </a:lnTo>
                    <a:lnTo>
                      <a:pt x="13059" y="20246"/>
                    </a:lnTo>
                    <a:lnTo>
                      <a:pt x="13084" y="20520"/>
                    </a:lnTo>
                    <a:lnTo>
                      <a:pt x="13084" y="20793"/>
                    </a:lnTo>
                    <a:lnTo>
                      <a:pt x="13034" y="21067"/>
                    </a:lnTo>
                    <a:lnTo>
                      <a:pt x="12959" y="21341"/>
                    </a:lnTo>
                    <a:lnTo>
                      <a:pt x="12860" y="21589"/>
                    </a:lnTo>
                    <a:lnTo>
                      <a:pt x="12711" y="21838"/>
                    </a:lnTo>
                    <a:lnTo>
                      <a:pt x="12537" y="22087"/>
                    </a:lnTo>
                    <a:lnTo>
                      <a:pt x="12387" y="22211"/>
                    </a:lnTo>
                    <a:lnTo>
                      <a:pt x="12238" y="22360"/>
                    </a:lnTo>
                    <a:lnTo>
                      <a:pt x="12263" y="22360"/>
                    </a:lnTo>
                    <a:lnTo>
                      <a:pt x="12885" y="22286"/>
                    </a:lnTo>
                    <a:lnTo>
                      <a:pt x="13482" y="22211"/>
                    </a:lnTo>
                    <a:lnTo>
                      <a:pt x="14054" y="22062"/>
                    </a:lnTo>
                    <a:lnTo>
                      <a:pt x="14626" y="21888"/>
                    </a:lnTo>
                    <a:lnTo>
                      <a:pt x="15198" y="21689"/>
                    </a:lnTo>
                    <a:lnTo>
                      <a:pt x="15720" y="21465"/>
                    </a:lnTo>
                    <a:lnTo>
                      <a:pt x="16243" y="21191"/>
                    </a:lnTo>
                    <a:lnTo>
                      <a:pt x="16740" y="20893"/>
                    </a:lnTo>
                    <a:lnTo>
                      <a:pt x="17213" y="20570"/>
                    </a:lnTo>
                    <a:lnTo>
                      <a:pt x="17660" y="20197"/>
                    </a:lnTo>
                    <a:lnTo>
                      <a:pt x="18058" y="19823"/>
                    </a:lnTo>
                    <a:lnTo>
                      <a:pt x="18456" y="19425"/>
                    </a:lnTo>
                    <a:lnTo>
                      <a:pt x="18804" y="19003"/>
                    </a:lnTo>
                    <a:lnTo>
                      <a:pt x="19128" y="18555"/>
                    </a:lnTo>
                    <a:lnTo>
                      <a:pt x="19426" y="18107"/>
                    </a:lnTo>
                    <a:lnTo>
                      <a:pt x="19700" y="17610"/>
                    </a:lnTo>
                    <a:lnTo>
                      <a:pt x="19376" y="17859"/>
                    </a:lnTo>
                    <a:lnTo>
                      <a:pt x="19028" y="18082"/>
                    </a:lnTo>
                    <a:lnTo>
                      <a:pt x="18680" y="18256"/>
                    </a:lnTo>
                    <a:lnTo>
                      <a:pt x="18332" y="18406"/>
                    </a:lnTo>
                    <a:lnTo>
                      <a:pt x="17959" y="18530"/>
                    </a:lnTo>
                    <a:lnTo>
                      <a:pt x="17586" y="18605"/>
                    </a:lnTo>
                    <a:lnTo>
                      <a:pt x="17213" y="18654"/>
                    </a:lnTo>
                    <a:lnTo>
                      <a:pt x="16840" y="18679"/>
                    </a:lnTo>
                    <a:lnTo>
                      <a:pt x="16367" y="18654"/>
                    </a:lnTo>
                    <a:lnTo>
                      <a:pt x="16243" y="18605"/>
                    </a:lnTo>
                    <a:lnTo>
                      <a:pt x="16118" y="18530"/>
                    </a:lnTo>
                    <a:lnTo>
                      <a:pt x="16068" y="18406"/>
                    </a:lnTo>
                    <a:lnTo>
                      <a:pt x="16044" y="18256"/>
                    </a:lnTo>
                    <a:lnTo>
                      <a:pt x="16093" y="18132"/>
                    </a:lnTo>
                    <a:lnTo>
                      <a:pt x="16193" y="18033"/>
                    </a:lnTo>
                    <a:lnTo>
                      <a:pt x="16317" y="17958"/>
                    </a:lnTo>
                    <a:lnTo>
                      <a:pt x="16989" y="17958"/>
                    </a:lnTo>
                    <a:lnTo>
                      <a:pt x="17237" y="17933"/>
                    </a:lnTo>
                    <a:lnTo>
                      <a:pt x="17511" y="17908"/>
                    </a:lnTo>
                    <a:lnTo>
                      <a:pt x="17785" y="17834"/>
                    </a:lnTo>
                    <a:lnTo>
                      <a:pt x="18033" y="17759"/>
                    </a:lnTo>
                    <a:lnTo>
                      <a:pt x="18282" y="17635"/>
                    </a:lnTo>
                    <a:lnTo>
                      <a:pt x="18556" y="17510"/>
                    </a:lnTo>
                    <a:lnTo>
                      <a:pt x="18804" y="17386"/>
                    </a:lnTo>
                    <a:lnTo>
                      <a:pt x="19028" y="17212"/>
                    </a:lnTo>
                    <a:lnTo>
                      <a:pt x="19277" y="17038"/>
                    </a:lnTo>
                    <a:lnTo>
                      <a:pt x="19476" y="16864"/>
                    </a:lnTo>
                    <a:lnTo>
                      <a:pt x="19700" y="16665"/>
                    </a:lnTo>
                    <a:lnTo>
                      <a:pt x="19899" y="16441"/>
                    </a:lnTo>
                    <a:lnTo>
                      <a:pt x="20098" y="16192"/>
                    </a:lnTo>
                    <a:lnTo>
                      <a:pt x="20272" y="15943"/>
                    </a:lnTo>
                    <a:lnTo>
                      <a:pt x="20297" y="15918"/>
                    </a:lnTo>
                    <a:lnTo>
                      <a:pt x="20347" y="15570"/>
                    </a:lnTo>
                    <a:lnTo>
                      <a:pt x="20396" y="15222"/>
                    </a:lnTo>
                    <a:lnTo>
                      <a:pt x="20421" y="14849"/>
                    </a:lnTo>
                    <a:lnTo>
                      <a:pt x="20421" y="14501"/>
                    </a:lnTo>
                    <a:lnTo>
                      <a:pt x="20421" y="14153"/>
                    </a:lnTo>
                    <a:lnTo>
                      <a:pt x="20172" y="14277"/>
                    </a:lnTo>
                    <a:lnTo>
                      <a:pt x="19874" y="14401"/>
                    </a:lnTo>
                    <a:lnTo>
                      <a:pt x="19600" y="14501"/>
                    </a:lnTo>
                    <a:lnTo>
                      <a:pt x="19302" y="14575"/>
                    </a:lnTo>
                    <a:lnTo>
                      <a:pt x="18979" y="14650"/>
                    </a:lnTo>
                    <a:lnTo>
                      <a:pt x="18630" y="14700"/>
                    </a:lnTo>
                    <a:lnTo>
                      <a:pt x="18282" y="14725"/>
                    </a:lnTo>
                    <a:lnTo>
                      <a:pt x="17834" y="14725"/>
                    </a:lnTo>
                    <a:lnTo>
                      <a:pt x="17287" y="14700"/>
                    </a:lnTo>
                    <a:lnTo>
                      <a:pt x="16790" y="14625"/>
                    </a:lnTo>
                    <a:lnTo>
                      <a:pt x="16342" y="14501"/>
                    </a:lnTo>
                    <a:lnTo>
                      <a:pt x="15894" y="14327"/>
                    </a:lnTo>
                    <a:lnTo>
                      <a:pt x="15695" y="14227"/>
                    </a:lnTo>
                    <a:lnTo>
                      <a:pt x="15496" y="14103"/>
                    </a:lnTo>
                    <a:lnTo>
                      <a:pt x="15297" y="13954"/>
                    </a:lnTo>
                    <a:lnTo>
                      <a:pt x="15123" y="13804"/>
                    </a:lnTo>
                    <a:lnTo>
                      <a:pt x="14974" y="13655"/>
                    </a:lnTo>
                    <a:lnTo>
                      <a:pt x="14850" y="13481"/>
                    </a:lnTo>
                    <a:lnTo>
                      <a:pt x="14725" y="13307"/>
                    </a:lnTo>
                    <a:lnTo>
                      <a:pt x="14626" y="13133"/>
                    </a:lnTo>
                    <a:lnTo>
                      <a:pt x="14253" y="13083"/>
                    </a:lnTo>
                    <a:lnTo>
                      <a:pt x="13905" y="13008"/>
                    </a:lnTo>
                    <a:lnTo>
                      <a:pt x="13556" y="12909"/>
                    </a:lnTo>
                    <a:lnTo>
                      <a:pt x="13233" y="12785"/>
                    </a:lnTo>
                    <a:lnTo>
                      <a:pt x="12910" y="12660"/>
                    </a:lnTo>
                    <a:lnTo>
                      <a:pt x="12586" y="12511"/>
                    </a:lnTo>
                    <a:lnTo>
                      <a:pt x="12288" y="12337"/>
                    </a:lnTo>
                    <a:lnTo>
                      <a:pt x="11989" y="12138"/>
                    </a:lnTo>
                    <a:lnTo>
                      <a:pt x="11741" y="12536"/>
                    </a:lnTo>
                    <a:lnTo>
                      <a:pt x="11492" y="12909"/>
                    </a:lnTo>
                    <a:lnTo>
                      <a:pt x="11194" y="13257"/>
                    </a:lnTo>
                    <a:lnTo>
                      <a:pt x="10845" y="13605"/>
                    </a:lnTo>
                    <a:lnTo>
                      <a:pt x="10497" y="13904"/>
                    </a:lnTo>
                    <a:lnTo>
                      <a:pt x="10099" y="14202"/>
                    </a:lnTo>
                    <a:lnTo>
                      <a:pt x="9701" y="14451"/>
                    </a:lnTo>
                    <a:lnTo>
                      <a:pt x="9253" y="14675"/>
                    </a:lnTo>
                    <a:lnTo>
                      <a:pt x="9179" y="14700"/>
                    </a:lnTo>
                    <a:lnTo>
                      <a:pt x="9104" y="14725"/>
                    </a:lnTo>
                    <a:lnTo>
                      <a:pt x="9005" y="14700"/>
                    </a:lnTo>
                    <a:lnTo>
                      <a:pt x="8930" y="14675"/>
                    </a:lnTo>
                    <a:lnTo>
                      <a:pt x="8856" y="14600"/>
                    </a:lnTo>
                    <a:lnTo>
                      <a:pt x="8781" y="14526"/>
                    </a:lnTo>
                    <a:lnTo>
                      <a:pt x="8756" y="14376"/>
                    </a:lnTo>
                    <a:lnTo>
                      <a:pt x="8781" y="14252"/>
                    </a:lnTo>
                    <a:lnTo>
                      <a:pt x="8831" y="14128"/>
                    </a:lnTo>
                    <a:lnTo>
                      <a:pt x="8955" y="14028"/>
                    </a:lnTo>
                    <a:lnTo>
                      <a:pt x="9353" y="13829"/>
                    </a:lnTo>
                    <a:lnTo>
                      <a:pt x="9726" y="13580"/>
                    </a:lnTo>
                    <a:lnTo>
                      <a:pt x="10074" y="13332"/>
                    </a:lnTo>
                    <a:lnTo>
                      <a:pt x="10398" y="13033"/>
                    </a:lnTo>
                    <a:lnTo>
                      <a:pt x="10696" y="12735"/>
                    </a:lnTo>
                    <a:lnTo>
                      <a:pt x="10970" y="12411"/>
                    </a:lnTo>
                    <a:lnTo>
                      <a:pt x="11218" y="12063"/>
                    </a:lnTo>
                    <a:lnTo>
                      <a:pt x="11417" y="11715"/>
                    </a:lnTo>
                    <a:lnTo>
                      <a:pt x="11144" y="11466"/>
                    </a:lnTo>
                    <a:lnTo>
                      <a:pt x="10895" y="11193"/>
                    </a:lnTo>
                    <a:lnTo>
                      <a:pt x="10696" y="10919"/>
                    </a:lnTo>
                    <a:lnTo>
                      <a:pt x="10497" y="10646"/>
                    </a:lnTo>
                    <a:lnTo>
                      <a:pt x="10323" y="10347"/>
                    </a:lnTo>
                    <a:lnTo>
                      <a:pt x="10174" y="10049"/>
                    </a:lnTo>
                    <a:lnTo>
                      <a:pt x="10049" y="9750"/>
                    </a:lnTo>
                    <a:lnTo>
                      <a:pt x="9950" y="9427"/>
                    </a:lnTo>
                    <a:lnTo>
                      <a:pt x="9900" y="9054"/>
                    </a:lnTo>
                    <a:lnTo>
                      <a:pt x="9850" y="8705"/>
                    </a:lnTo>
                    <a:lnTo>
                      <a:pt x="9403" y="8755"/>
                    </a:lnTo>
                    <a:lnTo>
                      <a:pt x="8955" y="8855"/>
                    </a:lnTo>
                    <a:lnTo>
                      <a:pt x="8532" y="8979"/>
                    </a:lnTo>
                    <a:lnTo>
                      <a:pt x="8109" y="9153"/>
                    </a:lnTo>
                    <a:lnTo>
                      <a:pt x="7736" y="9377"/>
                    </a:lnTo>
                    <a:lnTo>
                      <a:pt x="7388" y="9651"/>
                    </a:lnTo>
                    <a:lnTo>
                      <a:pt x="7065" y="9949"/>
                    </a:lnTo>
                    <a:lnTo>
                      <a:pt x="6791" y="10272"/>
                    </a:lnTo>
                    <a:lnTo>
                      <a:pt x="6741" y="10347"/>
                    </a:lnTo>
                    <a:lnTo>
                      <a:pt x="6667" y="10397"/>
                    </a:lnTo>
                    <a:lnTo>
                      <a:pt x="6592" y="10422"/>
                    </a:lnTo>
                    <a:lnTo>
                      <a:pt x="6393" y="10422"/>
                    </a:lnTo>
                    <a:lnTo>
                      <a:pt x="6294" y="10372"/>
                    </a:lnTo>
                    <a:lnTo>
                      <a:pt x="6194" y="10272"/>
                    </a:lnTo>
                    <a:lnTo>
                      <a:pt x="6144" y="10123"/>
                    </a:lnTo>
                    <a:lnTo>
                      <a:pt x="6169" y="9999"/>
                    </a:lnTo>
                    <a:lnTo>
                      <a:pt x="6219" y="9874"/>
                    </a:lnTo>
                    <a:lnTo>
                      <a:pt x="6368" y="9651"/>
                    </a:lnTo>
                    <a:lnTo>
                      <a:pt x="6542" y="9477"/>
                    </a:lnTo>
                    <a:lnTo>
                      <a:pt x="6716" y="9278"/>
                    </a:lnTo>
                    <a:lnTo>
                      <a:pt x="6915" y="9103"/>
                    </a:lnTo>
                    <a:lnTo>
                      <a:pt x="7338" y="8805"/>
                    </a:lnTo>
                    <a:lnTo>
                      <a:pt x="7786" y="8531"/>
                    </a:lnTo>
                    <a:lnTo>
                      <a:pt x="8259" y="8332"/>
                    </a:lnTo>
                    <a:lnTo>
                      <a:pt x="8756" y="8158"/>
                    </a:lnTo>
                    <a:lnTo>
                      <a:pt x="9278" y="8059"/>
                    </a:lnTo>
                    <a:lnTo>
                      <a:pt x="9801" y="8009"/>
                    </a:lnTo>
                    <a:lnTo>
                      <a:pt x="9801" y="7934"/>
                    </a:lnTo>
                    <a:lnTo>
                      <a:pt x="9776" y="7462"/>
                    </a:lnTo>
                    <a:lnTo>
                      <a:pt x="9751" y="7014"/>
                    </a:lnTo>
                    <a:lnTo>
                      <a:pt x="9676" y="6591"/>
                    </a:lnTo>
                    <a:lnTo>
                      <a:pt x="9627" y="6367"/>
                    </a:lnTo>
                    <a:lnTo>
                      <a:pt x="9552" y="6169"/>
                    </a:lnTo>
                    <a:lnTo>
                      <a:pt x="9403" y="5895"/>
                    </a:lnTo>
                    <a:lnTo>
                      <a:pt x="9253" y="5646"/>
                    </a:lnTo>
                    <a:lnTo>
                      <a:pt x="9079" y="5373"/>
                    </a:lnTo>
                    <a:lnTo>
                      <a:pt x="8880" y="5149"/>
                    </a:lnTo>
                    <a:lnTo>
                      <a:pt x="8433" y="4676"/>
                    </a:lnTo>
                    <a:lnTo>
                      <a:pt x="7960" y="4253"/>
                    </a:lnTo>
                    <a:lnTo>
                      <a:pt x="7761" y="4054"/>
                    </a:lnTo>
                    <a:lnTo>
                      <a:pt x="7264" y="3607"/>
                    </a:lnTo>
                    <a:lnTo>
                      <a:pt x="6766" y="3134"/>
                    </a:lnTo>
                    <a:lnTo>
                      <a:pt x="6169" y="3308"/>
                    </a:lnTo>
                    <a:lnTo>
                      <a:pt x="5597" y="3507"/>
                    </a:lnTo>
                    <a:lnTo>
                      <a:pt x="5025" y="3781"/>
                    </a:lnTo>
                    <a:lnTo>
                      <a:pt x="4503" y="4079"/>
                    </a:lnTo>
                    <a:lnTo>
                      <a:pt x="4030" y="4403"/>
                    </a:lnTo>
                    <a:lnTo>
                      <a:pt x="3558" y="4776"/>
                    </a:lnTo>
                    <a:lnTo>
                      <a:pt x="3160" y="5198"/>
                    </a:lnTo>
                    <a:lnTo>
                      <a:pt x="2812" y="5621"/>
                    </a:lnTo>
                    <a:lnTo>
                      <a:pt x="2737" y="5696"/>
                    </a:lnTo>
                    <a:lnTo>
                      <a:pt x="2662" y="5746"/>
                    </a:lnTo>
                    <a:lnTo>
                      <a:pt x="2588" y="5771"/>
                    </a:lnTo>
                    <a:lnTo>
                      <a:pt x="2414" y="5771"/>
                    </a:lnTo>
                    <a:lnTo>
                      <a:pt x="2314" y="5721"/>
                    </a:lnTo>
                    <a:lnTo>
                      <a:pt x="2215" y="5596"/>
                    </a:lnTo>
                    <a:lnTo>
                      <a:pt x="2165" y="5472"/>
                    </a:lnTo>
                    <a:lnTo>
                      <a:pt x="2165" y="5348"/>
                    </a:lnTo>
                    <a:lnTo>
                      <a:pt x="2239" y="5223"/>
                    </a:lnTo>
                    <a:lnTo>
                      <a:pt x="2613" y="4751"/>
                    </a:lnTo>
                    <a:lnTo>
                      <a:pt x="3011" y="4328"/>
                    </a:lnTo>
                    <a:lnTo>
                      <a:pt x="3483" y="3930"/>
                    </a:lnTo>
                    <a:lnTo>
                      <a:pt x="3981" y="3582"/>
                    </a:lnTo>
                    <a:lnTo>
                      <a:pt x="4503" y="3258"/>
                    </a:lnTo>
                    <a:lnTo>
                      <a:pt x="5075" y="2960"/>
                    </a:lnTo>
                    <a:lnTo>
                      <a:pt x="5672" y="2736"/>
                    </a:lnTo>
                    <a:lnTo>
                      <a:pt x="6269" y="2537"/>
                    </a:lnTo>
                    <a:lnTo>
                      <a:pt x="6045" y="2214"/>
                    </a:lnTo>
                    <a:lnTo>
                      <a:pt x="5921" y="1965"/>
                    </a:lnTo>
                    <a:lnTo>
                      <a:pt x="5796" y="1716"/>
                    </a:lnTo>
                    <a:lnTo>
                      <a:pt x="5697" y="1443"/>
                    </a:lnTo>
                    <a:lnTo>
                      <a:pt x="5622" y="1144"/>
                    </a:lnTo>
                    <a:lnTo>
                      <a:pt x="5572" y="871"/>
                    </a:lnTo>
                    <a:lnTo>
                      <a:pt x="5547" y="572"/>
                    </a:lnTo>
                    <a:lnTo>
                      <a:pt x="5547" y="274"/>
                    </a:lnTo>
                    <a:lnTo>
                      <a:pt x="557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" name="Google Shape;84;p13"/>
              <p:cNvSpPr/>
              <p:nvPr/>
            </p:nvSpPr>
            <p:spPr>
              <a:xfrm>
                <a:off x="2256621" y="1553473"/>
                <a:ext cx="114901" cy="309757"/>
              </a:xfrm>
              <a:custGeom>
                <a:rect b="b" l="l" r="r" t="t"/>
                <a:pathLst>
                  <a:path extrusionOk="0" fill="none" h="15024" w="5573">
                    <a:moveTo>
                      <a:pt x="5572" y="1"/>
                    </a:moveTo>
                    <a:lnTo>
                      <a:pt x="5572" y="6891"/>
                    </a:lnTo>
                    <a:lnTo>
                      <a:pt x="1" y="10074"/>
                    </a:lnTo>
                    <a:lnTo>
                      <a:pt x="1" y="15024"/>
                    </a:lnTo>
                  </a:path>
                </a:pathLst>
              </a:custGeom>
              <a:solidFill>
                <a:schemeClr val="lt2"/>
              </a:solidFill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" name="Google Shape;85;p13"/>
              <p:cNvSpPr/>
              <p:nvPr/>
            </p:nvSpPr>
            <p:spPr>
              <a:xfrm>
                <a:off x="2224829" y="1863210"/>
                <a:ext cx="63110" cy="63110"/>
              </a:xfrm>
              <a:custGeom>
                <a:rect b="b" l="l" r="r" t="t"/>
                <a:pathLst>
                  <a:path extrusionOk="0" fill="none" h="3061" w="3061">
                    <a:moveTo>
                      <a:pt x="3060" y="1543"/>
                    </a:moveTo>
                    <a:lnTo>
                      <a:pt x="3060" y="1543"/>
                    </a:lnTo>
                    <a:lnTo>
                      <a:pt x="3060" y="1692"/>
                    </a:lnTo>
                    <a:lnTo>
                      <a:pt x="3035" y="1841"/>
                    </a:lnTo>
                    <a:lnTo>
                      <a:pt x="2986" y="1991"/>
                    </a:lnTo>
                    <a:lnTo>
                      <a:pt x="2936" y="2140"/>
                    </a:lnTo>
                    <a:lnTo>
                      <a:pt x="2787" y="2389"/>
                    </a:lnTo>
                    <a:lnTo>
                      <a:pt x="2612" y="2612"/>
                    </a:lnTo>
                    <a:lnTo>
                      <a:pt x="2389" y="2786"/>
                    </a:lnTo>
                    <a:lnTo>
                      <a:pt x="2115" y="2936"/>
                    </a:lnTo>
                    <a:lnTo>
                      <a:pt x="1991" y="2985"/>
                    </a:lnTo>
                    <a:lnTo>
                      <a:pt x="1841" y="3035"/>
                    </a:lnTo>
                    <a:lnTo>
                      <a:pt x="1692" y="3060"/>
                    </a:lnTo>
                    <a:lnTo>
                      <a:pt x="1543" y="3060"/>
                    </a:lnTo>
                    <a:lnTo>
                      <a:pt x="1543" y="3060"/>
                    </a:lnTo>
                    <a:lnTo>
                      <a:pt x="1369" y="3060"/>
                    </a:lnTo>
                    <a:lnTo>
                      <a:pt x="1220" y="3035"/>
                    </a:lnTo>
                    <a:lnTo>
                      <a:pt x="1070" y="2985"/>
                    </a:lnTo>
                    <a:lnTo>
                      <a:pt x="946" y="2936"/>
                    </a:lnTo>
                    <a:lnTo>
                      <a:pt x="672" y="2786"/>
                    </a:lnTo>
                    <a:lnTo>
                      <a:pt x="449" y="2612"/>
                    </a:lnTo>
                    <a:lnTo>
                      <a:pt x="274" y="2389"/>
                    </a:lnTo>
                    <a:lnTo>
                      <a:pt x="125" y="2140"/>
                    </a:lnTo>
                    <a:lnTo>
                      <a:pt x="75" y="1991"/>
                    </a:lnTo>
                    <a:lnTo>
                      <a:pt x="26" y="1841"/>
                    </a:lnTo>
                    <a:lnTo>
                      <a:pt x="1" y="1692"/>
                    </a:lnTo>
                    <a:lnTo>
                      <a:pt x="1" y="1543"/>
                    </a:lnTo>
                    <a:lnTo>
                      <a:pt x="1" y="1543"/>
                    </a:lnTo>
                    <a:lnTo>
                      <a:pt x="1" y="1369"/>
                    </a:lnTo>
                    <a:lnTo>
                      <a:pt x="26" y="1220"/>
                    </a:lnTo>
                    <a:lnTo>
                      <a:pt x="75" y="1070"/>
                    </a:lnTo>
                    <a:lnTo>
                      <a:pt x="125" y="946"/>
                    </a:lnTo>
                    <a:lnTo>
                      <a:pt x="274" y="672"/>
                    </a:lnTo>
                    <a:lnTo>
                      <a:pt x="449" y="448"/>
                    </a:lnTo>
                    <a:lnTo>
                      <a:pt x="672" y="274"/>
                    </a:lnTo>
                    <a:lnTo>
                      <a:pt x="946" y="125"/>
                    </a:lnTo>
                    <a:lnTo>
                      <a:pt x="1070" y="75"/>
                    </a:lnTo>
                    <a:lnTo>
                      <a:pt x="1220" y="51"/>
                    </a:lnTo>
                    <a:lnTo>
                      <a:pt x="1369" y="26"/>
                    </a:lnTo>
                    <a:lnTo>
                      <a:pt x="1543" y="1"/>
                    </a:lnTo>
                    <a:lnTo>
                      <a:pt x="1543" y="1"/>
                    </a:lnTo>
                    <a:lnTo>
                      <a:pt x="1692" y="26"/>
                    </a:lnTo>
                    <a:lnTo>
                      <a:pt x="1841" y="51"/>
                    </a:lnTo>
                    <a:lnTo>
                      <a:pt x="1991" y="75"/>
                    </a:lnTo>
                    <a:lnTo>
                      <a:pt x="2115" y="125"/>
                    </a:lnTo>
                    <a:lnTo>
                      <a:pt x="2389" y="274"/>
                    </a:lnTo>
                    <a:lnTo>
                      <a:pt x="2612" y="448"/>
                    </a:lnTo>
                    <a:lnTo>
                      <a:pt x="2787" y="672"/>
                    </a:lnTo>
                    <a:lnTo>
                      <a:pt x="2936" y="946"/>
                    </a:lnTo>
                    <a:lnTo>
                      <a:pt x="2986" y="1070"/>
                    </a:lnTo>
                    <a:lnTo>
                      <a:pt x="3035" y="1220"/>
                    </a:lnTo>
                    <a:lnTo>
                      <a:pt x="3060" y="1369"/>
                    </a:lnTo>
                    <a:lnTo>
                      <a:pt x="3060" y="1543"/>
                    </a:lnTo>
                    <a:lnTo>
                      <a:pt x="3060" y="1543"/>
                    </a:lnTo>
                    <a:close/>
                  </a:path>
                </a:pathLst>
              </a:custGeom>
              <a:solidFill>
                <a:schemeClr val="lt2"/>
              </a:solidFill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" name="Google Shape;86;p13"/>
              <p:cNvSpPr/>
              <p:nvPr/>
            </p:nvSpPr>
            <p:spPr>
              <a:xfrm>
                <a:off x="2443292" y="1469890"/>
                <a:ext cx="21" cy="132839"/>
              </a:xfrm>
              <a:custGeom>
                <a:rect b="b" l="l" r="r" t="t"/>
                <a:pathLst>
                  <a:path extrusionOk="0" fill="none" h="6443" w="1">
                    <a:moveTo>
                      <a:pt x="0" y="1"/>
                    </a:moveTo>
                    <a:lnTo>
                      <a:pt x="0" y="6443"/>
                    </a:lnTo>
                  </a:path>
                </a:pathLst>
              </a:custGeom>
              <a:solidFill>
                <a:schemeClr val="lt2"/>
              </a:solidFill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" name="Google Shape;87;p13"/>
              <p:cNvSpPr/>
              <p:nvPr/>
            </p:nvSpPr>
            <p:spPr>
              <a:xfrm>
                <a:off x="2503289" y="1469890"/>
                <a:ext cx="20535" cy="320520"/>
              </a:xfrm>
              <a:custGeom>
                <a:rect b="b" l="l" r="r" t="t"/>
                <a:pathLst>
                  <a:path extrusionOk="0" fill="none" h="15546" w="996">
                    <a:moveTo>
                      <a:pt x="1" y="1"/>
                    </a:moveTo>
                    <a:lnTo>
                      <a:pt x="1" y="6443"/>
                    </a:lnTo>
                    <a:lnTo>
                      <a:pt x="995" y="7189"/>
                    </a:lnTo>
                    <a:lnTo>
                      <a:pt x="995" y="15546"/>
                    </a:lnTo>
                  </a:path>
                </a:pathLst>
              </a:custGeom>
              <a:solidFill>
                <a:schemeClr val="lt2"/>
              </a:solidFill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" name="Google Shape;88;p13"/>
              <p:cNvSpPr/>
              <p:nvPr/>
            </p:nvSpPr>
            <p:spPr>
              <a:xfrm>
                <a:off x="2325340" y="1721671"/>
                <a:ext cx="21" cy="94387"/>
              </a:xfrm>
              <a:custGeom>
                <a:rect b="b" l="l" r="r" t="t"/>
                <a:pathLst>
                  <a:path extrusionOk="0" fill="none" h="4578" w="1">
                    <a:moveTo>
                      <a:pt x="1" y="1"/>
                    </a:moveTo>
                    <a:lnTo>
                      <a:pt x="1" y="4578"/>
                    </a:lnTo>
                  </a:path>
                </a:pathLst>
              </a:custGeom>
              <a:solidFill>
                <a:schemeClr val="lt2"/>
              </a:solidFill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" name="Google Shape;89;p13"/>
              <p:cNvSpPr/>
              <p:nvPr/>
            </p:nvSpPr>
            <p:spPr>
              <a:xfrm>
                <a:off x="2371502" y="1458097"/>
                <a:ext cx="10783" cy="93356"/>
              </a:xfrm>
              <a:custGeom>
                <a:rect b="b" l="l" r="r" t="t"/>
                <a:pathLst>
                  <a:path extrusionOk="0" fill="none" h="4528" w="523">
                    <a:moveTo>
                      <a:pt x="0" y="4527"/>
                    </a:moveTo>
                    <a:lnTo>
                      <a:pt x="523" y="4179"/>
                    </a:lnTo>
                    <a:lnTo>
                      <a:pt x="523" y="1"/>
                    </a:lnTo>
                  </a:path>
                </a:pathLst>
              </a:custGeom>
              <a:solidFill>
                <a:schemeClr val="lt2"/>
              </a:solidFill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" name="Google Shape;90;p13"/>
              <p:cNvSpPr/>
              <p:nvPr/>
            </p:nvSpPr>
            <p:spPr>
              <a:xfrm>
                <a:off x="2412016" y="1658602"/>
                <a:ext cx="63090" cy="63090"/>
              </a:xfrm>
              <a:custGeom>
                <a:rect b="b" l="l" r="r" t="t"/>
                <a:pathLst>
                  <a:path extrusionOk="0" fill="none" h="3060" w="3060">
                    <a:moveTo>
                      <a:pt x="3060" y="1543"/>
                    </a:moveTo>
                    <a:lnTo>
                      <a:pt x="3060" y="1543"/>
                    </a:lnTo>
                    <a:lnTo>
                      <a:pt x="3035" y="1692"/>
                    </a:lnTo>
                    <a:lnTo>
                      <a:pt x="3035" y="1841"/>
                    </a:lnTo>
                    <a:lnTo>
                      <a:pt x="2985" y="1990"/>
                    </a:lnTo>
                    <a:lnTo>
                      <a:pt x="2935" y="2140"/>
                    </a:lnTo>
                    <a:lnTo>
                      <a:pt x="2786" y="2388"/>
                    </a:lnTo>
                    <a:lnTo>
                      <a:pt x="2612" y="2612"/>
                    </a:lnTo>
                    <a:lnTo>
                      <a:pt x="2388" y="2811"/>
                    </a:lnTo>
                    <a:lnTo>
                      <a:pt x="2114" y="2936"/>
                    </a:lnTo>
                    <a:lnTo>
                      <a:pt x="1990" y="2985"/>
                    </a:lnTo>
                    <a:lnTo>
                      <a:pt x="1841" y="3035"/>
                    </a:lnTo>
                    <a:lnTo>
                      <a:pt x="1692" y="3060"/>
                    </a:lnTo>
                    <a:lnTo>
                      <a:pt x="1517" y="3060"/>
                    </a:lnTo>
                    <a:lnTo>
                      <a:pt x="1517" y="3060"/>
                    </a:lnTo>
                    <a:lnTo>
                      <a:pt x="1368" y="3060"/>
                    </a:lnTo>
                    <a:lnTo>
                      <a:pt x="1219" y="3035"/>
                    </a:lnTo>
                    <a:lnTo>
                      <a:pt x="1070" y="2985"/>
                    </a:lnTo>
                    <a:lnTo>
                      <a:pt x="945" y="2936"/>
                    </a:lnTo>
                    <a:lnTo>
                      <a:pt x="672" y="2811"/>
                    </a:lnTo>
                    <a:lnTo>
                      <a:pt x="448" y="2612"/>
                    </a:lnTo>
                    <a:lnTo>
                      <a:pt x="274" y="2388"/>
                    </a:lnTo>
                    <a:lnTo>
                      <a:pt x="125" y="2140"/>
                    </a:lnTo>
                    <a:lnTo>
                      <a:pt x="75" y="1990"/>
                    </a:lnTo>
                    <a:lnTo>
                      <a:pt x="25" y="1841"/>
                    </a:lnTo>
                    <a:lnTo>
                      <a:pt x="0" y="1692"/>
                    </a:lnTo>
                    <a:lnTo>
                      <a:pt x="0" y="1543"/>
                    </a:lnTo>
                    <a:lnTo>
                      <a:pt x="0" y="1543"/>
                    </a:lnTo>
                    <a:lnTo>
                      <a:pt x="0" y="1394"/>
                    </a:lnTo>
                    <a:lnTo>
                      <a:pt x="25" y="1219"/>
                    </a:lnTo>
                    <a:lnTo>
                      <a:pt x="75" y="1095"/>
                    </a:lnTo>
                    <a:lnTo>
                      <a:pt x="125" y="946"/>
                    </a:lnTo>
                    <a:lnTo>
                      <a:pt x="274" y="697"/>
                    </a:lnTo>
                    <a:lnTo>
                      <a:pt x="448" y="448"/>
                    </a:lnTo>
                    <a:lnTo>
                      <a:pt x="672" y="274"/>
                    </a:lnTo>
                    <a:lnTo>
                      <a:pt x="945" y="125"/>
                    </a:lnTo>
                    <a:lnTo>
                      <a:pt x="1070" y="75"/>
                    </a:lnTo>
                    <a:lnTo>
                      <a:pt x="1219" y="50"/>
                    </a:lnTo>
                    <a:lnTo>
                      <a:pt x="1368" y="26"/>
                    </a:lnTo>
                    <a:lnTo>
                      <a:pt x="1517" y="1"/>
                    </a:lnTo>
                    <a:lnTo>
                      <a:pt x="1517" y="1"/>
                    </a:lnTo>
                    <a:lnTo>
                      <a:pt x="1692" y="26"/>
                    </a:lnTo>
                    <a:lnTo>
                      <a:pt x="1841" y="50"/>
                    </a:lnTo>
                    <a:lnTo>
                      <a:pt x="1990" y="75"/>
                    </a:lnTo>
                    <a:lnTo>
                      <a:pt x="2114" y="125"/>
                    </a:lnTo>
                    <a:lnTo>
                      <a:pt x="2388" y="274"/>
                    </a:lnTo>
                    <a:lnTo>
                      <a:pt x="2612" y="448"/>
                    </a:lnTo>
                    <a:lnTo>
                      <a:pt x="2786" y="697"/>
                    </a:lnTo>
                    <a:lnTo>
                      <a:pt x="2935" y="946"/>
                    </a:lnTo>
                    <a:lnTo>
                      <a:pt x="2985" y="1095"/>
                    </a:lnTo>
                    <a:lnTo>
                      <a:pt x="3035" y="1219"/>
                    </a:lnTo>
                    <a:lnTo>
                      <a:pt x="3035" y="1394"/>
                    </a:lnTo>
                    <a:lnTo>
                      <a:pt x="3060" y="1543"/>
                    </a:lnTo>
                    <a:lnTo>
                      <a:pt x="3060" y="1543"/>
                    </a:lnTo>
                    <a:close/>
                  </a:path>
                </a:pathLst>
              </a:custGeom>
              <a:solidFill>
                <a:schemeClr val="lt2"/>
              </a:solidFill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" name="Google Shape;91;p13"/>
              <p:cNvSpPr/>
              <p:nvPr/>
            </p:nvSpPr>
            <p:spPr>
              <a:xfrm>
                <a:off x="2256622" y="1992956"/>
                <a:ext cx="21" cy="213350"/>
              </a:xfrm>
              <a:custGeom>
                <a:rect b="b" l="l" r="r" t="t"/>
                <a:pathLst>
                  <a:path extrusionOk="0" fill="none" h="10348" w="1">
                    <a:moveTo>
                      <a:pt x="1" y="10347"/>
                    </a:moveTo>
                    <a:lnTo>
                      <a:pt x="1" y="0"/>
                    </a:lnTo>
                  </a:path>
                </a:pathLst>
              </a:custGeom>
              <a:solidFill>
                <a:schemeClr val="lt2"/>
              </a:solidFill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" name="Google Shape;92;p13"/>
              <p:cNvSpPr/>
              <p:nvPr/>
            </p:nvSpPr>
            <p:spPr>
              <a:xfrm>
                <a:off x="2443292" y="1721671"/>
                <a:ext cx="126674" cy="405670"/>
              </a:xfrm>
              <a:custGeom>
                <a:rect b="b" l="l" r="r" t="t"/>
                <a:pathLst>
                  <a:path extrusionOk="0" fill="none" h="19676" w="6144">
                    <a:moveTo>
                      <a:pt x="6144" y="19675"/>
                    </a:moveTo>
                    <a:lnTo>
                      <a:pt x="6144" y="11194"/>
                    </a:lnTo>
                    <a:lnTo>
                      <a:pt x="0" y="8060"/>
                    </a:lnTo>
                    <a:lnTo>
                      <a:pt x="0" y="1"/>
                    </a:lnTo>
                  </a:path>
                </a:pathLst>
              </a:custGeom>
              <a:solidFill>
                <a:schemeClr val="lt2"/>
              </a:solidFill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" name="Google Shape;93;p13"/>
              <p:cNvSpPr/>
              <p:nvPr/>
            </p:nvSpPr>
            <p:spPr>
              <a:xfrm>
                <a:off x="2325340" y="1784760"/>
                <a:ext cx="46183" cy="387691"/>
              </a:xfrm>
              <a:custGeom>
                <a:rect b="b" l="l" r="r" t="t"/>
                <a:pathLst>
                  <a:path extrusionOk="0" fill="none" h="18804" w="2240">
                    <a:moveTo>
                      <a:pt x="2239" y="0"/>
                    </a:moveTo>
                    <a:lnTo>
                      <a:pt x="2239" y="9850"/>
                    </a:lnTo>
                    <a:lnTo>
                      <a:pt x="1" y="11292"/>
                    </a:lnTo>
                    <a:lnTo>
                      <a:pt x="1" y="18804"/>
                    </a:lnTo>
                  </a:path>
                </a:pathLst>
              </a:custGeom>
              <a:solidFill>
                <a:schemeClr val="lt2"/>
              </a:solidFill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" name="Google Shape;94;p13"/>
              <p:cNvSpPr/>
              <p:nvPr/>
            </p:nvSpPr>
            <p:spPr>
              <a:xfrm>
                <a:off x="2443292" y="2074498"/>
                <a:ext cx="21" cy="52843"/>
              </a:xfrm>
              <a:custGeom>
                <a:rect b="b" l="l" r="r" t="t"/>
                <a:pathLst>
                  <a:path extrusionOk="0" fill="none" h="2563" w="1">
                    <a:moveTo>
                      <a:pt x="0" y="2562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accent3"/>
              </a:solidFill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" name="Google Shape;95;p13"/>
              <p:cNvSpPr/>
              <p:nvPr/>
            </p:nvSpPr>
            <p:spPr>
              <a:xfrm>
                <a:off x="2443292" y="1938093"/>
                <a:ext cx="21" cy="86161"/>
              </a:xfrm>
              <a:custGeom>
                <a:rect b="b" l="l" r="r" t="t"/>
                <a:pathLst>
                  <a:path extrusionOk="0" fill="none" h="4179" w="1">
                    <a:moveTo>
                      <a:pt x="0" y="4179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lt2"/>
              </a:solidFill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" name="Google Shape;96;p13"/>
              <p:cNvSpPr/>
              <p:nvPr/>
            </p:nvSpPr>
            <p:spPr>
              <a:xfrm>
                <a:off x="2523804" y="1846283"/>
                <a:ext cx="21" cy="31318"/>
              </a:xfrm>
              <a:custGeom>
                <a:rect b="b" l="l" r="r" t="t"/>
                <a:pathLst>
                  <a:path extrusionOk="0" fill="none" h="1519" w="1">
                    <a:moveTo>
                      <a:pt x="0" y="1"/>
                    </a:moveTo>
                    <a:lnTo>
                      <a:pt x="0" y="1518"/>
                    </a:lnTo>
                  </a:path>
                </a:pathLst>
              </a:custGeom>
              <a:solidFill>
                <a:schemeClr val="lt2"/>
              </a:solidFill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" name="Google Shape;97;p13"/>
              <p:cNvSpPr/>
              <p:nvPr/>
            </p:nvSpPr>
            <p:spPr>
              <a:xfrm>
                <a:off x="2889950" y="1846283"/>
                <a:ext cx="63090" cy="62595"/>
              </a:xfrm>
              <a:custGeom>
                <a:rect b="b" l="l" r="r" t="t"/>
                <a:pathLst>
                  <a:path extrusionOk="0" fill="none" h="3036" w="3060">
                    <a:moveTo>
                      <a:pt x="3060" y="1518"/>
                    </a:moveTo>
                    <a:lnTo>
                      <a:pt x="3060" y="1518"/>
                    </a:lnTo>
                    <a:lnTo>
                      <a:pt x="3060" y="1667"/>
                    </a:lnTo>
                    <a:lnTo>
                      <a:pt x="3035" y="1817"/>
                    </a:lnTo>
                    <a:lnTo>
                      <a:pt x="2985" y="1966"/>
                    </a:lnTo>
                    <a:lnTo>
                      <a:pt x="2935" y="2115"/>
                    </a:lnTo>
                    <a:lnTo>
                      <a:pt x="2786" y="2364"/>
                    </a:lnTo>
                    <a:lnTo>
                      <a:pt x="2612" y="2588"/>
                    </a:lnTo>
                    <a:lnTo>
                      <a:pt x="2388" y="2787"/>
                    </a:lnTo>
                    <a:lnTo>
                      <a:pt x="2114" y="2911"/>
                    </a:lnTo>
                    <a:lnTo>
                      <a:pt x="1990" y="2986"/>
                    </a:lnTo>
                    <a:lnTo>
                      <a:pt x="1841" y="3011"/>
                    </a:lnTo>
                    <a:lnTo>
                      <a:pt x="1692" y="3035"/>
                    </a:lnTo>
                    <a:lnTo>
                      <a:pt x="1542" y="3035"/>
                    </a:lnTo>
                    <a:lnTo>
                      <a:pt x="1542" y="3035"/>
                    </a:lnTo>
                    <a:lnTo>
                      <a:pt x="1368" y="3035"/>
                    </a:lnTo>
                    <a:lnTo>
                      <a:pt x="1219" y="3011"/>
                    </a:lnTo>
                    <a:lnTo>
                      <a:pt x="1070" y="2986"/>
                    </a:lnTo>
                    <a:lnTo>
                      <a:pt x="945" y="2911"/>
                    </a:lnTo>
                    <a:lnTo>
                      <a:pt x="672" y="2787"/>
                    </a:lnTo>
                    <a:lnTo>
                      <a:pt x="448" y="2588"/>
                    </a:lnTo>
                    <a:lnTo>
                      <a:pt x="274" y="2364"/>
                    </a:lnTo>
                    <a:lnTo>
                      <a:pt x="125" y="2115"/>
                    </a:lnTo>
                    <a:lnTo>
                      <a:pt x="75" y="1966"/>
                    </a:lnTo>
                    <a:lnTo>
                      <a:pt x="25" y="1817"/>
                    </a:lnTo>
                    <a:lnTo>
                      <a:pt x="0" y="1667"/>
                    </a:lnTo>
                    <a:lnTo>
                      <a:pt x="0" y="1518"/>
                    </a:lnTo>
                    <a:lnTo>
                      <a:pt x="0" y="1518"/>
                    </a:lnTo>
                    <a:lnTo>
                      <a:pt x="0" y="1369"/>
                    </a:lnTo>
                    <a:lnTo>
                      <a:pt x="25" y="1220"/>
                    </a:lnTo>
                    <a:lnTo>
                      <a:pt x="75" y="1071"/>
                    </a:lnTo>
                    <a:lnTo>
                      <a:pt x="125" y="921"/>
                    </a:lnTo>
                    <a:lnTo>
                      <a:pt x="274" y="673"/>
                    </a:lnTo>
                    <a:lnTo>
                      <a:pt x="448" y="449"/>
                    </a:lnTo>
                    <a:lnTo>
                      <a:pt x="672" y="250"/>
                    </a:lnTo>
                    <a:lnTo>
                      <a:pt x="945" y="100"/>
                    </a:lnTo>
                    <a:lnTo>
                      <a:pt x="1070" y="51"/>
                    </a:lnTo>
                    <a:lnTo>
                      <a:pt x="1219" y="26"/>
                    </a:lnTo>
                    <a:lnTo>
                      <a:pt x="1368" y="1"/>
                    </a:lnTo>
                    <a:lnTo>
                      <a:pt x="1542" y="1"/>
                    </a:lnTo>
                    <a:lnTo>
                      <a:pt x="1542" y="1"/>
                    </a:lnTo>
                    <a:lnTo>
                      <a:pt x="1692" y="1"/>
                    </a:lnTo>
                    <a:lnTo>
                      <a:pt x="1841" y="26"/>
                    </a:lnTo>
                    <a:lnTo>
                      <a:pt x="1990" y="51"/>
                    </a:lnTo>
                    <a:lnTo>
                      <a:pt x="2114" y="100"/>
                    </a:lnTo>
                    <a:lnTo>
                      <a:pt x="2388" y="250"/>
                    </a:lnTo>
                    <a:lnTo>
                      <a:pt x="2612" y="449"/>
                    </a:lnTo>
                    <a:lnTo>
                      <a:pt x="2786" y="673"/>
                    </a:lnTo>
                    <a:lnTo>
                      <a:pt x="2935" y="921"/>
                    </a:lnTo>
                    <a:lnTo>
                      <a:pt x="2985" y="1071"/>
                    </a:lnTo>
                    <a:lnTo>
                      <a:pt x="3035" y="1220"/>
                    </a:lnTo>
                    <a:lnTo>
                      <a:pt x="3060" y="1369"/>
                    </a:lnTo>
                    <a:lnTo>
                      <a:pt x="3060" y="1518"/>
                    </a:lnTo>
                    <a:lnTo>
                      <a:pt x="3060" y="1518"/>
                    </a:lnTo>
                    <a:close/>
                  </a:path>
                </a:pathLst>
              </a:custGeom>
              <a:solidFill>
                <a:schemeClr val="lt2"/>
              </a:solidFill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" name="Google Shape;98;p13"/>
              <p:cNvSpPr/>
              <p:nvPr/>
            </p:nvSpPr>
            <p:spPr>
              <a:xfrm>
                <a:off x="2714062" y="1658602"/>
                <a:ext cx="62574" cy="63090"/>
              </a:xfrm>
              <a:custGeom>
                <a:rect b="b" l="l" r="r" t="t"/>
                <a:pathLst>
                  <a:path extrusionOk="0" fill="none" h="3060" w="3035">
                    <a:moveTo>
                      <a:pt x="3034" y="1543"/>
                    </a:moveTo>
                    <a:lnTo>
                      <a:pt x="3034" y="1543"/>
                    </a:lnTo>
                    <a:lnTo>
                      <a:pt x="3034" y="1692"/>
                    </a:lnTo>
                    <a:lnTo>
                      <a:pt x="3010" y="1841"/>
                    </a:lnTo>
                    <a:lnTo>
                      <a:pt x="2985" y="1990"/>
                    </a:lnTo>
                    <a:lnTo>
                      <a:pt x="2935" y="2140"/>
                    </a:lnTo>
                    <a:lnTo>
                      <a:pt x="2786" y="2388"/>
                    </a:lnTo>
                    <a:lnTo>
                      <a:pt x="2612" y="2612"/>
                    </a:lnTo>
                    <a:lnTo>
                      <a:pt x="2363" y="2811"/>
                    </a:lnTo>
                    <a:lnTo>
                      <a:pt x="2114" y="2936"/>
                    </a:lnTo>
                    <a:lnTo>
                      <a:pt x="1965" y="2985"/>
                    </a:lnTo>
                    <a:lnTo>
                      <a:pt x="1816" y="3035"/>
                    </a:lnTo>
                    <a:lnTo>
                      <a:pt x="1666" y="3060"/>
                    </a:lnTo>
                    <a:lnTo>
                      <a:pt x="1517" y="3060"/>
                    </a:lnTo>
                    <a:lnTo>
                      <a:pt x="1517" y="3060"/>
                    </a:lnTo>
                    <a:lnTo>
                      <a:pt x="1368" y="3060"/>
                    </a:lnTo>
                    <a:lnTo>
                      <a:pt x="1219" y="3035"/>
                    </a:lnTo>
                    <a:lnTo>
                      <a:pt x="1070" y="2985"/>
                    </a:lnTo>
                    <a:lnTo>
                      <a:pt x="920" y="2936"/>
                    </a:lnTo>
                    <a:lnTo>
                      <a:pt x="672" y="2811"/>
                    </a:lnTo>
                    <a:lnTo>
                      <a:pt x="448" y="2612"/>
                    </a:lnTo>
                    <a:lnTo>
                      <a:pt x="249" y="2388"/>
                    </a:lnTo>
                    <a:lnTo>
                      <a:pt x="124" y="2140"/>
                    </a:lnTo>
                    <a:lnTo>
                      <a:pt x="75" y="1990"/>
                    </a:lnTo>
                    <a:lnTo>
                      <a:pt x="25" y="1841"/>
                    </a:lnTo>
                    <a:lnTo>
                      <a:pt x="0" y="1692"/>
                    </a:lnTo>
                    <a:lnTo>
                      <a:pt x="0" y="1543"/>
                    </a:lnTo>
                    <a:lnTo>
                      <a:pt x="0" y="1543"/>
                    </a:lnTo>
                    <a:lnTo>
                      <a:pt x="0" y="1394"/>
                    </a:lnTo>
                    <a:lnTo>
                      <a:pt x="25" y="1219"/>
                    </a:lnTo>
                    <a:lnTo>
                      <a:pt x="75" y="1095"/>
                    </a:lnTo>
                    <a:lnTo>
                      <a:pt x="124" y="946"/>
                    </a:lnTo>
                    <a:lnTo>
                      <a:pt x="249" y="697"/>
                    </a:lnTo>
                    <a:lnTo>
                      <a:pt x="448" y="448"/>
                    </a:lnTo>
                    <a:lnTo>
                      <a:pt x="672" y="274"/>
                    </a:lnTo>
                    <a:lnTo>
                      <a:pt x="920" y="125"/>
                    </a:lnTo>
                    <a:lnTo>
                      <a:pt x="1070" y="75"/>
                    </a:lnTo>
                    <a:lnTo>
                      <a:pt x="1219" y="50"/>
                    </a:lnTo>
                    <a:lnTo>
                      <a:pt x="1368" y="26"/>
                    </a:lnTo>
                    <a:lnTo>
                      <a:pt x="1517" y="1"/>
                    </a:lnTo>
                    <a:lnTo>
                      <a:pt x="1517" y="1"/>
                    </a:lnTo>
                    <a:lnTo>
                      <a:pt x="1666" y="26"/>
                    </a:lnTo>
                    <a:lnTo>
                      <a:pt x="1816" y="50"/>
                    </a:lnTo>
                    <a:lnTo>
                      <a:pt x="1965" y="75"/>
                    </a:lnTo>
                    <a:lnTo>
                      <a:pt x="2114" y="125"/>
                    </a:lnTo>
                    <a:lnTo>
                      <a:pt x="2363" y="274"/>
                    </a:lnTo>
                    <a:lnTo>
                      <a:pt x="2612" y="448"/>
                    </a:lnTo>
                    <a:lnTo>
                      <a:pt x="2786" y="697"/>
                    </a:lnTo>
                    <a:lnTo>
                      <a:pt x="2935" y="946"/>
                    </a:lnTo>
                    <a:lnTo>
                      <a:pt x="2985" y="1095"/>
                    </a:lnTo>
                    <a:lnTo>
                      <a:pt x="3010" y="1219"/>
                    </a:lnTo>
                    <a:lnTo>
                      <a:pt x="3034" y="1394"/>
                    </a:lnTo>
                    <a:lnTo>
                      <a:pt x="3034" y="1543"/>
                    </a:lnTo>
                    <a:lnTo>
                      <a:pt x="3034" y="1543"/>
                    </a:lnTo>
                    <a:close/>
                  </a:path>
                </a:pathLst>
              </a:custGeom>
              <a:noFill/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" name="Google Shape;99;p13"/>
              <p:cNvSpPr/>
              <p:nvPr/>
            </p:nvSpPr>
            <p:spPr>
              <a:xfrm>
                <a:off x="2745339" y="1469890"/>
                <a:ext cx="21" cy="132839"/>
              </a:xfrm>
              <a:custGeom>
                <a:rect b="b" l="l" r="r" t="t"/>
                <a:pathLst>
                  <a:path extrusionOk="0" fill="none" h="6443" w="1">
                    <a:moveTo>
                      <a:pt x="0" y="1"/>
                    </a:moveTo>
                    <a:lnTo>
                      <a:pt x="0" y="6443"/>
                    </a:lnTo>
                  </a:path>
                </a:pathLst>
              </a:custGeom>
              <a:solidFill>
                <a:schemeClr val="lt2"/>
              </a:solidFill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" name="Google Shape;100;p13"/>
              <p:cNvSpPr/>
              <p:nvPr/>
            </p:nvSpPr>
            <p:spPr>
              <a:xfrm>
                <a:off x="2804820" y="1469890"/>
                <a:ext cx="20535" cy="320520"/>
              </a:xfrm>
              <a:custGeom>
                <a:rect b="b" l="l" r="r" t="t"/>
                <a:pathLst>
                  <a:path extrusionOk="0" fill="none" h="15546" w="996">
                    <a:moveTo>
                      <a:pt x="0" y="1"/>
                    </a:moveTo>
                    <a:lnTo>
                      <a:pt x="0" y="6443"/>
                    </a:lnTo>
                    <a:lnTo>
                      <a:pt x="995" y="7189"/>
                    </a:lnTo>
                    <a:lnTo>
                      <a:pt x="995" y="15546"/>
                    </a:lnTo>
                  </a:path>
                </a:pathLst>
              </a:custGeom>
              <a:solidFill>
                <a:schemeClr val="lt2"/>
              </a:solidFill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" name="Google Shape;101;p13"/>
              <p:cNvSpPr/>
              <p:nvPr/>
            </p:nvSpPr>
            <p:spPr>
              <a:xfrm>
                <a:off x="2745339" y="1721671"/>
                <a:ext cx="126674" cy="434369"/>
              </a:xfrm>
              <a:custGeom>
                <a:rect b="b" l="l" r="r" t="t"/>
                <a:pathLst>
                  <a:path extrusionOk="0" fill="none" h="21068" w="6144">
                    <a:moveTo>
                      <a:pt x="6144" y="21068"/>
                    </a:moveTo>
                    <a:lnTo>
                      <a:pt x="6144" y="11194"/>
                    </a:lnTo>
                    <a:lnTo>
                      <a:pt x="0" y="8060"/>
                    </a:lnTo>
                    <a:lnTo>
                      <a:pt x="0" y="1"/>
                    </a:lnTo>
                  </a:path>
                </a:pathLst>
              </a:custGeom>
              <a:solidFill>
                <a:schemeClr val="lt2"/>
              </a:solidFill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" name="Google Shape;102;p13"/>
              <p:cNvSpPr/>
              <p:nvPr/>
            </p:nvSpPr>
            <p:spPr>
              <a:xfrm>
                <a:off x="2623799" y="1728866"/>
                <a:ext cx="21" cy="94366"/>
              </a:xfrm>
              <a:custGeom>
                <a:rect b="b" l="l" r="r" t="t"/>
                <a:pathLst>
                  <a:path extrusionOk="0" fill="none" h="4577" w="1">
                    <a:moveTo>
                      <a:pt x="0" y="0"/>
                    </a:moveTo>
                    <a:lnTo>
                      <a:pt x="0" y="4577"/>
                    </a:lnTo>
                  </a:path>
                </a:pathLst>
              </a:custGeom>
              <a:solidFill>
                <a:schemeClr val="lt2"/>
              </a:solidFill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" name="Google Shape;103;p13"/>
              <p:cNvSpPr/>
              <p:nvPr/>
            </p:nvSpPr>
            <p:spPr>
              <a:xfrm>
                <a:off x="2627386" y="1784760"/>
                <a:ext cx="46183" cy="335385"/>
              </a:xfrm>
              <a:custGeom>
                <a:rect b="b" l="l" r="r" t="t"/>
                <a:pathLst>
                  <a:path extrusionOk="0" fill="none" h="16267" w="2240">
                    <a:moveTo>
                      <a:pt x="2239" y="0"/>
                    </a:moveTo>
                    <a:lnTo>
                      <a:pt x="2239" y="9850"/>
                    </a:lnTo>
                    <a:lnTo>
                      <a:pt x="1" y="11292"/>
                    </a:lnTo>
                    <a:lnTo>
                      <a:pt x="1" y="16267"/>
                    </a:lnTo>
                  </a:path>
                </a:pathLst>
              </a:custGeom>
              <a:solidFill>
                <a:schemeClr val="lt2"/>
              </a:solidFill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" name="Google Shape;104;p13"/>
              <p:cNvSpPr/>
              <p:nvPr/>
            </p:nvSpPr>
            <p:spPr>
              <a:xfrm>
                <a:off x="2745339" y="2074498"/>
                <a:ext cx="21" cy="52843"/>
              </a:xfrm>
              <a:custGeom>
                <a:rect b="b" l="l" r="r" t="t"/>
                <a:pathLst>
                  <a:path extrusionOk="0" fill="none" h="2563" w="1">
                    <a:moveTo>
                      <a:pt x="0" y="2562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accent3"/>
              </a:solidFill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" name="Google Shape;105;p13"/>
              <p:cNvSpPr/>
              <p:nvPr/>
            </p:nvSpPr>
            <p:spPr>
              <a:xfrm>
                <a:off x="2745339" y="1938093"/>
                <a:ext cx="21" cy="86161"/>
              </a:xfrm>
              <a:custGeom>
                <a:rect b="b" l="l" r="r" t="t"/>
                <a:pathLst>
                  <a:path extrusionOk="0" fill="none" h="4179" w="1">
                    <a:moveTo>
                      <a:pt x="0" y="4179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lt2"/>
              </a:solidFill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" name="Google Shape;106;p13"/>
              <p:cNvSpPr/>
              <p:nvPr/>
            </p:nvSpPr>
            <p:spPr>
              <a:xfrm>
                <a:off x="2673549" y="1458097"/>
                <a:ext cx="10268" cy="93356"/>
              </a:xfrm>
              <a:custGeom>
                <a:rect b="b" l="l" r="r" t="t"/>
                <a:pathLst>
                  <a:path extrusionOk="0" fill="none" h="4528" w="498">
                    <a:moveTo>
                      <a:pt x="0" y="4527"/>
                    </a:moveTo>
                    <a:lnTo>
                      <a:pt x="498" y="4179"/>
                    </a:lnTo>
                    <a:lnTo>
                      <a:pt x="498" y="1"/>
                    </a:lnTo>
                  </a:path>
                </a:pathLst>
              </a:custGeom>
              <a:solidFill>
                <a:schemeClr val="lt2"/>
              </a:solidFill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" name="Google Shape;107;p13"/>
              <p:cNvSpPr/>
              <p:nvPr/>
            </p:nvSpPr>
            <p:spPr>
              <a:xfrm>
                <a:off x="2825335" y="1846283"/>
                <a:ext cx="21" cy="31318"/>
              </a:xfrm>
              <a:custGeom>
                <a:rect b="b" l="l" r="r" t="t"/>
                <a:pathLst>
                  <a:path extrusionOk="0" fill="none" h="1519" w="1">
                    <a:moveTo>
                      <a:pt x="0" y="1"/>
                    </a:moveTo>
                    <a:lnTo>
                      <a:pt x="0" y="1518"/>
                    </a:lnTo>
                  </a:path>
                </a:pathLst>
              </a:custGeom>
              <a:solidFill>
                <a:schemeClr val="lt2"/>
              </a:solidFill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" name="Google Shape;108;p13"/>
              <p:cNvSpPr/>
              <p:nvPr/>
            </p:nvSpPr>
            <p:spPr>
              <a:xfrm>
                <a:off x="2563286" y="1469890"/>
                <a:ext cx="21" cy="52843"/>
              </a:xfrm>
              <a:custGeom>
                <a:rect b="b" l="l" r="r" t="t"/>
                <a:pathLst>
                  <a:path extrusionOk="0" fill="none" h="2563" w="1">
                    <a:moveTo>
                      <a:pt x="1" y="1"/>
                    </a:moveTo>
                    <a:lnTo>
                      <a:pt x="1" y="2563"/>
                    </a:lnTo>
                  </a:path>
                </a:pathLst>
              </a:custGeom>
              <a:solidFill>
                <a:schemeClr val="lt2"/>
              </a:solidFill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" name="Google Shape;109;p13"/>
              <p:cNvSpPr/>
              <p:nvPr/>
            </p:nvSpPr>
            <p:spPr>
              <a:xfrm>
                <a:off x="2563286" y="1565782"/>
                <a:ext cx="57976" cy="91810"/>
              </a:xfrm>
              <a:custGeom>
                <a:rect b="b" l="l" r="r" t="t"/>
                <a:pathLst>
                  <a:path extrusionOk="0" fill="none" h="4453" w="2812">
                    <a:moveTo>
                      <a:pt x="1" y="1"/>
                    </a:moveTo>
                    <a:lnTo>
                      <a:pt x="2811" y="971"/>
                    </a:lnTo>
                    <a:lnTo>
                      <a:pt x="2811" y="4453"/>
                    </a:lnTo>
                  </a:path>
                </a:pathLst>
              </a:custGeom>
              <a:solidFill>
                <a:schemeClr val="lt2"/>
              </a:solidFill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" name="Google Shape;110;p13"/>
              <p:cNvSpPr/>
              <p:nvPr/>
            </p:nvSpPr>
            <p:spPr>
              <a:xfrm>
                <a:off x="2569946" y="1553473"/>
                <a:ext cx="103624" cy="352848"/>
              </a:xfrm>
              <a:custGeom>
                <a:rect b="b" l="l" r="r" t="t"/>
                <a:pathLst>
                  <a:path extrusionOk="0" fill="none" h="17114" w="5026">
                    <a:moveTo>
                      <a:pt x="1" y="17113"/>
                    </a:moveTo>
                    <a:lnTo>
                      <a:pt x="1" y="10074"/>
                    </a:lnTo>
                    <a:lnTo>
                      <a:pt x="5025" y="6891"/>
                    </a:lnTo>
                    <a:lnTo>
                      <a:pt x="5025" y="1"/>
                    </a:lnTo>
                  </a:path>
                </a:pathLst>
              </a:custGeom>
              <a:solidFill>
                <a:schemeClr val="lt2"/>
              </a:solidFill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" name="Google Shape;111;p13"/>
              <p:cNvSpPr/>
              <p:nvPr/>
            </p:nvSpPr>
            <p:spPr>
              <a:xfrm>
                <a:off x="2367399" y="881693"/>
                <a:ext cx="29751" cy="52327"/>
              </a:xfrm>
              <a:custGeom>
                <a:rect b="b" l="l" r="r" t="t"/>
                <a:pathLst>
                  <a:path extrusionOk="0" h="2538" w="1443">
                    <a:moveTo>
                      <a:pt x="0" y="1"/>
                    </a:moveTo>
                    <a:lnTo>
                      <a:pt x="0" y="2538"/>
                    </a:lnTo>
                    <a:lnTo>
                      <a:pt x="1443" y="2538"/>
                    </a:lnTo>
                    <a:lnTo>
                      <a:pt x="1443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" name="Google Shape;112;p13"/>
              <p:cNvSpPr/>
              <p:nvPr/>
            </p:nvSpPr>
            <p:spPr>
              <a:xfrm>
                <a:off x="2427912" y="881693"/>
                <a:ext cx="29751" cy="52327"/>
              </a:xfrm>
              <a:custGeom>
                <a:rect b="b" l="l" r="r" t="t"/>
                <a:pathLst>
                  <a:path extrusionOk="0" h="2538" w="1443">
                    <a:moveTo>
                      <a:pt x="0" y="1"/>
                    </a:moveTo>
                    <a:lnTo>
                      <a:pt x="0" y="2538"/>
                    </a:lnTo>
                    <a:lnTo>
                      <a:pt x="1443" y="2538"/>
                    </a:lnTo>
                    <a:lnTo>
                      <a:pt x="1443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" name="Google Shape;113;p13"/>
              <p:cNvSpPr/>
              <p:nvPr/>
            </p:nvSpPr>
            <p:spPr>
              <a:xfrm>
                <a:off x="2488424" y="881693"/>
                <a:ext cx="29236" cy="52327"/>
              </a:xfrm>
              <a:custGeom>
                <a:rect b="b" l="l" r="r" t="t"/>
                <a:pathLst>
                  <a:path extrusionOk="0" h="2538" w="1418">
                    <a:moveTo>
                      <a:pt x="0" y="1"/>
                    </a:moveTo>
                    <a:lnTo>
                      <a:pt x="0" y="2538"/>
                    </a:lnTo>
                    <a:lnTo>
                      <a:pt x="1418" y="2538"/>
                    </a:lnTo>
                    <a:lnTo>
                      <a:pt x="1418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" name="Google Shape;114;p13"/>
              <p:cNvSpPr/>
              <p:nvPr/>
            </p:nvSpPr>
            <p:spPr>
              <a:xfrm>
                <a:off x="2548936" y="881693"/>
                <a:ext cx="29236" cy="52327"/>
              </a:xfrm>
              <a:custGeom>
                <a:rect b="b" l="l" r="r" t="t"/>
                <a:pathLst>
                  <a:path extrusionOk="0" h="2538" w="1418">
                    <a:moveTo>
                      <a:pt x="0" y="1"/>
                    </a:moveTo>
                    <a:lnTo>
                      <a:pt x="0" y="2538"/>
                    </a:lnTo>
                    <a:lnTo>
                      <a:pt x="1418" y="2538"/>
                    </a:lnTo>
                    <a:lnTo>
                      <a:pt x="1418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" name="Google Shape;115;p13"/>
              <p:cNvSpPr/>
              <p:nvPr/>
            </p:nvSpPr>
            <p:spPr>
              <a:xfrm>
                <a:off x="2608933" y="881693"/>
                <a:ext cx="29751" cy="52327"/>
              </a:xfrm>
              <a:custGeom>
                <a:rect b="b" l="l" r="r" t="t"/>
                <a:pathLst>
                  <a:path extrusionOk="0" h="2538" w="1443">
                    <a:moveTo>
                      <a:pt x="0" y="1"/>
                    </a:moveTo>
                    <a:lnTo>
                      <a:pt x="0" y="2538"/>
                    </a:lnTo>
                    <a:lnTo>
                      <a:pt x="1443" y="2538"/>
                    </a:lnTo>
                    <a:lnTo>
                      <a:pt x="1443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13"/>
              <p:cNvSpPr/>
              <p:nvPr/>
            </p:nvSpPr>
            <p:spPr>
              <a:xfrm>
                <a:off x="2669446" y="881693"/>
                <a:ext cx="29751" cy="52327"/>
              </a:xfrm>
              <a:custGeom>
                <a:rect b="b" l="l" r="r" t="t"/>
                <a:pathLst>
                  <a:path extrusionOk="0" h="2538" w="1443">
                    <a:moveTo>
                      <a:pt x="0" y="1"/>
                    </a:moveTo>
                    <a:lnTo>
                      <a:pt x="0" y="2538"/>
                    </a:lnTo>
                    <a:lnTo>
                      <a:pt x="1443" y="2538"/>
                    </a:lnTo>
                    <a:lnTo>
                      <a:pt x="1443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13"/>
              <p:cNvSpPr/>
              <p:nvPr/>
            </p:nvSpPr>
            <p:spPr>
              <a:xfrm>
                <a:off x="2729958" y="881693"/>
                <a:ext cx="29751" cy="52327"/>
              </a:xfrm>
              <a:custGeom>
                <a:rect b="b" l="l" r="r" t="t"/>
                <a:pathLst>
                  <a:path extrusionOk="0" h="2538" w="1443">
                    <a:moveTo>
                      <a:pt x="0" y="1"/>
                    </a:moveTo>
                    <a:lnTo>
                      <a:pt x="0" y="2538"/>
                    </a:lnTo>
                    <a:lnTo>
                      <a:pt x="1443" y="2538"/>
                    </a:lnTo>
                    <a:lnTo>
                      <a:pt x="1443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" name="Google Shape;118;p13"/>
              <p:cNvSpPr/>
              <p:nvPr/>
            </p:nvSpPr>
            <p:spPr>
              <a:xfrm>
                <a:off x="2790450" y="881693"/>
                <a:ext cx="29772" cy="52327"/>
              </a:xfrm>
              <a:custGeom>
                <a:rect b="b" l="l" r="r" t="t"/>
                <a:pathLst>
                  <a:path extrusionOk="0" h="2538" w="1444">
                    <a:moveTo>
                      <a:pt x="1" y="1"/>
                    </a:moveTo>
                    <a:lnTo>
                      <a:pt x="1" y="2538"/>
                    </a:lnTo>
                    <a:lnTo>
                      <a:pt x="1444" y="2538"/>
                    </a:lnTo>
                    <a:lnTo>
                      <a:pt x="1444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" name="Google Shape;119;p13"/>
              <p:cNvSpPr/>
              <p:nvPr/>
            </p:nvSpPr>
            <p:spPr>
              <a:xfrm>
                <a:off x="2367399" y="1422717"/>
                <a:ext cx="29751" cy="52327"/>
              </a:xfrm>
              <a:custGeom>
                <a:rect b="b" l="l" r="r" t="t"/>
                <a:pathLst>
                  <a:path extrusionOk="0" h="2538" w="1443">
                    <a:moveTo>
                      <a:pt x="0" y="0"/>
                    </a:moveTo>
                    <a:lnTo>
                      <a:pt x="0" y="2537"/>
                    </a:lnTo>
                    <a:lnTo>
                      <a:pt x="1443" y="2537"/>
                    </a:lnTo>
                    <a:lnTo>
                      <a:pt x="1443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13"/>
              <p:cNvSpPr/>
              <p:nvPr/>
            </p:nvSpPr>
            <p:spPr>
              <a:xfrm>
                <a:off x="2427912" y="1422717"/>
                <a:ext cx="29751" cy="52327"/>
              </a:xfrm>
              <a:custGeom>
                <a:rect b="b" l="l" r="r" t="t"/>
                <a:pathLst>
                  <a:path extrusionOk="0" h="2538" w="1443">
                    <a:moveTo>
                      <a:pt x="0" y="0"/>
                    </a:moveTo>
                    <a:lnTo>
                      <a:pt x="0" y="2537"/>
                    </a:lnTo>
                    <a:lnTo>
                      <a:pt x="1443" y="2537"/>
                    </a:lnTo>
                    <a:lnTo>
                      <a:pt x="1443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13"/>
              <p:cNvSpPr/>
              <p:nvPr/>
            </p:nvSpPr>
            <p:spPr>
              <a:xfrm>
                <a:off x="2488424" y="1422717"/>
                <a:ext cx="29236" cy="52327"/>
              </a:xfrm>
              <a:custGeom>
                <a:rect b="b" l="l" r="r" t="t"/>
                <a:pathLst>
                  <a:path extrusionOk="0" h="2538" w="1418">
                    <a:moveTo>
                      <a:pt x="0" y="0"/>
                    </a:moveTo>
                    <a:lnTo>
                      <a:pt x="0" y="2537"/>
                    </a:lnTo>
                    <a:lnTo>
                      <a:pt x="1418" y="2537"/>
                    </a:lnTo>
                    <a:lnTo>
                      <a:pt x="1418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" name="Google Shape;122;p13"/>
              <p:cNvSpPr/>
              <p:nvPr/>
            </p:nvSpPr>
            <p:spPr>
              <a:xfrm>
                <a:off x="2548936" y="1422717"/>
                <a:ext cx="29236" cy="52327"/>
              </a:xfrm>
              <a:custGeom>
                <a:rect b="b" l="l" r="r" t="t"/>
                <a:pathLst>
                  <a:path extrusionOk="0" h="2538" w="1418">
                    <a:moveTo>
                      <a:pt x="0" y="0"/>
                    </a:moveTo>
                    <a:lnTo>
                      <a:pt x="0" y="2537"/>
                    </a:lnTo>
                    <a:lnTo>
                      <a:pt x="1418" y="2537"/>
                    </a:lnTo>
                    <a:lnTo>
                      <a:pt x="1418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" name="Google Shape;123;p13"/>
              <p:cNvSpPr/>
              <p:nvPr/>
            </p:nvSpPr>
            <p:spPr>
              <a:xfrm>
                <a:off x="2608933" y="1422717"/>
                <a:ext cx="29751" cy="52327"/>
              </a:xfrm>
              <a:custGeom>
                <a:rect b="b" l="l" r="r" t="t"/>
                <a:pathLst>
                  <a:path extrusionOk="0" h="2538" w="1443">
                    <a:moveTo>
                      <a:pt x="0" y="0"/>
                    </a:moveTo>
                    <a:lnTo>
                      <a:pt x="0" y="2537"/>
                    </a:lnTo>
                    <a:lnTo>
                      <a:pt x="1443" y="2537"/>
                    </a:lnTo>
                    <a:lnTo>
                      <a:pt x="1443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13"/>
              <p:cNvSpPr/>
              <p:nvPr/>
            </p:nvSpPr>
            <p:spPr>
              <a:xfrm>
                <a:off x="2669446" y="1422717"/>
                <a:ext cx="29751" cy="52327"/>
              </a:xfrm>
              <a:custGeom>
                <a:rect b="b" l="l" r="r" t="t"/>
                <a:pathLst>
                  <a:path extrusionOk="0" h="2538" w="1443">
                    <a:moveTo>
                      <a:pt x="0" y="0"/>
                    </a:moveTo>
                    <a:lnTo>
                      <a:pt x="0" y="2537"/>
                    </a:lnTo>
                    <a:lnTo>
                      <a:pt x="1443" y="2537"/>
                    </a:lnTo>
                    <a:lnTo>
                      <a:pt x="1443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" name="Google Shape;125;p13"/>
              <p:cNvSpPr/>
              <p:nvPr/>
            </p:nvSpPr>
            <p:spPr>
              <a:xfrm>
                <a:off x="2729958" y="1422717"/>
                <a:ext cx="29751" cy="52327"/>
              </a:xfrm>
              <a:custGeom>
                <a:rect b="b" l="l" r="r" t="t"/>
                <a:pathLst>
                  <a:path extrusionOk="0" h="2538" w="1443">
                    <a:moveTo>
                      <a:pt x="0" y="0"/>
                    </a:moveTo>
                    <a:lnTo>
                      <a:pt x="0" y="2537"/>
                    </a:lnTo>
                    <a:lnTo>
                      <a:pt x="1443" y="2537"/>
                    </a:lnTo>
                    <a:lnTo>
                      <a:pt x="1443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" name="Google Shape;126;p13"/>
              <p:cNvSpPr/>
              <p:nvPr/>
            </p:nvSpPr>
            <p:spPr>
              <a:xfrm>
                <a:off x="2790450" y="1422717"/>
                <a:ext cx="29772" cy="52327"/>
              </a:xfrm>
              <a:custGeom>
                <a:rect b="b" l="l" r="r" t="t"/>
                <a:pathLst>
                  <a:path extrusionOk="0" h="2538" w="1444">
                    <a:moveTo>
                      <a:pt x="1" y="0"/>
                    </a:moveTo>
                    <a:lnTo>
                      <a:pt x="1" y="2537"/>
                    </a:lnTo>
                    <a:lnTo>
                      <a:pt x="1444" y="2537"/>
                    </a:lnTo>
                    <a:lnTo>
                      <a:pt x="1444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" name="Google Shape;127;p13"/>
              <p:cNvSpPr/>
              <p:nvPr/>
            </p:nvSpPr>
            <p:spPr>
              <a:xfrm>
                <a:off x="2841746" y="951958"/>
                <a:ext cx="51812" cy="29256"/>
              </a:xfrm>
              <a:custGeom>
                <a:rect b="b" l="l" r="r" t="t"/>
                <a:pathLst>
                  <a:path extrusionOk="0" h="1419" w="2513">
                    <a:moveTo>
                      <a:pt x="0" y="1"/>
                    </a:moveTo>
                    <a:lnTo>
                      <a:pt x="0" y="1418"/>
                    </a:lnTo>
                    <a:lnTo>
                      <a:pt x="2512" y="1418"/>
                    </a:lnTo>
                    <a:lnTo>
                      <a:pt x="2512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" name="Google Shape;128;p13"/>
              <p:cNvSpPr/>
              <p:nvPr/>
            </p:nvSpPr>
            <p:spPr>
              <a:xfrm>
                <a:off x="2841746" y="1011955"/>
                <a:ext cx="51812" cy="29772"/>
              </a:xfrm>
              <a:custGeom>
                <a:rect b="b" l="l" r="r" t="t"/>
                <a:pathLst>
                  <a:path extrusionOk="0" h="1444" w="2513">
                    <a:moveTo>
                      <a:pt x="0" y="1"/>
                    </a:moveTo>
                    <a:lnTo>
                      <a:pt x="0" y="1443"/>
                    </a:lnTo>
                    <a:lnTo>
                      <a:pt x="2512" y="1443"/>
                    </a:lnTo>
                    <a:lnTo>
                      <a:pt x="2512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" name="Google Shape;129;p13"/>
              <p:cNvSpPr/>
              <p:nvPr/>
            </p:nvSpPr>
            <p:spPr>
              <a:xfrm>
                <a:off x="2841746" y="1072467"/>
                <a:ext cx="51812" cy="29772"/>
              </a:xfrm>
              <a:custGeom>
                <a:rect b="b" l="l" r="r" t="t"/>
                <a:pathLst>
                  <a:path extrusionOk="0" h="1444" w="2513">
                    <a:moveTo>
                      <a:pt x="0" y="1"/>
                    </a:moveTo>
                    <a:lnTo>
                      <a:pt x="0" y="1443"/>
                    </a:lnTo>
                    <a:lnTo>
                      <a:pt x="2512" y="1443"/>
                    </a:lnTo>
                    <a:lnTo>
                      <a:pt x="2512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" name="Google Shape;130;p13"/>
              <p:cNvSpPr/>
              <p:nvPr/>
            </p:nvSpPr>
            <p:spPr>
              <a:xfrm>
                <a:off x="2841746" y="1132979"/>
                <a:ext cx="51812" cy="29772"/>
              </a:xfrm>
              <a:custGeom>
                <a:rect b="b" l="l" r="r" t="t"/>
                <a:pathLst>
                  <a:path extrusionOk="0" h="1444" w="2513">
                    <a:moveTo>
                      <a:pt x="0" y="0"/>
                    </a:moveTo>
                    <a:lnTo>
                      <a:pt x="0" y="1443"/>
                    </a:lnTo>
                    <a:lnTo>
                      <a:pt x="2512" y="1443"/>
                    </a:lnTo>
                    <a:lnTo>
                      <a:pt x="2512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" name="Google Shape;131;p13"/>
              <p:cNvSpPr/>
              <p:nvPr/>
            </p:nvSpPr>
            <p:spPr>
              <a:xfrm>
                <a:off x="2841746" y="1193492"/>
                <a:ext cx="51812" cy="29772"/>
              </a:xfrm>
              <a:custGeom>
                <a:rect b="b" l="l" r="r" t="t"/>
                <a:pathLst>
                  <a:path extrusionOk="0" h="1444" w="2513">
                    <a:moveTo>
                      <a:pt x="0" y="0"/>
                    </a:moveTo>
                    <a:lnTo>
                      <a:pt x="0" y="1443"/>
                    </a:lnTo>
                    <a:lnTo>
                      <a:pt x="2512" y="1443"/>
                    </a:lnTo>
                    <a:lnTo>
                      <a:pt x="2512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" name="Google Shape;132;p13"/>
              <p:cNvSpPr/>
              <p:nvPr/>
            </p:nvSpPr>
            <p:spPr>
              <a:xfrm>
                <a:off x="2841746" y="1254004"/>
                <a:ext cx="51812" cy="29751"/>
              </a:xfrm>
              <a:custGeom>
                <a:rect b="b" l="l" r="r" t="t"/>
                <a:pathLst>
                  <a:path extrusionOk="0" h="1443" w="2513">
                    <a:moveTo>
                      <a:pt x="0" y="0"/>
                    </a:moveTo>
                    <a:lnTo>
                      <a:pt x="0" y="1443"/>
                    </a:lnTo>
                    <a:lnTo>
                      <a:pt x="2512" y="1443"/>
                    </a:lnTo>
                    <a:lnTo>
                      <a:pt x="2512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" name="Google Shape;133;p13"/>
              <p:cNvSpPr/>
              <p:nvPr/>
            </p:nvSpPr>
            <p:spPr>
              <a:xfrm>
                <a:off x="2841746" y="1314516"/>
                <a:ext cx="51812" cy="29751"/>
              </a:xfrm>
              <a:custGeom>
                <a:rect b="b" l="l" r="r" t="t"/>
                <a:pathLst>
                  <a:path extrusionOk="0" h="1443" w="2513">
                    <a:moveTo>
                      <a:pt x="0" y="0"/>
                    </a:moveTo>
                    <a:lnTo>
                      <a:pt x="0" y="1443"/>
                    </a:lnTo>
                    <a:lnTo>
                      <a:pt x="2512" y="1443"/>
                    </a:lnTo>
                    <a:lnTo>
                      <a:pt x="2512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" name="Google Shape;134;p13"/>
              <p:cNvSpPr/>
              <p:nvPr/>
            </p:nvSpPr>
            <p:spPr>
              <a:xfrm>
                <a:off x="2841746" y="1375029"/>
                <a:ext cx="51812" cy="29751"/>
              </a:xfrm>
              <a:custGeom>
                <a:rect b="b" l="l" r="r" t="t"/>
                <a:pathLst>
                  <a:path extrusionOk="0" h="1443" w="2513">
                    <a:moveTo>
                      <a:pt x="0" y="0"/>
                    </a:moveTo>
                    <a:lnTo>
                      <a:pt x="0" y="1443"/>
                    </a:lnTo>
                    <a:lnTo>
                      <a:pt x="2512" y="1443"/>
                    </a:lnTo>
                    <a:lnTo>
                      <a:pt x="2512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" name="Google Shape;135;p13"/>
              <p:cNvSpPr/>
              <p:nvPr/>
            </p:nvSpPr>
            <p:spPr>
              <a:xfrm>
                <a:off x="2294063" y="951958"/>
                <a:ext cx="51812" cy="29256"/>
              </a:xfrm>
              <a:custGeom>
                <a:rect b="b" l="l" r="r" t="t"/>
                <a:pathLst>
                  <a:path extrusionOk="0" h="1419" w="2513">
                    <a:moveTo>
                      <a:pt x="1" y="1"/>
                    </a:moveTo>
                    <a:lnTo>
                      <a:pt x="1" y="1418"/>
                    </a:lnTo>
                    <a:lnTo>
                      <a:pt x="2513" y="1418"/>
                    </a:lnTo>
                    <a:lnTo>
                      <a:pt x="2513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" name="Google Shape;136;p13"/>
              <p:cNvSpPr/>
              <p:nvPr/>
            </p:nvSpPr>
            <p:spPr>
              <a:xfrm>
                <a:off x="2294063" y="1011955"/>
                <a:ext cx="51812" cy="29772"/>
              </a:xfrm>
              <a:custGeom>
                <a:rect b="b" l="l" r="r" t="t"/>
                <a:pathLst>
                  <a:path extrusionOk="0" h="1444" w="2513">
                    <a:moveTo>
                      <a:pt x="1" y="1"/>
                    </a:moveTo>
                    <a:lnTo>
                      <a:pt x="1" y="1443"/>
                    </a:lnTo>
                    <a:lnTo>
                      <a:pt x="2513" y="1443"/>
                    </a:lnTo>
                    <a:lnTo>
                      <a:pt x="2513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" name="Google Shape;137;p13"/>
              <p:cNvSpPr/>
              <p:nvPr/>
            </p:nvSpPr>
            <p:spPr>
              <a:xfrm>
                <a:off x="2294063" y="1072467"/>
                <a:ext cx="51812" cy="29772"/>
              </a:xfrm>
              <a:custGeom>
                <a:rect b="b" l="l" r="r" t="t"/>
                <a:pathLst>
                  <a:path extrusionOk="0" h="1444" w="2513">
                    <a:moveTo>
                      <a:pt x="1" y="1"/>
                    </a:moveTo>
                    <a:lnTo>
                      <a:pt x="1" y="1443"/>
                    </a:lnTo>
                    <a:lnTo>
                      <a:pt x="2513" y="1443"/>
                    </a:lnTo>
                    <a:lnTo>
                      <a:pt x="2513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" name="Google Shape;138;p13"/>
              <p:cNvSpPr/>
              <p:nvPr/>
            </p:nvSpPr>
            <p:spPr>
              <a:xfrm>
                <a:off x="2294063" y="1132979"/>
                <a:ext cx="51812" cy="29772"/>
              </a:xfrm>
              <a:custGeom>
                <a:rect b="b" l="l" r="r" t="t"/>
                <a:pathLst>
                  <a:path extrusionOk="0" h="1444" w="2513">
                    <a:moveTo>
                      <a:pt x="1" y="0"/>
                    </a:moveTo>
                    <a:lnTo>
                      <a:pt x="1" y="1443"/>
                    </a:lnTo>
                    <a:lnTo>
                      <a:pt x="2513" y="1443"/>
                    </a:lnTo>
                    <a:lnTo>
                      <a:pt x="2513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" name="Google Shape;139;p13"/>
              <p:cNvSpPr/>
              <p:nvPr/>
            </p:nvSpPr>
            <p:spPr>
              <a:xfrm>
                <a:off x="2294063" y="1193492"/>
                <a:ext cx="51812" cy="29772"/>
              </a:xfrm>
              <a:custGeom>
                <a:rect b="b" l="l" r="r" t="t"/>
                <a:pathLst>
                  <a:path extrusionOk="0" h="1444" w="2513">
                    <a:moveTo>
                      <a:pt x="1" y="0"/>
                    </a:moveTo>
                    <a:lnTo>
                      <a:pt x="1" y="1443"/>
                    </a:lnTo>
                    <a:lnTo>
                      <a:pt x="2513" y="1443"/>
                    </a:lnTo>
                    <a:lnTo>
                      <a:pt x="2513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" name="Google Shape;140;p13"/>
              <p:cNvSpPr/>
              <p:nvPr/>
            </p:nvSpPr>
            <p:spPr>
              <a:xfrm>
                <a:off x="2294063" y="1254004"/>
                <a:ext cx="51812" cy="29751"/>
              </a:xfrm>
              <a:custGeom>
                <a:rect b="b" l="l" r="r" t="t"/>
                <a:pathLst>
                  <a:path extrusionOk="0" h="1443" w="2513">
                    <a:moveTo>
                      <a:pt x="1" y="0"/>
                    </a:moveTo>
                    <a:lnTo>
                      <a:pt x="1" y="1443"/>
                    </a:lnTo>
                    <a:lnTo>
                      <a:pt x="2513" y="1443"/>
                    </a:lnTo>
                    <a:lnTo>
                      <a:pt x="2513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" name="Google Shape;141;p13"/>
              <p:cNvSpPr/>
              <p:nvPr/>
            </p:nvSpPr>
            <p:spPr>
              <a:xfrm>
                <a:off x="2294063" y="1314516"/>
                <a:ext cx="51812" cy="29751"/>
              </a:xfrm>
              <a:custGeom>
                <a:rect b="b" l="l" r="r" t="t"/>
                <a:pathLst>
                  <a:path extrusionOk="0" h="1443" w="2513">
                    <a:moveTo>
                      <a:pt x="1" y="0"/>
                    </a:moveTo>
                    <a:lnTo>
                      <a:pt x="1" y="1443"/>
                    </a:lnTo>
                    <a:lnTo>
                      <a:pt x="2513" y="1443"/>
                    </a:lnTo>
                    <a:lnTo>
                      <a:pt x="2513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" name="Google Shape;142;p13"/>
              <p:cNvSpPr/>
              <p:nvPr/>
            </p:nvSpPr>
            <p:spPr>
              <a:xfrm>
                <a:off x="2294063" y="1375029"/>
                <a:ext cx="51812" cy="29751"/>
              </a:xfrm>
              <a:custGeom>
                <a:rect b="b" l="l" r="r" t="t"/>
                <a:pathLst>
                  <a:path extrusionOk="0" h="1443" w="2513">
                    <a:moveTo>
                      <a:pt x="1" y="0"/>
                    </a:moveTo>
                    <a:lnTo>
                      <a:pt x="1" y="1443"/>
                    </a:lnTo>
                    <a:lnTo>
                      <a:pt x="2513" y="1443"/>
                    </a:lnTo>
                    <a:lnTo>
                      <a:pt x="2513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" name="Google Shape;143;p13"/>
              <p:cNvSpPr/>
              <p:nvPr/>
            </p:nvSpPr>
            <p:spPr>
              <a:xfrm>
                <a:off x="2341751" y="925815"/>
                <a:ext cx="504118" cy="504613"/>
              </a:xfrm>
              <a:custGeom>
                <a:rect b="b" l="l" r="r" t="t"/>
                <a:pathLst>
                  <a:path extrusionOk="0" h="24475" w="24451">
                    <a:moveTo>
                      <a:pt x="1" y="0"/>
                    </a:moveTo>
                    <a:lnTo>
                      <a:pt x="1" y="24474"/>
                    </a:lnTo>
                    <a:lnTo>
                      <a:pt x="24450" y="24474"/>
                    </a:lnTo>
                    <a:lnTo>
                      <a:pt x="24450" y="0"/>
                    </a:lnTo>
                    <a:close/>
                  </a:path>
                </a:pathLst>
              </a:custGeom>
              <a:solidFill>
                <a:srgbClr val="8F8F8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" name="Google Shape;144;p13"/>
              <p:cNvSpPr/>
              <p:nvPr/>
            </p:nvSpPr>
            <p:spPr>
              <a:xfrm>
                <a:off x="2376636" y="961194"/>
                <a:ext cx="434349" cy="433854"/>
              </a:xfrm>
              <a:custGeom>
                <a:rect b="b" l="l" r="r" t="t"/>
                <a:pathLst>
                  <a:path extrusionOk="0" h="21043" w="21067">
                    <a:moveTo>
                      <a:pt x="3084" y="0"/>
                    </a:moveTo>
                    <a:lnTo>
                      <a:pt x="0" y="3234"/>
                    </a:lnTo>
                    <a:lnTo>
                      <a:pt x="0" y="21042"/>
                    </a:lnTo>
                    <a:lnTo>
                      <a:pt x="21067" y="21042"/>
                    </a:lnTo>
                    <a:lnTo>
                      <a:pt x="2106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3"/>
              <p:cNvSpPr/>
              <p:nvPr/>
            </p:nvSpPr>
            <p:spPr>
              <a:xfrm>
                <a:off x="2341751" y="1395028"/>
                <a:ext cx="504118" cy="35400"/>
              </a:xfrm>
              <a:custGeom>
                <a:rect b="b" l="l" r="r" t="t"/>
                <a:pathLst>
                  <a:path extrusionOk="0" h="1717" w="24451">
                    <a:moveTo>
                      <a:pt x="1692" y="0"/>
                    </a:moveTo>
                    <a:lnTo>
                      <a:pt x="1" y="1716"/>
                    </a:lnTo>
                    <a:lnTo>
                      <a:pt x="24450" y="1716"/>
                    </a:lnTo>
                    <a:lnTo>
                      <a:pt x="22759" y="0"/>
                    </a:lnTo>
                    <a:close/>
                  </a:path>
                </a:pathLst>
              </a:custGeom>
              <a:solidFill>
                <a:srgbClr val="A6A6A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3"/>
              <p:cNvSpPr/>
              <p:nvPr/>
            </p:nvSpPr>
            <p:spPr>
              <a:xfrm>
                <a:off x="2341751" y="925815"/>
                <a:ext cx="504118" cy="35400"/>
              </a:xfrm>
              <a:custGeom>
                <a:rect b="b" l="l" r="r" t="t"/>
                <a:pathLst>
                  <a:path extrusionOk="0" h="1717" w="24451">
                    <a:moveTo>
                      <a:pt x="1" y="0"/>
                    </a:moveTo>
                    <a:lnTo>
                      <a:pt x="1692" y="1716"/>
                    </a:lnTo>
                    <a:lnTo>
                      <a:pt x="22759" y="1716"/>
                    </a:lnTo>
                    <a:lnTo>
                      <a:pt x="24450" y="0"/>
                    </a:lnTo>
                    <a:close/>
                  </a:path>
                </a:pathLst>
              </a:custGeom>
              <a:solidFill>
                <a:srgbClr val="A6A6A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3"/>
              <p:cNvSpPr/>
              <p:nvPr/>
            </p:nvSpPr>
            <p:spPr>
              <a:xfrm>
                <a:off x="2341751" y="925815"/>
                <a:ext cx="34905" cy="504613"/>
              </a:xfrm>
              <a:custGeom>
                <a:rect b="b" l="l" r="r" t="t"/>
                <a:pathLst>
                  <a:path extrusionOk="0" h="24475" w="1693">
                    <a:moveTo>
                      <a:pt x="1" y="0"/>
                    </a:moveTo>
                    <a:lnTo>
                      <a:pt x="1" y="24474"/>
                    </a:lnTo>
                    <a:lnTo>
                      <a:pt x="1692" y="22758"/>
                    </a:lnTo>
                    <a:lnTo>
                      <a:pt x="1692" y="1716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" name="Google Shape;148;p13"/>
              <p:cNvSpPr/>
              <p:nvPr/>
            </p:nvSpPr>
            <p:spPr>
              <a:xfrm>
                <a:off x="2427912" y="1128361"/>
                <a:ext cx="97954" cy="114386"/>
              </a:xfrm>
              <a:custGeom>
                <a:rect b="b" l="l" r="r" t="t"/>
                <a:pathLst>
                  <a:path extrusionOk="0" h="5548" w="4751">
                    <a:moveTo>
                      <a:pt x="2537" y="1"/>
                    </a:moveTo>
                    <a:lnTo>
                      <a:pt x="2264" y="50"/>
                    </a:lnTo>
                    <a:lnTo>
                      <a:pt x="1965" y="100"/>
                    </a:lnTo>
                    <a:lnTo>
                      <a:pt x="1716" y="175"/>
                    </a:lnTo>
                    <a:lnTo>
                      <a:pt x="1443" y="299"/>
                    </a:lnTo>
                    <a:lnTo>
                      <a:pt x="1219" y="423"/>
                    </a:lnTo>
                    <a:lnTo>
                      <a:pt x="995" y="573"/>
                    </a:lnTo>
                    <a:lnTo>
                      <a:pt x="796" y="747"/>
                    </a:lnTo>
                    <a:lnTo>
                      <a:pt x="622" y="921"/>
                    </a:lnTo>
                    <a:lnTo>
                      <a:pt x="473" y="1145"/>
                    </a:lnTo>
                    <a:lnTo>
                      <a:pt x="324" y="1369"/>
                    </a:lnTo>
                    <a:lnTo>
                      <a:pt x="199" y="1617"/>
                    </a:lnTo>
                    <a:lnTo>
                      <a:pt x="125" y="1891"/>
                    </a:lnTo>
                    <a:lnTo>
                      <a:pt x="50" y="2165"/>
                    </a:lnTo>
                    <a:lnTo>
                      <a:pt x="0" y="2463"/>
                    </a:lnTo>
                    <a:lnTo>
                      <a:pt x="0" y="2761"/>
                    </a:lnTo>
                    <a:lnTo>
                      <a:pt x="0" y="3085"/>
                    </a:lnTo>
                    <a:lnTo>
                      <a:pt x="50" y="3383"/>
                    </a:lnTo>
                    <a:lnTo>
                      <a:pt x="125" y="3657"/>
                    </a:lnTo>
                    <a:lnTo>
                      <a:pt x="199" y="3930"/>
                    </a:lnTo>
                    <a:lnTo>
                      <a:pt x="324" y="4179"/>
                    </a:lnTo>
                    <a:lnTo>
                      <a:pt x="473" y="4403"/>
                    </a:lnTo>
                    <a:lnTo>
                      <a:pt x="622" y="4602"/>
                    </a:lnTo>
                    <a:lnTo>
                      <a:pt x="796" y="4801"/>
                    </a:lnTo>
                    <a:lnTo>
                      <a:pt x="995" y="4975"/>
                    </a:lnTo>
                    <a:lnTo>
                      <a:pt x="1219" y="5124"/>
                    </a:lnTo>
                    <a:lnTo>
                      <a:pt x="1443" y="5249"/>
                    </a:lnTo>
                    <a:lnTo>
                      <a:pt x="1716" y="5348"/>
                    </a:lnTo>
                    <a:lnTo>
                      <a:pt x="1965" y="5448"/>
                    </a:lnTo>
                    <a:lnTo>
                      <a:pt x="2264" y="5497"/>
                    </a:lnTo>
                    <a:lnTo>
                      <a:pt x="2537" y="5547"/>
                    </a:lnTo>
                    <a:lnTo>
                      <a:pt x="3109" y="5547"/>
                    </a:lnTo>
                    <a:lnTo>
                      <a:pt x="3383" y="5497"/>
                    </a:lnTo>
                    <a:lnTo>
                      <a:pt x="3657" y="5423"/>
                    </a:lnTo>
                    <a:lnTo>
                      <a:pt x="3905" y="5323"/>
                    </a:lnTo>
                    <a:lnTo>
                      <a:pt x="4154" y="5199"/>
                    </a:lnTo>
                    <a:lnTo>
                      <a:pt x="4378" y="5050"/>
                    </a:lnTo>
                    <a:lnTo>
                      <a:pt x="4577" y="4851"/>
                    </a:lnTo>
                    <a:lnTo>
                      <a:pt x="4751" y="4627"/>
                    </a:lnTo>
                    <a:lnTo>
                      <a:pt x="3781" y="3906"/>
                    </a:lnTo>
                    <a:lnTo>
                      <a:pt x="3706" y="4030"/>
                    </a:lnTo>
                    <a:lnTo>
                      <a:pt x="3582" y="4154"/>
                    </a:lnTo>
                    <a:lnTo>
                      <a:pt x="3458" y="4254"/>
                    </a:lnTo>
                    <a:lnTo>
                      <a:pt x="3333" y="4328"/>
                    </a:lnTo>
                    <a:lnTo>
                      <a:pt x="3184" y="4403"/>
                    </a:lnTo>
                    <a:lnTo>
                      <a:pt x="3035" y="4428"/>
                    </a:lnTo>
                    <a:lnTo>
                      <a:pt x="2861" y="4478"/>
                    </a:lnTo>
                    <a:lnTo>
                      <a:pt x="2537" y="4478"/>
                    </a:lnTo>
                    <a:lnTo>
                      <a:pt x="2388" y="4453"/>
                    </a:lnTo>
                    <a:lnTo>
                      <a:pt x="2239" y="4403"/>
                    </a:lnTo>
                    <a:lnTo>
                      <a:pt x="2114" y="4353"/>
                    </a:lnTo>
                    <a:lnTo>
                      <a:pt x="1990" y="4279"/>
                    </a:lnTo>
                    <a:lnTo>
                      <a:pt x="1866" y="4204"/>
                    </a:lnTo>
                    <a:lnTo>
                      <a:pt x="1741" y="4105"/>
                    </a:lnTo>
                    <a:lnTo>
                      <a:pt x="1642" y="3980"/>
                    </a:lnTo>
                    <a:lnTo>
                      <a:pt x="1468" y="3756"/>
                    </a:lnTo>
                    <a:lnTo>
                      <a:pt x="1319" y="3458"/>
                    </a:lnTo>
                    <a:lnTo>
                      <a:pt x="1269" y="3284"/>
                    </a:lnTo>
                    <a:lnTo>
                      <a:pt x="1244" y="3135"/>
                    </a:lnTo>
                    <a:lnTo>
                      <a:pt x="1219" y="2960"/>
                    </a:lnTo>
                    <a:lnTo>
                      <a:pt x="1194" y="2761"/>
                    </a:lnTo>
                    <a:lnTo>
                      <a:pt x="1219" y="2587"/>
                    </a:lnTo>
                    <a:lnTo>
                      <a:pt x="1244" y="2413"/>
                    </a:lnTo>
                    <a:lnTo>
                      <a:pt x="1269" y="2239"/>
                    </a:lnTo>
                    <a:lnTo>
                      <a:pt x="1319" y="2090"/>
                    </a:lnTo>
                    <a:lnTo>
                      <a:pt x="1468" y="1791"/>
                    </a:lnTo>
                    <a:lnTo>
                      <a:pt x="1542" y="1667"/>
                    </a:lnTo>
                    <a:lnTo>
                      <a:pt x="1642" y="1543"/>
                    </a:lnTo>
                    <a:lnTo>
                      <a:pt x="1741" y="1443"/>
                    </a:lnTo>
                    <a:lnTo>
                      <a:pt x="1866" y="1344"/>
                    </a:lnTo>
                    <a:lnTo>
                      <a:pt x="1990" y="1269"/>
                    </a:lnTo>
                    <a:lnTo>
                      <a:pt x="2139" y="1194"/>
                    </a:lnTo>
                    <a:lnTo>
                      <a:pt x="2264" y="1145"/>
                    </a:lnTo>
                    <a:lnTo>
                      <a:pt x="2413" y="1095"/>
                    </a:lnTo>
                    <a:lnTo>
                      <a:pt x="2562" y="1070"/>
                    </a:lnTo>
                    <a:lnTo>
                      <a:pt x="2736" y="1070"/>
                    </a:lnTo>
                    <a:lnTo>
                      <a:pt x="3035" y="1095"/>
                    </a:lnTo>
                    <a:lnTo>
                      <a:pt x="3184" y="1120"/>
                    </a:lnTo>
                    <a:lnTo>
                      <a:pt x="3308" y="1170"/>
                    </a:lnTo>
                    <a:lnTo>
                      <a:pt x="3433" y="1244"/>
                    </a:lnTo>
                    <a:lnTo>
                      <a:pt x="3557" y="1319"/>
                    </a:lnTo>
                    <a:lnTo>
                      <a:pt x="3657" y="1393"/>
                    </a:lnTo>
                    <a:lnTo>
                      <a:pt x="3731" y="1493"/>
                    </a:lnTo>
                    <a:lnTo>
                      <a:pt x="4627" y="772"/>
                    </a:lnTo>
                    <a:lnTo>
                      <a:pt x="4452" y="573"/>
                    </a:lnTo>
                    <a:lnTo>
                      <a:pt x="4253" y="399"/>
                    </a:lnTo>
                    <a:lnTo>
                      <a:pt x="4030" y="274"/>
                    </a:lnTo>
                    <a:lnTo>
                      <a:pt x="3806" y="150"/>
                    </a:lnTo>
                    <a:lnTo>
                      <a:pt x="3557" y="75"/>
                    </a:lnTo>
                    <a:lnTo>
                      <a:pt x="3308" y="25"/>
                    </a:lnTo>
                    <a:lnTo>
                      <a:pt x="308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" name="Google Shape;149;p13"/>
              <p:cNvSpPr/>
              <p:nvPr/>
            </p:nvSpPr>
            <p:spPr>
              <a:xfrm>
                <a:off x="2543287" y="1130918"/>
                <a:ext cx="81563" cy="109252"/>
              </a:xfrm>
              <a:custGeom>
                <a:rect b="b" l="l" r="r" t="t"/>
                <a:pathLst>
                  <a:path extrusionOk="0" h="5299" w="3956">
                    <a:moveTo>
                      <a:pt x="2090" y="996"/>
                    </a:moveTo>
                    <a:lnTo>
                      <a:pt x="2264" y="1046"/>
                    </a:lnTo>
                    <a:lnTo>
                      <a:pt x="2413" y="1095"/>
                    </a:lnTo>
                    <a:lnTo>
                      <a:pt x="2562" y="1170"/>
                    </a:lnTo>
                    <a:lnTo>
                      <a:pt x="2662" y="1294"/>
                    </a:lnTo>
                    <a:lnTo>
                      <a:pt x="2736" y="1419"/>
                    </a:lnTo>
                    <a:lnTo>
                      <a:pt x="2761" y="1618"/>
                    </a:lnTo>
                    <a:lnTo>
                      <a:pt x="2736" y="1767"/>
                    </a:lnTo>
                    <a:lnTo>
                      <a:pt x="2687" y="1916"/>
                    </a:lnTo>
                    <a:lnTo>
                      <a:pt x="2612" y="2016"/>
                    </a:lnTo>
                    <a:lnTo>
                      <a:pt x="2488" y="2115"/>
                    </a:lnTo>
                    <a:lnTo>
                      <a:pt x="2363" y="2165"/>
                    </a:lnTo>
                    <a:lnTo>
                      <a:pt x="2239" y="2215"/>
                    </a:lnTo>
                    <a:lnTo>
                      <a:pt x="2090" y="2240"/>
                    </a:lnTo>
                    <a:lnTo>
                      <a:pt x="1145" y="2240"/>
                    </a:lnTo>
                    <a:lnTo>
                      <a:pt x="1145" y="996"/>
                    </a:lnTo>
                    <a:close/>
                    <a:moveTo>
                      <a:pt x="1" y="1"/>
                    </a:moveTo>
                    <a:lnTo>
                      <a:pt x="1" y="5299"/>
                    </a:lnTo>
                    <a:lnTo>
                      <a:pt x="1145" y="5299"/>
                    </a:lnTo>
                    <a:lnTo>
                      <a:pt x="1145" y="3234"/>
                    </a:lnTo>
                    <a:lnTo>
                      <a:pt x="2015" y="3234"/>
                    </a:lnTo>
                    <a:lnTo>
                      <a:pt x="2413" y="3210"/>
                    </a:lnTo>
                    <a:lnTo>
                      <a:pt x="2786" y="3160"/>
                    </a:lnTo>
                    <a:lnTo>
                      <a:pt x="2960" y="3110"/>
                    </a:lnTo>
                    <a:lnTo>
                      <a:pt x="3110" y="3035"/>
                    </a:lnTo>
                    <a:lnTo>
                      <a:pt x="3259" y="2961"/>
                    </a:lnTo>
                    <a:lnTo>
                      <a:pt x="3408" y="2886"/>
                    </a:lnTo>
                    <a:lnTo>
                      <a:pt x="3532" y="2787"/>
                    </a:lnTo>
                    <a:lnTo>
                      <a:pt x="3632" y="2662"/>
                    </a:lnTo>
                    <a:lnTo>
                      <a:pt x="3731" y="2538"/>
                    </a:lnTo>
                    <a:lnTo>
                      <a:pt x="3806" y="2389"/>
                    </a:lnTo>
                    <a:lnTo>
                      <a:pt x="3881" y="2215"/>
                    </a:lnTo>
                    <a:lnTo>
                      <a:pt x="3930" y="2041"/>
                    </a:lnTo>
                    <a:lnTo>
                      <a:pt x="3955" y="1842"/>
                    </a:lnTo>
                    <a:lnTo>
                      <a:pt x="3955" y="1618"/>
                    </a:lnTo>
                    <a:lnTo>
                      <a:pt x="3955" y="1394"/>
                    </a:lnTo>
                    <a:lnTo>
                      <a:pt x="3930" y="1170"/>
                    </a:lnTo>
                    <a:lnTo>
                      <a:pt x="3881" y="996"/>
                    </a:lnTo>
                    <a:lnTo>
                      <a:pt x="3806" y="822"/>
                    </a:lnTo>
                    <a:lnTo>
                      <a:pt x="3707" y="673"/>
                    </a:lnTo>
                    <a:lnTo>
                      <a:pt x="3607" y="548"/>
                    </a:lnTo>
                    <a:lnTo>
                      <a:pt x="3508" y="424"/>
                    </a:lnTo>
                    <a:lnTo>
                      <a:pt x="3383" y="324"/>
                    </a:lnTo>
                    <a:lnTo>
                      <a:pt x="3234" y="250"/>
                    </a:lnTo>
                    <a:lnTo>
                      <a:pt x="3085" y="175"/>
                    </a:lnTo>
                    <a:lnTo>
                      <a:pt x="2911" y="125"/>
                    </a:lnTo>
                    <a:lnTo>
                      <a:pt x="2736" y="76"/>
                    </a:lnTo>
                    <a:lnTo>
                      <a:pt x="2363" y="26"/>
                    </a:lnTo>
                    <a:lnTo>
                      <a:pt x="1965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3"/>
              <p:cNvSpPr/>
              <p:nvPr/>
            </p:nvSpPr>
            <p:spPr>
              <a:xfrm>
                <a:off x="2643798" y="1130918"/>
                <a:ext cx="92325" cy="111829"/>
              </a:xfrm>
              <a:custGeom>
                <a:rect b="b" l="l" r="r" t="t"/>
                <a:pathLst>
                  <a:path extrusionOk="0" h="5424" w="4478">
                    <a:moveTo>
                      <a:pt x="1" y="1"/>
                    </a:moveTo>
                    <a:lnTo>
                      <a:pt x="1" y="3259"/>
                    </a:lnTo>
                    <a:lnTo>
                      <a:pt x="25" y="3483"/>
                    </a:lnTo>
                    <a:lnTo>
                      <a:pt x="50" y="3707"/>
                    </a:lnTo>
                    <a:lnTo>
                      <a:pt x="100" y="3906"/>
                    </a:lnTo>
                    <a:lnTo>
                      <a:pt x="150" y="4130"/>
                    </a:lnTo>
                    <a:lnTo>
                      <a:pt x="224" y="4304"/>
                    </a:lnTo>
                    <a:lnTo>
                      <a:pt x="324" y="4478"/>
                    </a:lnTo>
                    <a:lnTo>
                      <a:pt x="448" y="4652"/>
                    </a:lnTo>
                    <a:lnTo>
                      <a:pt x="573" y="4801"/>
                    </a:lnTo>
                    <a:lnTo>
                      <a:pt x="722" y="4951"/>
                    </a:lnTo>
                    <a:lnTo>
                      <a:pt x="896" y="5075"/>
                    </a:lnTo>
                    <a:lnTo>
                      <a:pt x="1070" y="5174"/>
                    </a:lnTo>
                    <a:lnTo>
                      <a:pt x="1269" y="5274"/>
                    </a:lnTo>
                    <a:lnTo>
                      <a:pt x="1493" y="5324"/>
                    </a:lnTo>
                    <a:lnTo>
                      <a:pt x="1717" y="5398"/>
                    </a:lnTo>
                    <a:lnTo>
                      <a:pt x="1965" y="5423"/>
                    </a:lnTo>
                    <a:lnTo>
                      <a:pt x="2513" y="5423"/>
                    </a:lnTo>
                    <a:lnTo>
                      <a:pt x="2761" y="5398"/>
                    </a:lnTo>
                    <a:lnTo>
                      <a:pt x="2985" y="5324"/>
                    </a:lnTo>
                    <a:lnTo>
                      <a:pt x="3209" y="5274"/>
                    </a:lnTo>
                    <a:lnTo>
                      <a:pt x="3408" y="5174"/>
                    </a:lnTo>
                    <a:lnTo>
                      <a:pt x="3582" y="5075"/>
                    </a:lnTo>
                    <a:lnTo>
                      <a:pt x="3756" y="4951"/>
                    </a:lnTo>
                    <a:lnTo>
                      <a:pt x="3905" y="4801"/>
                    </a:lnTo>
                    <a:lnTo>
                      <a:pt x="4030" y="4652"/>
                    </a:lnTo>
                    <a:lnTo>
                      <a:pt x="4154" y="4478"/>
                    </a:lnTo>
                    <a:lnTo>
                      <a:pt x="4254" y="4304"/>
                    </a:lnTo>
                    <a:lnTo>
                      <a:pt x="4328" y="4130"/>
                    </a:lnTo>
                    <a:lnTo>
                      <a:pt x="4403" y="3906"/>
                    </a:lnTo>
                    <a:lnTo>
                      <a:pt x="4428" y="3707"/>
                    </a:lnTo>
                    <a:lnTo>
                      <a:pt x="4453" y="3483"/>
                    </a:lnTo>
                    <a:lnTo>
                      <a:pt x="4478" y="3259"/>
                    </a:lnTo>
                    <a:lnTo>
                      <a:pt x="4478" y="1"/>
                    </a:lnTo>
                    <a:lnTo>
                      <a:pt x="3309" y="1"/>
                    </a:lnTo>
                    <a:lnTo>
                      <a:pt x="3309" y="3210"/>
                    </a:lnTo>
                    <a:lnTo>
                      <a:pt x="3284" y="3433"/>
                    </a:lnTo>
                    <a:lnTo>
                      <a:pt x="3234" y="3657"/>
                    </a:lnTo>
                    <a:lnTo>
                      <a:pt x="3134" y="3856"/>
                    </a:lnTo>
                    <a:lnTo>
                      <a:pt x="3010" y="4030"/>
                    </a:lnTo>
                    <a:lnTo>
                      <a:pt x="2861" y="4155"/>
                    </a:lnTo>
                    <a:lnTo>
                      <a:pt x="2662" y="4254"/>
                    </a:lnTo>
                    <a:lnTo>
                      <a:pt x="2463" y="4329"/>
                    </a:lnTo>
                    <a:lnTo>
                      <a:pt x="2239" y="4354"/>
                    </a:lnTo>
                    <a:lnTo>
                      <a:pt x="2015" y="4329"/>
                    </a:lnTo>
                    <a:lnTo>
                      <a:pt x="1816" y="4254"/>
                    </a:lnTo>
                    <a:lnTo>
                      <a:pt x="1642" y="4155"/>
                    </a:lnTo>
                    <a:lnTo>
                      <a:pt x="1468" y="4030"/>
                    </a:lnTo>
                    <a:lnTo>
                      <a:pt x="1344" y="3856"/>
                    </a:lnTo>
                    <a:lnTo>
                      <a:pt x="1244" y="3657"/>
                    </a:lnTo>
                    <a:lnTo>
                      <a:pt x="1194" y="3433"/>
                    </a:lnTo>
                    <a:lnTo>
                      <a:pt x="1170" y="3210"/>
                    </a:lnTo>
                    <a:lnTo>
                      <a:pt x="117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3"/>
              <p:cNvSpPr/>
              <p:nvPr/>
            </p:nvSpPr>
            <p:spPr>
              <a:xfrm>
                <a:off x="2825335" y="1730392"/>
                <a:ext cx="96428" cy="115912"/>
              </a:xfrm>
              <a:custGeom>
                <a:rect b="b" l="l" r="r" t="t"/>
                <a:pathLst>
                  <a:path extrusionOk="0" fill="none" h="5622" w="4677">
                    <a:moveTo>
                      <a:pt x="0" y="1"/>
                    </a:moveTo>
                    <a:lnTo>
                      <a:pt x="4676" y="1866"/>
                    </a:lnTo>
                    <a:lnTo>
                      <a:pt x="4676" y="5622"/>
                    </a:lnTo>
                  </a:path>
                </a:pathLst>
              </a:custGeom>
              <a:solidFill>
                <a:schemeClr val="lt2"/>
              </a:solidFill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3"/>
              <p:cNvSpPr/>
              <p:nvPr/>
            </p:nvSpPr>
            <p:spPr>
              <a:xfrm>
                <a:off x="3675669" y="3764185"/>
                <a:ext cx="506160" cy="494882"/>
              </a:xfrm>
              <a:custGeom>
                <a:rect b="b" l="l" r="r" t="t"/>
                <a:pathLst>
                  <a:path extrusionOk="0" h="24003" w="24550">
                    <a:moveTo>
                      <a:pt x="12337" y="5100"/>
                    </a:moveTo>
                    <a:lnTo>
                      <a:pt x="12686" y="5124"/>
                    </a:lnTo>
                    <a:lnTo>
                      <a:pt x="13009" y="5149"/>
                    </a:lnTo>
                    <a:lnTo>
                      <a:pt x="13357" y="5199"/>
                    </a:lnTo>
                    <a:lnTo>
                      <a:pt x="13680" y="5249"/>
                    </a:lnTo>
                    <a:lnTo>
                      <a:pt x="14029" y="5323"/>
                    </a:lnTo>
                    <a:lnTo>
                      <a:pt x="14377" y="5423"/>
                    </a:lnTo>
                    <a:lnTo>
                      <a:pt x="14700" y="5547"/>
                    </a:lnTo>
                    <a:lnTo>
                      <a:pt x="15024" y="5672"/>
                    </a:lnTo>
                    <a:lnTo>
                      <a:pt x="15347" y="5821"/>
                    </a:lnTo>
                    <a:lnTo>
                      <a:pt x="15645" y="5995"/>
                    </a:lnTo>
                    <a:lnTo>
                      <a:pt x="15944" y="6169"/>
                    </a:lnTo>
                    <a:lnTo>
                      <a:pt x="16242" y="6368"/>
                    </a:lnTo>
                    <a:lnTo>
                      <a:pt x="16516" y="6567"/>
                    </a:lnTo>
                    <a:lnTo>
                      <a:pt x="16765" y="6766"/>
                    </a:lnTo>
                    <a:lnTo>
                      <a:pt x="17013" y="6990"/>
                    </a:lnTo>
                    <a:lnTo>
                      <a:pt x="17262" y="7239"/>
                    </a:lnTo>
                    <a:lnTo>
                      <a:pt x="17486" y="7487"/>
                    </a:lnTo>
                    <a:lnTo>
                      <a:pt x="17685" y="7736"/>
                    </a:lnTo>
                    <a:lnTo>
                      <a:pt x="17884" y="8010"/>
                    </a:lnTo>
                    <a:lnTo>
                      <a:pt x="18083" y="8283"/>
                    </a:lnTo>
                    <a:lnTo>
                      <a:pt x="18257" y="8557"/>
                    </a:lnTo>
                    <a:lnTo>
                      <a:pt x="18406" y="8855"/>
                    </a:lnTo>
                    <a:lnTo>
                      <a:pt x="18555" y="9154"/>
                    </a:lnTo>
                    <a:lnTo>
                      <a:pt x="18680" y="9452"/>
                    </a:lnTo>
                    <a:lnTo>
                      <a:pt x="18804" y="9776"/>
                    </a:lnTo>
                    <a:lnTo>
                      <a:pt x="18904" y="10074"/>
                    </a:lnTo>
                    <a:lnTo>
                      <a:pt x="18978" y="10397"/>
                    </a:lnTo>
                    <a:lnTo>
                      <a:pt x="19053" y="10721"/>
                    </a:lnTo>
                    <a:lnTo>
                      <a:pt x="19103" y="11044"/>
                    </a:lnTo>
                    <a:lnTo>
                      <a:pt x="19152" y="11392"/>
                    </a:lnTo>
                    <a:lnTo>
                      <a:pt x="19177" y="11716"/>
                    </a:lnTo>
                    <a:lnTo>
                      <a:pt x="19177" y="12064"/>
                    </a:lnTo>
                    <a:lnTo>
                      <a:pt x="19152" y="12387"/>
                    </a:lnTo>
                    <a:lnTo>
                      <a:pt x="19127" y="12735"/>
                    </a:lnTo>
                    <a:lnTo>
                      <a:pt x="19078" y="13084"/>
                    </a:lnTo>
                    <a:lnTo>
                      <a:pt x="19028" y="13407"/>
                    </a:lnTo>
                    <a:lnTo>
                      <a:pt x="18953" y="13755"/>
                    </a:lnTo>
                    <a:lnTo>
                      <a:pt x="18854" y="14079"/>
                    </a:lnTo>
                    <a:lnTo>
                      <a:pt x="18729" y="14427"/>
                    </a:lnTo>
                    <a:lnTo>
                      <a:pt x="18605" y="14750"/>
                    </a:lnTo>
                    <a:lnTo>
                      <a:pt x="18456" y="15073"/>
                    </a:lnTo>
                    <a:lnTo>
                      <a:pt x="18282" y="15372"/>
                    </a:lnTo>
                    <a:lnTo>
                      <a:pt x="18108" y="15670"/>
                    </a:lnTo>
                    <a:lnTo>
                      <a:pt x="17934" y="15969"/>
                    </a:lnTo>
                    <a:lnTo>
                      <a:pt x="17735" y="16242"/>
                    </a:lnTo>
                    <a:lnTo>
                      <a:pt x="17511" y="16491"/>
                    </a:lnTo>
                    <a:lnTo>
                      <a:pt x="17287" y="16740"/>
                    </a:lnTo>
                    <a:lnTo>
                      <a:pt x="17038" y="16989"/>
                    </a:lnTo>
                    <a:lnTo>
                      <a:pt x="16789" y="17212"/>
                    </a:lnTo>
                    <a:lnTo>
                      <a:pt x="16541" y="17411"/>
                    </a:lnTo>
                    <a:lnTo>
                      <a:pt x="16267" y="17610"/>
                    </a:lnTo>
                    <a:lnTo>
                      <a:pt x="15994" y="17809"/>
                    </a:lnTo>
                    <a:lnTo>
                      <a:pt x="15720" y="17984"/>
                    </a:lnTo>
                    <a:lnTo>
                      <a:pt x="15421" y="18133"/>
                    </a:lnTo>
                    <a:lnTo>
                      <a:pt x="15123" y="18282"/>
                    </a:lnTo>
                    <a:lnTo>
                      <a:pt x="14825" y="18406"/>
                    </a:lnTo>
                    <a:lnTo>
                      <a:pt x="14526" y="18531"/>
                    </a:lnTo>
                    <a:lnTo>
                      <a:pt x="14203" y="18630"/>
                    </a:lnTo>
                    <a:lnTo>
                      <a:pt x="13879" y="18705"/>
                    </a:lnTo>
                    <a:lnTo>
                      <a:pt x="13556" y="18779"/>
                    </a:lnTo>
                    <a:lnTo>
                      <a:pt x="13233" y="18829"/>
                    </a:lnTo>
                    <a:lnTo>
                      <a:pt x="12884" y="18879"/>
                    </a:lnTo>
                    <a:lnTo>
                      <a:pt x="12561" y="18879"/>
                    </a:lnTo>
                    <a:lnTo>
                      <a:pt x="12213" y="18904"/>
                    </a:lnTo>
                    <a:lnTo>
                      <a:pt x="11890" y="18879"/>
                    </a:lnTo>
                    <a:lnTo>
                      <a:pt x="11541" y="18854"/>
                    </a:lnTo>
                    <a:lnTo>
                      <a:pt x="11218" y="18804"/>
                    </a:lnTo>
                    <a:lnTo>
                      <a:pt x="10870" y="18755"/>
                    </a:lnTo>
                    <a:lnTo>
                      <a:pt x="10522" y="18680"/>
                    </a:lnTo>
                    <a:lnTo>
                      <a:pt x="10198" y="18580"/>
                    </a:lnTo>
                    <a:lnTo>
                      <a:pt x="9850" y="18456"/>
                    </a:lnTo>
                    <a:lnTo>
                      <a:pt x="9527" y="18332"/>
                    </a:lnTo>
                    <a:lnTo>
                      <a:pt x="9203" y="18183"/>
                    </a:lnTo>
                    <a:lnTo>
                      <a:pt x="8905" y="18008"/>
                    </a:lnTo>
                    <a:lnTo>
                      <a:pt x="8606" y="17834"/>
                    </a:lnTo>
                    <a:lnTo>
                      <a:pt x="8333" y="17635"/>
                    </a:lnTo>
                    <a:lnTo>
                      <a:pt x="8059" y="17436"/>
                    </a:lnTo>
                    <a:lnTo>
                      <a:pt x="7786" y="17237"/>
                    </a:lnTo>
                    <a:lnTo>
                      <a:pt x="7537" y="17014"/>
                    </a:lnTo>
                    <a:lnTo>
                      <a:pt x="7288" y="16765"/>
                    </a:lnTo>
                    <a:lnTo>
                      <a:pt x="7064" y="16516"/>
                    </a:lnTo>
                    <a:lnTo>
                      <a:pt x="6865" y="16267"/>
                    </a:lnTo>
                    <a:lnTo>
                      <a:pt x="6666" y="15994"/>
                    </a:lnTo>
                    <a:lnTo>
                      <a:pt x="6467" y="15720"/>
                    </a:lnTo>
                    <a:lnTo>
                      <a:pt x="6293" y="15447"/>
                    </a:lnTo>
                    <a:lnTo>
                      <a:pt x="6144" y="15148"/>
                    </a:lnTo>
                    <a:lnTo>
                      <a:pt x="5995" y="14850"/>
                    </a:lnTo>
                    <a:lnTo>
                      <a:pt x="5871" y="14551"/>
                    </a:lnTo>
                    <a:lnTo>
                      <a:pt x="5771" y="14228"/>
                    </a:lnTo>
                    <a:lnTo>
                      <a:pt x="5647" y="13929"/>
                    </a:lnTo>
                    <a:lnTo>
                      <a:pt x="5572" y="13606"/>
                    </a:lnTo>
                    <a:lnTo>
                      <a:pt x="5497" y="13283"/>
                    </a:lnTo>
                    <a:lnTo>
                      <a:pt x="5448" y="12959"/>
                    </a:lnTo>
                    <a:lnTo>
                      <a:pt x="5423" y="12611"/>
                    </a:lnTo>
                    <a:lnTo>
                      <a:pt x="5398" y="12288"/>
                    </a:lnTo>
                    <a:lnTo>
                      <a:pt x="5373" y="11940"/>
                    </a:lnTo>
                    <a:lnTo>
                      <a:pt x="5398" y="11616"/>
                    </a:lnTo>
                    <a:lnTo>
                      <a:pt x="5423" y="11268"/>
                    </a:lnTo>
                    <a:lnTo>
                      <a:pt x="5473" y="10920"/>
                    </a:lnTo>
                    <a:lnTo>
                      <a:pt x="5522" y="10596"/>
                    </a:lnTo>
                    <a:lnTo>
                      <a:pt x="5622" y="10248"/>
                    </a:lnTo>
                    <a:lnTo>
                      <a:pt x="5721" y="9925"/>
                    </a:lnTo>
                    <a:lnTo>
                      <a:pt x="5821" y="9577"/>
                    </a:lnTo>
                    <a:lnTo>
                      <a:pt x="5970" y="9253"/>
                    </a:lnTo>
                    <a:lnTo>
                      <a:pt x="6119" y="8930"/>
                    </a:lnTo>
                    <a:lnTo>
                      <a:pt x="6268" y="8632"/>
                    </a:lnTo>
                    <a:lnTo>
                      <a:pt x="6443" y="8333"/>
                    </a:lnTo>
                    <a:lnTo>
                      <a:pt x="6642" y="8035"/>
                    </a:lnTo>
                    <a:lnTo>
                      <a:pt x="6841" y="7761"/>
                    </a:lnTo>
                    <a:lnTo>
                      <a:pt x="7040" y="7512"/>
                    </a:lnTo>
                    <a:lnTo>
                      <a:pt x="7263" y="7264"/>
                    </a:lnTo>
                    <a:lnTo>
                      <a:pt x="7512" y="7015"/>
                    </a:lnTo>
                    <a:lnTo>
                      <a:pt x="7761" y="6791"/>
                    </a:lnTo>
                    <a:lnTo>
                      <a:pt x="8010" y="6592"/>
                    </a:lnTo>
                    <a:lnTo>
                      <a:pt x="8283" y="6393"/>
                    </a:lnTo>
                    <a:lnTo>
                      <a:pt x="8557" y="6194"/>
                    </a:lnTo>
                    <a:lnTo>
                      <a:pt x="8830" y="6020"/>
                    </a:lnTo>
                    <a:lnTo>
                      <a:pt x="9129" y="5871"/>
                    </a:lnTo>
                    <a:lnTo>
                      <a:pt x="9427" y="5721"/>
                    </a:lnTo>
                    <a:lnTo>
                      <a:pt x="9726" y="5597"/>
                    </a:lnTo>
                    <a:lnTo>
                      <a:pt x="10049" y="5473"/>
                    </a:lnTo>
                    <a:lnTo>
                      <a:pt x="10348" y="5373"/>
                    </a:lnTo>
                    <a:lnTo>
                      <a:pt x="10671" y="5299"/>
                    </a:lnTo>
                    <a:lnTo>
                      <a:pt x="10994" y="5224"/>
                    </a:lnTo>
                    <a:lnTo>
                      <a:pt x="11342" y="5174"/>
                    </a:lnTo>
                    <a:lnTo>
                      <a:pt x="11666" y="5124"/>
                    </a:lnTo>
                    <a:lnTo>
                      <a:pt x="11989" y="5124"/>
                    </a:lnTo>
                    <a:lnTo>
                      <a:pt x="12337" y="5100"/>
                    </a:lnTo>
                    <a:close/>
                    <a:moveTo>
                      <a:pt x="14874" y="1"/>
                    </a:moveTo>
                    <a:lnTo>
                      <a:pt x="5945" y="1468"/>
                    </a:lnTo>
                    <a:lnTo>
                      <a:pt x="6542" y="5025"/>
                    </a:lnTo>
                    <a:lnTo>
                      <a:pt x="6542" y="5025"/>
                    </a:lnTo>
                    <a:lnTo>
                      <a:pt x="3184" y="3757"/>
                    </a:lnTo>
                    <a:lnTo>
                      <a:pt x="1" y="12213"/>
                    </a:lnTo>
                    <a:lnTo>
                      <a:pt x="3358" y="13482"/>
                    </a:lnTo>
                    <a:lnTo>
                      <a:pt x="598" y="15770"/>
                    </a:lnTo>
                    <a:lnTo>
                      <a:pt x="6318" y="22734"/>
                    </a:lnTo>
                    <a:lnTo>
                      <a:pt x="9104" y="20471"/>
                    </a:lnTo>
                    <a:lnTo>
                      <a:pt x="9701" y="24003"/>
                    </a:lnTo>
                    <a:lnTo>
                      <a:pt x="18605" y="22535"/>
                    </a:lnTo>
                    <a:lnTo>
                      <a:pt x="18008" y="18978"/>
                    </a:lnTo>
                    <a:lnTo>
                      <a:pt x="21391" y="20247"/>
                    </a:lnTo>
                    <a:lnTo>
                      <a:pt x="24550" y="11790"/>
                    </a:lnTo>
                    <a:lnTo>
                      <a:pt x="21192" y="10522"/>
                    </a:lnTo>
                    <a:lnTo>
                      <a:pt x="23978" y="8234"/>
                    </a:lnTo>
                    <a:lnTo>
                      <a:pt x="18232" y="1269"/>
                    </a:lnTo>
                    <a:lnTo>
                      <a:pt x="15446" y="3533"/>
                    </a:lnTo>
                    <a:lnTo>
                      <a:pt x="14874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3"/>
              <p:cNvSpPr/>
              <p:nvPr/>
            </p:nvSpPr>
            <p:spPr>
              <a:xfrm>
                <a:off x="2947370" y="1410924"/>
                <a:ext cx="392846" cy="384104"/>
              </a:xfrm>
              <a:custGeom>
                <a:rect b="b" l="l" r="r" t="t"/>
                <a:pathLst>
                  <a:path extrusionOk="0" h="18630" w="19054">
                    <a:moveTo>
                      <a:pt x="9825" y="3980"/>
                    </a:moveTo>
                    <a:lnTo>
                      <a:pt x="10348" y="4030"/>
                    </a:lnTo>
                    <a:lnTo>
                      <a:pt x="10895" y="4154"/>
                    </a:lnTo>
                    <a:lnTo>
                      <a:pt x="11417" y="4303"/>
                    </a:lnTo>
                    <a:lnTo>
                      <a:pt x="11915" y="4527"/>
                    </a:lnTo>
                    <a:lnTo>
                      <a:pt x="12387" y="4801"/>
                    </a:lnTo>
                    <a:lnTo>
                      <a:pt x="12810" y="5099"/>
                    </a:lnTo>
                    <a:lnTo>
                      <a:pt x="13208" y="5423"/>
                    </a:lnTo>
                    <a:lnTo>
                      <a:pt x="13556" y="5820"/>
                    </a:lnTo>
                    <a:lnTo>
                      <a:pt x="13880" y="6218"/>
                    </a:lnTo>
                    <a:lnTo>
                      <a:pt x="14153" y="6641"/>
                    </a:lnTo>
                    <a:lnTo>
                      <a:pt x="14402" y="7114"/>
                    </a:lnTo>
                    <a:lnTo>
                      <a:pt x="14576" y="7586"/>
                    </a:lnTo>
                    <a:lnTo>
                      <a:pt x="14725" y="8084"/>
                    </a:lnTo>
                    <a:lnTo>
                      <a:pt x="14825" y="8581"/>
                    </a:lnTo>
                    <a:lnTo>
                      <a:pt x="14875" y="9104"/>
                    </a:lnTo>
                    <a:lnTo>
                      <a:pt x="14875" y="9626"/>
                    </a:lnTo>
                    <a:lnTo>
                      <a:pt x="14800" y="10148"/>
                    </a:lnTo>
                    <a:lnTo>
                      <a:pt x="14700" y="10671"/>
                    </a:lnTo>
                    <a:lnTo>
                      <a:pt x="14526" y="11193"/>
                    </a:lnTo>
                    <a:lnTo>
                      <a:pt x="14302" y="11690"/>
                    </a:lnTo>
                    <a:lnTo>
                      <a:pt x="14054" y="12163"/>
                    </a:lnTo>
                    <a:lnTo>
                      <a:pt x="13755" y="12586"/>
                    </a:lnTo>
                    <a:lnTo>
                      <a:pt x="13407" y="12984"/>
                    </a:lnTo>
                    <a:lnTo>
                      <a:pt x="13034" y="13357"/>
                    </a:lnTo>
                    <a:lnTo>
                      <a:pt x="12636" y="13655"/>
                    </a:lnTo>
                    <a:lnTo>
                      <a:pt x="12188" y="13954"/>
                    </a:lnTo>
                    <a:lnTo>
                      <a:pt x="11741" y="14178"/>
                    </a:lnTo>
                    <a:lnTo>
                      <a:pt x="11268" y="14377"/>
                    </a:lnTo>
                    <a:lnTo>
                      <a:pt x="10771" y="14501"/>
                    </a:lnTo>
                    <a:lnTo>
                      <a:pt x="10273" y="14600"/>
                    </a:lnTo>
                    <a:lnTo>
                      <a:pt x="9751" y="14650"/>
                    </a:lnTo>
                    <a:lnTo>
                      <a:pt x="9229" y="14650"/>
                    </a:lnTo>
                    <a:lnTo>
                      <a:pt x="8706" y="14600"/>
                    </a:lnTo>
                    <a:lnTo>
                      <a:pt x="8184" y="14476"/>
                    </a:lnTo>
                    <a:lnTo>
                      <a:pt x="7662" y="14327"/>
                    </a:lnTo>
                    <a:lnTo>
                      <a:pt x="7139" y="14103"/>
                    </a:lnTo>
                    <a:lnTo>
                      <a:pt x="6692" y="13829"/>
                    </a:lnTo>
                    <a:lnTo>
                      <a:pt x="6244" y="13531"/>
                    </a:lnTo>
                    <a:lnTo>
                      <a:pt x="5846" y="13183"/>
                    </a:lnTo>
                    <a:lnTo>
                      <a:pt x="5498" y="12810"/>
                    </a:lnTo>
                    <a:lnTo>
                      <a:pt x="5174" y="12412"/>
                    </a:lnTo>
                    <a:lnTo>
                      <a:pt x="4901" y="11989"/>
                    </a:lnTo>
                    <a:lnTo>
                      <a:pt x="4652" y="11516"/>
                    </a:lnTo>
                    <a:lnTo>
                      <a:pt x="4478" y="11044"/>
                    </a:lnTo>
                    <a:lnTo>
                      <a:pt x="4329" y="10546"/>
                    </a:lnTo>
                    <a:lnTo>
                      <a:pt x="4229" y="10049"/>
                    </a:lnTo>
                    <a:lnTo>
                      <a:pt x="4179" y="9526"/>
                    </a:lnTo>
                    <a:lnTo>
                      <a:pt x="4179" y="9004"/>
                    </a:lnTo>
                    <a:lnTo>
                      <a:pt x="4254" y="8482"/>
                    </a:lnTo>
                    <a:lnTo>
                      <a:pt x="4354" y="7959"/>
                    </a:lnTo>
                    <a:lnTo>
                      <a:pt x="4528" y="7437"/>
                    </a:lnTo>
                    <a:lnTo>
                      <a:pt x="4752" y="6940"/>
                    </a:lnTo>
                    <a:lnTo>
                      <a:pt x="5000" y="6467"/>
                    </a:lnTo>
                    <a:lnTo>
                      <a:pt x="5299" y="6044"/>
                    </a:lnTo>
                    <a:lnTo>
                      <a:pt x="5647" y="5646"/>
                    </a:lnTo>
                    <a:lnTo>
                      <a:pt x="6020" y="5273"/>
                    </a:lnTo>
                    <a:lnTo>
                      <a:pt x="6418" y="4950"/>
                    </a:lnTo>
                    <a:lnTo>
                      <a:pt x="6866" y="4676"/>
                    </a:lnTo>
                    <a:lnTo>
                      <a:pt x="7313" y="4452"/>
                    </a:lnTo>
                    <a:lnTo>
                      <a:pt x="7786" y="4253"/>
                    </a:lnTo>
                    <a:lnTo>
                      <a:pt x="8283" y="4104"/>
                    </a:lnTo>
                    <a:lnTo>
                      <a:pt x="8806" y="4030"/>
                    </a:lnTo>
                    <a:lnTo>
                      <a:pt x="9303" y="3980"/>
                    </a:lnTo>
                    <a:close/>
                    <a:moveTo>
                      <a:pt x="11542" y="0"/>
                    </a:moveTo>
                    <a:lnTo>
                      <a:pt x="4627" y="1144"/>
                    </a:lnTo>
                    <a:lnTo>
                      <a:pt x="5075" y="3905"/>
                    </a:lnTo>
                    <a:lnTo>
                      <a:pt x="2463" y="2935"/>
                    </a:lnTo>
                    <a:lnTo>
                      <a:pt x="1" y="9477"/>
                    </a:lnTo>
                    <a:lnTo>
                      <a:pt x="2613" y="10472"/>
                    </a:lnTo>
                    <a:lnTo>
                      <a:pt x="473" y="12238"/>
                    </a:lnTo>
                    <a:lnTo>
                      <a:pt x="4926" y="17635"/>
                    </a:lnTo>
                    <a:lnTo>
                      <a:pt x="7065" y="15869"/>
                    </a:lnTo>
                    <a:lnTo>
                      <a:pt x="7512" y="18630"/>
                    </a:lnTo>
                    <a:lnTo>
                      <a:pt x="14427" y="17461"/>
                    </a:lnTo>
                    <a:lnTo>
                      <a:pt x="13979" y="14725"/>
                    </a:lnTo>
                    <a:lnTo>
                      <a:pt x="16591" y="15695"/>
                    </a:lnTo>
                    <a:lnTo>
                      <a:pt x="19053" y="9153"/>
                    </a:lnTo>
                    <a:lnTo>
                      <a:pt x="16442" y="8158"/>
                    </a:lnTo>
                    <a:lnTo>
                      <a:pt x="18581" y="6393"/>
                    </a:lnTo>
                    <a:lnTo>
                      <a:pt x="14153" y="995"/>
                    </a:lnTo>
                    <a:lnTo>
                      <a:pt x="11989" y="2761"/>
                    </a:lnTo>
                    <a:lnTo>
                      <a:pt x="11542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" name="Google Shape;154;p13"/>
              <p:cNvSpPr/>
              <p:nvPr/>
            </p:nvSpPr>
            <p:spPr>
              <a:xfrm>
                <a:off x="828468" y="3647263"/>
                <a:ext cx="694356" cy="693861"/>
              </a:xfrm>
              <a:custGeom>
                <a:rect b="b" l="l" r="r" t="t"/>
                <a:pathLst>
                  <a:path extrusionOk="0" h="33654" w="33678">
                    <a:moveTo>
                      <a:pt x="16889" y="8482"/>
                    </a:moveTo>
                    <a:lnTo>
                      <a:pt x="17312" y="8507"/>
                    </a:lnTo>
                    <a:lnTo>
                      <a:pt x="17735" y="8532"/>
                    </a:lnTo>
                    <a:lnTo>
                      <a:pt x="18132" y="8607"/>
                    </a:lnTo>
                    <a:lnTo>
                      <a:pt x="18555" y="8681"/>
                    </a:lnTo>
                    <a:lnTo>
                      <a:pt x="18953" y="8756"/>
                    </a:lnTo>
                    <a:lnTo>
                      <a:pt x="19351" y="8880"/>
                    </a:lnTo>
                    <a:lnTo>
                      <a:pt x="19724" y="9005"/>
                    </a:lnTo>
                    <a:lnTo>
                      <a:pt x="20097" y="9154"/>
                    </a:lnTo>
                    <a:lnTo>
                      <a:pt x="20470" y="9328"/>
                    </a:lnTo>
                    <a:lnTo>
                      <a:pt x="20819" y="9502"/>
                    </a:lnTo>
                    <a:lnTo>
                      <a:pt x="21167" y="9701"/>
                    </a:lnTo>
                    <a:lnTo>
                      <a:pt x="21515" y="9925"/>
                    </a:lnTo>
                    <a:lnTo>
                      <a:pt x="21838" y="10174"/>
                    </a:lnTo>
                    <a:lnTo>
                      <a:pt x="22162" y="10422"/>
                    </a:lnTo>
                    <a:lnTo>
                      <a:pt x="22460" y="10671"/>
                    </a:lnTo>
                    <a:lnTo>
                      <a:pt x="22759" y="10945"/>
                    </a:lnTo>
                    <a:lnTo>
                      <a:pt x="23032" y="11243"/>
                    </a:lnTo>
                    <a:lnTo>
                      <a:pt x="23281" y="11542"/>
                    </a:lnTo>
                    <a:lnTo>
                      <a:pt x="23530" y="11865"/>
                    </a:lnTo>
                    <a:lnTo>
                      <a:pt x="23754" y="12188"/>
                    </a:lnTo>
                    <a:lnTo>
                      <a:pt x="23977" y="12537"/>
                    </a:lnTo>
                    <a:lnTo>
                      <a:pt x="24176" y="12885"/>
                    </a:lnTo>
                    <a:lnTo>
                      <a:pt x="24375" y="13233"/>
                    </a:lnTo>
                    <a:lnTo>
                      <a:pt x="24525" y="13606"/>
                    </a:lnTo>
                    <a:lnTo>
                      <a:pt x="24674" y="13979"/>
                    </a:lnTo>
                    <a:lnTo>
                      <a:pt x="24823" y="14377"/>
                    </a:lnTo>
                    <a:lnTo>
                      <a:pt x="24923" y="14775"/>
                    </a:lnTo>
                    <a:lnTo>
                      <a:pt x="25022" y="15198"/>
                    </a:lnTo>
                    <a:lnTo>
                      <a:pt x="25097" y="15596"/>
                    </a:lnTo>
                    <a:lnTo>
                      <a:pt x="25146" y="16019"/>
                    </a:lnTo>
                    <a:lnTo>
                      <a:pt x="25171" y="16442"/>
                    </a:lnTo>
                    <a:lnTo>
                      <a:pt x="25171" y="16864"/>
                    </a:lnTo>
                    <a:lnTo>
                      <a:pt x="25171" y="17312"/>
                    </a:lnTo>
                    <a:lnTo>
                      <a:pt x="25122" y="17710"/>
                    </a:lnTo>
                    <a:lnTo>
                      <a:pt x="25072" y="18133"/>
                    </a:lnTo>
                    <a:lnTo>
                      <a:pt x="24997" y="18531"/>
                    </a:lnTo>
                    <a:lnTo>
                      <a:pt x="24898" y="18929"/>
                    </a:lnTo>
                    <a:lnTo>
                      <a:pt x="24798" y="19327"/>
                    </a:lnTo>
                    <a:lnTo>
                      <a:pt x="24674" y="19725"/>
                    </a:lnTo>
                    <a:lnTo>
                      <a:pt x="24525" y="20098"/>
                    </a:lnTo>
                    <a:lnTo>
                      <a:pt x="24351" y="20471"/>
                    </a:lnTo>
                    <a:lnTo>
                      <a:pt x="24152" y="20819"/>
                    </a:lnTo>
                    <a:lnTo>
                      <a:pt x="23953" y="21167"/>
                    </a:lnTo>
                    <a:lnTo>
                      <a:pt x="23754" y="21516"/>
                    </a:lnTo>
                    <a:lnTo>
                      <a:pt x="23505" y="21839"/>
                    </a:lnTo>
                    <a:lnTo>
                      <a:pt x="23256" y="22137"/>
                    </a:lnTo>
                    <a:lnTo>
                      <a:pt x="23007" y="22436"/>
                    </a:lnTo>
                    <a:lnTo>
                      <a:pt x="22734" y="22734"/>
                    </a:lnTo>
                    <a:lnTo>
                      <a:pt x="22435" y="23008"/>
                    </a:lnTo>
                    <a:lnTo>
                      <a:pt x="22137" y="23281"/>
                    </a:lnTo>
                    <a:lnTo>
                      <a:pt x="21814" y="23530"/>
                    </a:lnTo>
                    <a:lnTo>
                      <a:pt x="21490" y="23754"/>
                    </a:lnTo>
                    <a:lnTo>
                      <a:pt x="21142" y="23978"/>
                    </a:lnTo>
                    <a:lnTo>
                      <a:pt x="20794" y="24177"/>
                    </a:lnTo>
                    <a:lnTo>
                      <a:pt x="20421" y="24351"/>
                    </a:lnTo>
                    <a:lnTo>
                      <a:pt x="20073" y="24525"/>
                    </a:lnTo>
                    <a:lnTo>
                      <a:pt x="19675" y="24674"/>
                    </a:lnTo>
                    <a:lnTo>
                      <a:pt x="19301" y="24799"/>
                    </a:lnTo>
                    <a:lnTo>
                      <a:pt x="18904" y="24923"/>
                    </a:lnTo>
                    <a:lnTo>
                      <a:pt x="18481" y="24998"/>
                    </a:lnTo>
                    <a:lnTo>
                      <a:pt x="18083" y="25072"/>
                    </a:lnTo>
                    <a:lnTo>
                      <a:pt x="17660" y="25122"/>
                    </a:lnTo>
                    <a:lnTo>
                      <a:pt x="17237" y="25147"/>
                    </a:lnTo>
                    <a:lnTo>
                      <a:pt x="16789" y="25172"/>
                    </a:lnTo>
                    <a:lnTo>
                      <a:pt x="16367" y="25147"/>
                    </a:lnTo>
                    <a:lnTo>
                      <a:pt x="15944" y="25122"/>
                    </a:lnTo>
                    <a:lnTo>
                      <a:pt x="15546" y="25072"/>
                    </a:lnTo>
                    <a:lnTo>
                      <a:pt x="15123" y="24998"/>
                    </a:lnTo>
                    <a:lnTo>
                      <a:pt x="14725" y="24898"/>
                    </a:lnTo>
                    <a:lnTo>
                      <a:pt x="14352" y="24774"/>
                    </a:lnTo>
                    <a:lnTo>
                      <a:pt x="13954" y="24649"/>
                    </a:lnTo>
                    <a:lnTo>
                      <a:pt x="13581" y="24500"/>
                    </a:lnTo>
                    <a:lnTo>
                      <a:pt x="13208" y="24326"/>
                    </a:lnTo>
                    <a:lnTo>
                      <a:pt x="12860" y="24152"/>
                    </a:lnTo>
                    <a:lnTo>
                      <a:pt x="12511" y="23953"/>
                    </a:lnTo>
                    <a:lnTo>
                      <a:pt x="12163" y="23729"/>
                    </a:lnTo>
                    <a:lnTo>
                      <a:pt x="11840" y="23505"/>
                    </a:lnTo>
                    <a:lnTo>
                      <a:pt x="11541" y="23257"/>
                    </a:lnTo>
                    <a:lnTo>
                      <a:pt x="11218" y="22983"/>
                    </a:lnTo>
                    <a:lnTo>
                      <a:pt x="10944" y="22709"/>
                    </a:lnTo>
                    <a:lnTo>
                      <a:pt x="10671" y="22411"/>
                    </a:lnTo>
                    <a:lnTo>
                      <a:pt x="10397" y="22112"/>
                    </a:lnTo>
                    <a:lnTo>
                      <a:pt x="10148" y="21789"/>
                    </a:lnTo>
                    <a:lnTo>
                      <a:pt x="9925" y="21466"/>
                    </a:lnTo>
                    <a:lnTo>
                      <a:pt x="9701" y="21142"/>
                    </a:lnTo>
                    <a:lnTo>
                      <a:pt x="9502" y="20794"/>
                    </a:lnTo>
                    <a:lnTo>
                      <a:pt x="9328" y="20421"/>
                    </a:lnTo>
                    <a:lnTo>
                      <a:pt x="9154" y="20048"/>
                    </a:lnTo>
                    <a:lnTo>
                      <a:pt x="9004" y="19675"/>
                    </a:lnTo>
                    <a:lnTo>
                      <a:pt x="8880" y="19277"/>
                    </a:lnTo>
                    <a:lnTo>
                      <a:pt x="8756" y="18879"/>
                    </a:lnTo>
                    <a:lnTo>
                      <a:pt x="8681" y="18481"/>
                    </a:lnTo>
                    <a:lnTo>
                      <a:pt x="8606" y="18058"/>
                    </a:lnTo>
                    <a:lnTo>
                      <a:pt x="8557" y="17635"/>
                    </a:lnTo>
                    <a:lnTo>
                      <a:pt x="8507" y="17213"/>
                    </a:lnTo>
                    <a:lnTo>
                      <a:pt x="8507" y="16790"/>
                    </a:lnTo>
                    <a:lnTo>
                      <a:pt x="8507" y="16367"/>
                    </a:lnTo>
                    <a:lnTo>
                      <a:pt x="8557" y="15944"/>
                    </a:lnTo>
                    <a:lnTo>
                      <a:pt x="8606" y="15521"/>
                    </a:lnTo>
                    <a:lnTo>
                      <a:pt x="8681" y="15123"/>
                    </a:lnTo>
                    <a:lnTo>
                      <a:pt x="8780" y="14725"/>
                    </a:lnTo>
                    <a:lnTo>
                      <a:pt x="8880" y="14327"/>
                    </a:lnTo>
                    <a:lnTo>
                      <a:pt x="9029" y="13954"/>
                    </a:lnTo>
                    <a:lnTo>
                      <a:pt x="9178" y="13556"/>
                    </a:lnTo>
                    <a:lnTo>
                      <a:pt x="9328" y="13208"/>
                    </a:lnTo>
                    <a:lnTo>
                      <a:pt x="9527" y="12835"/>
                    </a:lnTo>
                    <a:lnTo>
                      <a:pt x="9726" y="12487"/>
                    </a:lnTo>
                    <a:lnTo>
                      <a:pt x="9949" y="12163"/>
                    </a:lnTo>
                    <a:lnTo>
                      <a:pt x="10173" y="11840"/>
                    </a:lnTo>
                    <a:lnTo>
                      <a:pt x="10422" y="11517"/>
                    </a:lnTo>
                    <a:lnTo>
                      <a:pt x="10696" y="11218"/>
                    </a:lnTo>
                    <a:lnTo>
                      <a:pt x="10969" y="10920"/>
                    </a:lnTo>
                    <a:lnTo>
                      <a:pt x="11243" y="10646"/>
                    </a:lnTo>
                    <a:lnTo>
                      <a:pt x="11566" y="10398"/>
                    </a:lnTo>
                    <a:lnTo>
                      <a:pt x="11865" y="10149"/>
                    </a:lnTo>
                    <a:lnTo>
                      <a:pt x="12213" y="9900"/>
                    </a:lnTo>
                    <a:lnTo>
                      <a:pt x="12536" y="9701"/>
                    </a:lnTo>
                    <a:lnTo>
                      <a:pt x="12884" y="9502"/>
                    </a:lnTo>
                    <a:lnTo>
                      <a:pt x="13257" y="9303"/>
                    </a:lnTo>
                    <a:lnTo>
                      <a:pt x="13631" y="9129"/>
                    </a:lnTo>
                    <a:lnTo>
                      <a:pt x="14004" y="8980"/>
                    </a:lnTo>
                    <a:lnTo>
                      <a:pt x="14402" y="8855"/>
                    </a:lnTo>
                    <a:lnTo>
                      <a:pt x="14800" y="8756"/>
                    </a:lnTo>
                    <a:lnTo>
                      <a:pt x="15198" y="8656"/>
                    </a:lnTo>
                    <a:lnTo>
                      <a:pt x="15620" y="8582"/>
                    </a:lnTo>
                    <a:lnTo>
                      <a:pt x="16043" y="8532"/>
                    </a:lnTo>
                    <a:lnTo>
                      <a:pt x="16466" y="8507"/>
                    </a:lnTo>
                    <a:lnTo>
                      <a:pt x="16889" y="8482"/>
                    </a:lnTo>
                    <a:close/>
                    <a:moveTo>
                      <a:pt x="20172" y="1"/>
                    </a:moveTo>
                    <a:lnTo>
                      <a:pt x="11989" y="374"/>
                    </a:lnTo>
                    <a:lnTo>
                      <a:pt x="12188" y="4354"/>
                    </a:lnTo>
                    <a:lnTo>
                      <a:pt x="11666" y="4553"/>
                    </a:lnTo>
                    <a:lnTo>
                      <a:pt x="11193" y="4776"/>
                    </a:lnTo>
                    <a:lnTo>
                      <a:pt x="10696" y="5000"/>
                    </a:lnTo>
                    <a:lnTo>
                      <a:pt x="10223" y="5274"/>
                    </a:lnTo>
                    <a:lnTo>
                      <a:pt x="7288" y="2588"/>
                    </a:lnTo>
                    <a:lnTo>
                      <a:pt x="1766" y="8632"/>
                    </a:lnTo>
                    <a:lnTo>
                      <a:pt x="4726" y="11318"/>
                    </a:lnTo>
                    <a:lnTo>
                      <a:pt x="4502" y="11790"/>
                    </a:lnTo>
                    <a:lnTo>
                      <a:pt x="4303" y="12288"/>
                    </a:lnTo>
                    <a:lnTo>
                      <a:pt x="4154" y="12810"/>
                    </a:lnTo>
                    <a:lnTo>
                      <a:pt x="3980" y="13332"/>
                    </a:lnTo>
                    <a:lnTo>
                      <a:pt x="1" y="13507"/>
                    </a:lnTo>
                    <a:lnTo>
                      <a:pt x="374" y="21690"/>
                    </a:lnTo>
                    <a:lnTo>
                      <a:pt x="4353" y="21491"/>
                    </a:lnTo>
                    <a:lnTo>
                      <a:pt x="4552" y="21988"/>
                    </a:lnTo>
                    <a:lnTo>
                      <a:pt x="4776" y="22486"/>
                    </a:lnTo>
                    <a:lnTo>
                      <a:pt x="5025" y="22958"/>
                    </a:lnTo>
                    <a:lnTo>
                      <a:pt x="5273" y="23431"/>
                    </a:lnTo>
                    <a:lnTo>
                      <a:pt x="2587" y="26390"/>
                    </a:lnTo>
                    <a:lnTo>
                      <a:pt x="8631" y="31887"/>
                    </a:lnTo>
                    <a:lnTo>
                      <a:pt x="11317" y="28952"/>
                    </a:lnTo>
                    <a:lnTo>
                      <a:pt x="11815" y="29151"/>
                    </a:lnTo>
                    <a:lnTo>
                      <a:pt x="12312" y="29350"/>
                    </a:lnTo>
                    <a:lnTo>
                      <a:pt x="12810" y="29524"/>
                    </a:lnTo>
                    <a:lnTo>
                      <a:pt x="13332" y="29674"/>
                    </a:lnTo>
                    <a:lnTo>
                      <a:pt x="13531" y="33653"/>
                    </a:lnTo>
                    <a:lnTo>
                      <a:pt x="21689" y="33280"/>
                    </a:lnTo>
                    <a:lnTo>
                      <a:pt x="21515" y="29301"/>
                    </a:lnTo>
                    <a:lnTo>
                      <a:pt x="22013" y="29102"/>
                    </a:lnTo>
                    <a:lnTo>
                      <a:pt x="22510" y="28878"/>
                    </a:lnTo>
                    <a:lnTo>
                      <a:pt x="22983" y="28654"/>
                    </a:lnTo>
                    <a:lnTo>
                      <a:pt x="23455" y="28405"/>
                    </a:lnTo>
                    <a:lnTo>
                      <a:pt x="26390" y="31091"/>
                    </a:lnTo>
                    <a:lnTo>
                      <a:pt x="31912" y="25047"/>
                    </a:lnTo>
                    <a:lnTo>
                      <a:pt x="28952" y="22361"/>
                    </a:lnTo>
                    <a:lnTo>
                      <a:pt x="29176" y="21864"/>
                    </a:lnTo>
                    <a:lnTo>
                      <a:pt x="29375" y="21366"/>
                    </a:lnTo>
                    <a:lnTo>
                      <a:pt x="29549" y="20844"/>
                    </a:lnTo>
                    <a:lnTo>
                      <a:pt x="29698" y="20322"/>
                    </a:lnTo>
                    <a:lnTo>
                      <a:pt x="33678" y="20148"/>
                    </a:lnTo>
                    <a:lnTo>
                      <a:pt x="33305" y="11989"/>
                    </a:lnTo>
                    <a:lnTo>
                      <a:pt x="29325" y="12163"/>
                    </a:lnTo>
                    <a:lnTo>
                      <a:pt x="29126" y="11666"/>
                    </a:lnTo>
                    <a:lnTo>
                      <a:pt x="28902" y="11169"/>
                    </a:lnTo>
                    <a:lnTo>
                      <a:pt x="28653" y="10696"/>
                    </a:lnTo>
                    <a:lnTo>
                      <a:pt x="28405" y="10223"/>
                    </a:lnTo>
                    <a:lnTo>
                      <a:pt x="31091" y="7264"/>
                    </a:lnTo>
                    <a:lnTo>
                      <a:pt x="25047" y="1767"/>
                    </a:lnTo>
                    <a:lnTo>
                      <a:pt x="22361" y="4702"/>
                    </a:lnTo>
                    <a:lnTo>
                      <a:pt x="21863" y="4503"/>
                    </a:lnTo>
                    <a:lnTo>
                      <a:pt x="21366" y="4304"/>
                    </a:lnTo>
                    <a:lnTo>
                      <a:pt x="20868" y="4130"/>
                    </a:lnTo>
                    <a:lnTo>
                      <a:pt x="20346" y="3980"/>
                    </a:lnTo>
                    <a:lnTo>
                      <a:pt x="20172" y="1"/>
                    </a:lnTo>
                    <a:close/>
                  </a:path>
                </a:pathLst>
              </a:custGeom>
              <a:solidFill>
                <a:srgbClr val="6182B4">
                  <a:alpha val="376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" name="Google Shape;155;p13"/>
              <p:cNvSpPr/>
              <p:nvPr/>
            </p:nvSpPr>
            <p:spPr>
              <a:xfrm>
                <a:off x="1779203" y="1326825"/>
                <a:ext cx="470265" cy="470780"/>
              </a:xfrm>
              <a:custGeom>
                <a:rect b="b" l="l" r="r" t="t"/>
                <a:pathLst>
                  <a:path extrusionOk="0" h="22834" w="22809">
                    <a:moveTo>
                      <a:pt x="11716" y="5771"/>
                    </a:moveTo>
                    <a:lnTo>
                      <a:pt x="12288" y="5845"/>
                    </a:lnTo>
                    <a:lnTo>
                      <a:pt x="12835" y="5945"/>
                    </a:lnTo>
                    <a:lnTo>
                      <a:pt x="13357" y="6119"/>
                    </a:lnTo>
                    <a:lnTo>
                      <a:pt x="13855" y="6343"/>
                    </a:lnTo>
                    <a:lnTo>
                      <a:pt x="14327" y="6591"/>
                    </a:lnTo>
                    <a:lnTo>
                      <a:pt x="14775" y="6890"/>
                    </a:lnTo>
                    <a:lnTo>
                      <a:pt x="15198" y="7238"/>
                    </a:lnTo>
                    <a:lnTo>
                      <a:pt x="15571" y="7636"/>
                    </a:lnTo>
                    <a:lnTo>
                      <a:pt x="15919" y="8059"/>
                    </a:lnTo>
                    <a:lnTo>
                      <a:pt x="16242" y="8507"/>
                    </a:lnTo>
                    <a:lnTo>
                      <a:pt x="16491" y="8979"/>
                    </a:lnTo>
                    <a:lnTo>
                      <a:pt x="16715" y="9502"/>
                    </a:lnTo>
                    <a:lnTo>
                      <a:pt x="16864" y="10024"/>
                    </a:lnTo>
                    <a:lnTo>
                      <a:pt x="16989" y="10571"/>
                    </a:lnTo>
                    <a:lnTo>
                      <a:pt x="17038" y="11168"/>
                    </a:lnTo>
                    <a:lnTo>
                      <a:pt x="17038" y="11740"/>
                    </a:lnTo>
                    <a:lnTo>
                      <a:pt x="16964" y="12287"/>
                    </a:lnTo>
                    <a:lnTo>
                      <a:pt x="16864" y="12834"/>
                    </a:lnTo>
                    <a:lnTo>
                      <a:pt x="16690" y="13382"/>
                    </a:lnTo>
                    <a:lnTo>
                      <a:pt x="16466" y="13879"/>
                    </a:lnTo>
                    <a:lnTo>
                      <a:pt x="16218" y="14352"/>
                    </a:lnTo>
                    <a:lnTo>
                      <a:pt x="15919" y="14799"/>
                    </a:lnTo>
                    <a:lnTo>
                      <a:pt x="15571" y="15222"/>
                    </a:lnTo>
                    <a:lnTo>
                      <a:pt x="15173" y="15595"/>
                    </a:lnTo>
                    <a:lnTo>
                      <a:pt x="14750" y="15943"/>
                    </a:lnTo>
                    <a:lnTo>
                      <a:pt x="14302" y="16242"/>
                    </a:lnTo>
                    <a:lnTo>
                      <a:pt x="13830" y="16516"/>
                    </a:lnTo>
                    <a:lnTo>
                      <a:pt x="13307" y="16739"/>
                    </a:lnTo>
                    <a:lnTo>
                      <a:pt x="12785" y="16889"/>
                    </a:lnTo>
                    <a:lnTo>
                      <a:pt x="12238" y="17013"/>
                    </a:lnTo>
                    <a:lnTo>
                      <a:pt x="11666" y="17063"/>
                    </a:lnTo>
                    <a:lnTo>
                      <a:pt x="11069" y="17063"/>
                    </a:lnTo>
                    <a:lnTo>
                      <a:pt x="10522" y="16988"/>
                    </a:lnTo>
                    <a:lnTo>
                      <a:pt x="9975" y="16889"/>
                    </a:lnTo>
                    <a:lnTo>
                      <a:pt x="9427" y="16714"/>
                    </a:lnTo>
                    <a:lnTo>
                      <a:pt x="8930" y="16491"/>
                    </a:lnTo>
                    <a:lnTo>
                      <a:pt x="8457" y="16242"/>
                    </a:lnTo>
                    <a:lnTo>
                      <a:pt x="8010" y="15943"/>
                    </a:lnTo>
                    <a:lnTo>
                      <a:pt x="7587" y="15595"/>
                    </a:lnTo>
                    <a:lnTo>
                      <a:pt x="7214" y="15197"/>
                    </a:lnTo>
                    <a:lnTo>
                      <a:pt x="6866" y="14774"/>
                    </a:lnTo>
                    <a:lnTo>
                      <a:pt x="6567" y="14327"/>
                    </a:lnTo>
                    <a:lnTo>
                      <a:pt x="6293" y="13854"/>
                    </a:lnTo>
                    <a:lnTo>
                      <a:pt x="6095" y="13332"/>
                    </a:lnTo>
                    <a:lnTo>
                      <a:pt x="5920" y="12810"/>
                    </a:lnTo>
                    <a:lnTo>
                      <a:pt x="5796" y="12262"/>
                    </a:lnTo>
                    <a:lnTo>
                      <a:pt x="5746" y="11665"/>
                    </a:lnTo>
                    <a:lnTo>
                      <a:pt x="5746" y="11093"/>
                    </a:lnTo>
                    <a:lnTo>
                      <a:pt x="5821" y="10546"/>
                    </a:lnTo>
                    <a:lnTo>
                      <a:pt x="5920" y="9999"/>
                    </a:lnTo>
                    <a:lnTo>
                      <a:pt x="6095" y="9452"/>
                    </a:lnTo>
                    <a:lnTo>
                      <a:pt x="6318" y="8954"/>
                    </a:lnTo>
                    <a:lnTo>
                      <a:pt x="6567" y="8482"/>
                    </a:lnTo>
                    <a:lnTo>
                      <a:pt x="6890" y="8034"/>
                    </a:lnTo>
                    <a:lnTo>
                      <a:pt x="7214" y="7611"/>
                    </a:lnTo>
                    <a:lnTo>
                      <a:pt x="7612" y="7238"/>
                    </a:lnTo>
                    <a:lnTo>
                      <a:pt x="8035" y="6890"/>
                    </a:lnTo>
                    <a:lnTo>
                      <a:pt x="8482" y="6591"/>
                    </a:lnTo>
                    <a:lnTo>
                      <a:pt x="8955" y="6318"/>
                    </a:lnTo>
                    <a:lnTo>
                      <a:pt x="9477" y="6094"/>
                    </a:lnTo>
                    <a:lnTo>
                      <a:pt x="9999" y="5945"/>
                    </a:lnTo>
                    <a:lnTo>
                      <a:pt x="10572" y="5820"/>
                    </a:lnTo>
                    <a:lnTo>
                      <a:pt x="11144" y="5771"/>
                    </a:lnTo>
                    <a:close/>
                    <a:moveTo>
                      <a:pt x="13656" y="0"/>
                    </a:moveTo>
                    <a:lnTo>
                      <a:pt x="8109" y="274"/>
                    </a:lnTo>
                    <a:lnTo>
                      <a:pt x="8234" y="2960"/>
                    </a:lnTo>
                    <a:lnTo>
                      <a:pt x="7885" y="3109"/>
                    </a:lnTo>
                    <a:lnTo>
                      <a:pt x="7562" y="3259"/>
                    </a:lnTo>
                    <a:lnTo>
                      <a:pt x="6915" y="3582"/>
                    </a:lnTo>
                    <a:lnTo>
                      <a:pt x="4926" y="1766"/>
                    </a:lnTo>
                    <a:lnTo>
                      <a:pt x="1195" y="5845"/>
                    </a:lnTo>
                    <a:lnTo>
                      <a:pt x="3184" y="7686"/>
                    </a:lnTo>
                    <a:lnTo>
                      <a:pt x="2911" y="8357"/>
                    </a:lnTo>
                    <a:lnTo>
                      <a:pt x="2787" y="8681"/>
                    </a:lnTo>
                    <a:lnTo>
                      <a:pt x="2687" y="9054"/>
                    </a:lnTo>
                    <a:lnTo>
                      <a:pt x="1" y="9178"/>
                    </a:lnTo>
                    <a:lnTo>
                      <a:pt x="250" y="14700"/>
                    </a:lnTo>
                    <a:lnTo>
                      <a:pt x="2936" y="14575"/>
                    </a:lnTo>
                    <a:lnTo>
                      <a:pt x="3085" y="14924"/>
                    </a:lnTo>
                    <a:lnTo>
                      <a:pt x="3234" y="15247"/>
                    </a:lnTo>
                    <a:lnTo>
                      <a:pt x="3558" y="15894"/>
                    </a:lnTo>
                    <a:lnTo>
                      <a:pt x="1742" y="17884"/>
                    </a:lnTo>
                    <a:lnTo>
                      <a:pt x="5821" y="21614"/>
                    </a:lnTo>
                    <a:lnTo>
                      <a:pt x="7661" y="19625"/>
                    </a:lnTo>
                    <a:lnTo>
                      <a:pt x="8333" y="19898"/>
                    </a:lnTo>
                    <a:lnTo>
                      <a:pt x="8681" y="20023"/>
                    </a:lnTo>
                    <a:lnTo>
                      <a:pt x="9029" y="20122"/>
                    </a:lnTo>
                    <a:lnTo>
                      <a:pt x="9154" y="22833"/>
                    </a:lnTo>
                    <a:lnTo>
                      <a:pt x="14675" y="22560"/>
                    </a:lnTo>
                    <a:lnTo>
                      <a:pt x="14551" y="19873"/>
                    </a:lnTo>
                    <a:lnTo>
                      <a:pt x="14899" y="19724"/>
                    </a:lnTo>
                    <a:lnTo>
                      <a:pt x="15223" y="19575"/>
                    </a:lnTo>
                    <a:lnTo>
                      <a:pt x="15869" y="19251"/>
                    </a:lnTo>
                    <a:lnTo>
                      <a:pt x="17859" y="21067"/>
                    </a:lnTo>
                    <a:lnTo>
                      <a:pt x="21615" y="16988"/>
                    </a:lnTo>
                    <a:lnTo>
                      <a:pt x="19600" y="15148"/>
                    </a:lnTo>
                    <a:lnTo>
                      <a:pt x="19874" y="14476"/>
                    </a:lnTo>
                    <a:lnTo>
                      <a:pt x="19998" y="14153"/>
                    </a:lnTo>
                    <a:lnTo>
                      <a:pt x="20098" y="13780"/>
                    </a:lnTo>
                    <a:lnTo>
                      <a:pt x="22809" y="13655"/>
                    </a:lnTo>
                    <a:lnTo>
                      <a:pt x="22535" y="8134"/>
                    </a:lnTo>
                    <a:lnTo>
                      <a:pt x="19849" y="8258"/>
                    </a:lnTo>
                    <a:lnTo>
                      <a:pt x="19725" y="7910"/>
                    </a:lnTo>
                    <a:lnTo>
                      <a:pt x="19575" y="7586"/>
                    </a:lnTo>
                    <a:lnTo>
                      <a:pt x="19227" y="6940"/>
                    </a:lnTo>
                    <a:lnTo>
                      <a:pt x="21043" y="4950"/>
                    </a:lnTo>
                    <a:lnTo>
                      <a:pt x="16964" y="1219"/>
                    </a:lnTo>
                    <a:lnTo>
                      <a:pt x="15148" y="3209"/>
                    </a:lnTo>
                    <a:lnTo>
                      <a:pt x="14476" y="2935"/>
                    </a:lnTo>
                    <a:lnTo>
                      <a:pt x="14128" y="2811"/>
                    </a:lnTo>
                    <a:lnTo>
                      <a:pt x="13780" y="2711"/>
                    </a:lnTo>
                    <a:lnTo>
                      <a:pt x="13656" y="0"/>
                    </a:lnTo>
                    <a:close/>
                  </a:path>
                </a:pathLst>
              </a:custGeom>
              <a:solidFill>
                <a:srgbClr val="666666">
                  <a:alpha val="376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3"/>
              <p:cNvSpPr/>
              <p:nvPr/>
            </p:nvSpPr>
            <p:spPr>
              <a:xfrm>
                <a:off x="1070002" y="3153432"/>
                <a:ext cx="62574" cy="63110"/>
              </a:xfrm>
              <a:custGeom>
                <a:rect b="b" l="l" r="r" t="t"/>
                <a:pathLst>
                  <a:path extrusionOk="0" fill="none" h="3061" w="3035">
                    <a:moveTo>
                      <a:pt x="3035" y="1543"/>
                    </a:moveTo>
                    <a:lnTo>
                      <a:pt x="3035" y="1543"/>
                    </a:lnTo>
                    <a:lnTo>
                      <a:pt x="3035" y="1692"/>
                    </a:lnTo>
                    <a:lnTo>
                      <a:pt x="3010" y="1841"/>
                    </a:lnTo>
                    <a:lnTo>
                      <a:pt x="2960" y="1991"/>
                    </a:lnTo>
                    <a:lnTo>
                      <a:pt x="2910" y="2115"/>
                    </a:lnTo>
                    <a:lnTo>
                      <a:pt x="2786" y="2389"/>
                    </a:lnTo>
                    <a:lnTo>
                      <a:pt x="2587" y="2612"/>
                    </a:lnTo>
                    <a:lnTo>
                      <a:pt x="2363" y="2786"/>
                    </a:lnTo>
                    <a:lnTo>
                      <a:pt x="2115" y="2936"/>
                    </a:lnTo>
                    <a:lnTo>
                      <a:pt x="1965" y="2985"/>
                    </a:lnTo>
                    <a:lnTo>
                      <a:pt x="1816" y="3035"/>
                    </a:lnTo>
                    <a:lnTo>
                      <a:pt x="1667" y="3060"/>
                    </a:lnTo>
                    <a:lnTo>
                      <a:pt x="1518" y="3060"/>
                    </a:lnTo>
                    <a:lnTo>
                      <a:pt x="1518" y="3060"/>
                    </a:lnTo>
                    <a:lnTo>
                      <a:pt x="1368" y="3060"/>
                    </a:lnTo>
                    <a:lnTo>
                      <a:pt x="1219" y="3035"/>
                    </a:lnTo>
                    <a:lnTo>
                      <a:pt x="1070" y="2985"/>
                    </a:lnTo>
                    <a:lnTo>
                      <a:pt x="921" y="2936"/>
                    </a:lnTo>
                    <a:lnTo>
                      <a:pt x="672" y="2786"/>
                    </a:lnTo>
                    <a:lnTo>
                      <a:pt x="448" y="2612"/>
                    </a:lnTo>
                    <a:lnTo>
                      <a:pt x="249" y="2389"/>
                    </a:lnTo>
                    <a:lnTo>
                      <a:pt x="100" y="2115"/>
                    </a:lnTo>
                    <a:lnTo>
                      <a:pt x="50" y="1991"/>
                    </a:lnTo>
                    <a:lnTo>
                      <a:pt x="25" y="1841"/>
                    </a:lnTo>
                    <a:lnTo>
                      <a:pt x="0" y="1692"/>
                    </a:lnTo>
                    <a:lnTo>
                      <a:pt x="0" y="1543"/>
                    </a:lnTo>
                    <a:lnTo>
                      <a:pt x="0" y="1543"/>
                    </a:lnTo>
                    <a:lnTo>
                      <a:pt x="0" y="1369"/>
                    </a:lnTo>
                    <a:lnTo>
                      <a:pt x="25" y="1219"/>
                    </a:lnTo>
                    <a:lnTo>
                      <a:pt x="50" y="1070"/>
                    </a:lnTo>
                    <a:lnTo>
                      <a:pt x="100" y="946"/>
                    </a:lnTo>
                    <a:lnTo>
                      <a:pt x="249" y="672"/>
                    </a:lnTo>
                    <a:lnTo>
                      <a:pt x="448" y="448"/>
                    </a:lnTo>
                    <a:lnTo>
                      <a:pt x="672" y="274"/>
                    </a:lnTo>
                    <a:lnTo>
                      <a:pt x="921" y="125"/>
                    </a:lnTo>
                    <a:lnTo>
                      <a:pt x="1070" y="75"/>
                    </a:lnTo>
                    <a:lnTo>
                      <a:pt x="1219" y="50"/>
                    </a:lnTo>
                    <a:lnTo>
                      <a:pt x="1368" y="26"/>
                    </a:lnTo>
                    <a:lnTo>
                      <a:pt x="1518" y="1"/>
                    </a:lnTo>
                    <a:lnTo>
                      <a:pt x="1518" y="1"/>
                    </a:lnTo>
                    <a:lnTo>
                      <a:pt x="1667" y="26"/>
                    </a:lnTo>
                    <a:lnTo>
                      <a:pt x="1816" y="50"/>
                    </a:lnTo>
                    <a:lnTo>
                      <a:pt x="1965" y="75"/>
                    </a:lnTo>
                    <a:lnTo>
                      <a:pt x="2115" y="125"/>
                    </a:lnTo>
                    <a:lnTo>
                      <a:pt x="2363" y="274"/>
                    </a:lnTo>
                    <a:lnTo>
                      <a:pt x="2587" y="448"/>
                    </a:lnTo>
                    <a:lnTo>
                      <a:pt x="2786" y="672"/>
                    </a:lnTo>
                    <a:lnTo>
                      <a:pt x="2910" y="946"/>
                    </a:lnTo>
                    <a:lnTo>
                      <a:pt x="2960" y="1070"/>
                    </a:lnTo>
                    <a:lnTo>
                      <a:pt x="3010" y="1219"/>
                    </a:lnTo>
                    <a:lnTo>
                      <a:pt x="3035" y="1369"/>
                    </a:lnTo>
                    <a:lnTo>
                      <a:pt x="3035" y="1543"/>
                    </a:lnTo>
                    <a:lnTo>
                      <a:pt x="3035" y="1543"/>
                    </a:lnTo>
                    <a:close/>
                  </a:path>
                </a:pathLst>
              </a:custGeom>
              <a:noFill/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3"/>
              <p:cNvSpPr/>
              <p:nvPr/>
            </p:nvSpPr>
            <p:spPr>
              <a:xfrm>
                <a:off x="914113" y="3487786"/>
                <a:ext cx="21" cy="213350"/>
              </a:xfrm>
              <a:custGeom>
                <a:rect b="b" l="l" r="r" t="t"/>
                <a:pathLst>
                  <a:path extrusionOk="0" fill="none" h="10348" w="1">
                    <a:moveTo>
                      <a:pt x="0" y="10347"/>
                    </a:moveTo>
                    <a:lnTo>
                      <a:pt x="0" y="1"/>
                    </a:lnTo>
                  </a:path>
                </a:pathLst>
              </a:custGeom>
              <a:noFill/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3"/>
              <p:cNvSpPr/>
              <p:nvPr/>
            </p:nvSpPr>
            <p:spPr>
              <a:xfrm>
                <a:off x="1088455" y="3216522"/>
                <a:ext cx="126695" cy="484614"/>
              </a:xfrm>
              <a:custGeom>
                <a:rect b="b" l="l" r="r" t="t"/>
                <a:pathLst>
                  <a:path extrusionOk="0" fill="none" h="23505" w="6145">
                    <a:moveTo>
                      <a:pt x="6144" y="23504"/>
                    </a:moveTo>
                    <a:lnTo>
                      <a:pt x="6144" y="11193"/>
                    </a:lnTo>
                    <a:lnTo>
                      <a:pt x="1" y="8059"/>
                    </a:lnTo>
                    <a:lnTo>
                      <a:pt x="1" y="0"/>
                    </a:lnTo>
                  </a:path>
                </a:pathLst>
              </a:custGeom>
              <a:noFill/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" name="Google Shape;159;p13"/>
              <p:cNvSpPr/>
              <p:nvPr/>
            </p:nvSpPr>
            <p:spPr>
              <a:xfrm>
                <a:off x="983326" y="3279591"/>
                <a:ext cx="45668" cy="327695"/>
              </a:xfrm>
              <a:custGeom>
                <a:rect b="b" l="l" r="r" t="t"/>
                <a:pathLst>
                  <a:path extrusionOk="0" fill="none" h="15894" w="2215">
                    <a:moveTo>
                      <a:pt x="2215" y="0"/>
                    </a:moveTo>
                    <a:lnTo>
                      <a:pt x="2215" y="9850"/>
                    </a:lnTo>
                    <a:lnTo>
                      <a:pt x="1" y="11292"/>
                    </a:lnTo>
                    <a:lnTo>
                      <a:pt x="1" y="15894"/>
                    </a:lnTo>
                  </a:path>
                </a:pathLst>
              </a:custGeom>
              <a:noFill/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" name="Google Shape;160;p13"/>
              <p:cNvSpPr/>
              <p:nvPr/>
            </p:nvSpPr>
            <p:spPr>
              <a:xfrm>
                <a:off x="1088455" y="3432923"/>
                <a:ext cx="21" cy="86161"/>
              </a:xfrm>
              <a:custGeom>
                <a:rect b="b" l="l" r="r" t="t"/>
                <a:pathLst>
                  <a:path extrusionOk="0" fill="none" h="4179" w="1">
                    <a:moveTo>
                      <a:pt x="1" y="4179"/>
                    </a:moveTo>
                    <a:lnTo>
                      <a:pt x="1" y="0"/>
                    </a:lnTo>
                  </a:path>
                </a:pathLst>
              </a:custGeom>
              <a:noFill/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3"/>
              <p:cNvSpPr/>
              <p:nvPr/>
            </p:nvSpPr>
            <p:spPr>
              <a:xfrm>
                <a:off x="1181275" y="3341134"/>
                <a:ext cx="21" cy="31297"/>
              </a:xfrm>
              <a:custGeom>
                <a:rect b="b" l="l" r="r" t="t"/>
                <a:pathLst>
                  <a:path extrusionOk="0" fill="none" h="1518" w="1">
                    <a:moveTo>
                      <a:pt x="1" y="0"/>
                    </a:moveTo>
                    <a:lnTo>
                      <a:pt x="1" y="1517"/>
                    </a:lnTo>
                  </a:path>
                </a:pathLst>
              </a:custGeom>
              <a:noFill/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3"/>
              <p:cNvSpPr/>
              <p:nvPr/>
            </p:nvSpPr>
            <p:spPr>
              <a:xfrm>
                <a:off x="3852588" y="3318043"/>
                <a:ext cx="114881" cy="309757"/>
              </a:xfrm>
              <a:custGeom>
                <a:rect b="b" l="l" r="r" t="t"/>
                <a:pathLst>
                  <a:path extrusionOk="0" fill="none" h="15024" w="5572">
                    <a:moveTo>
                      <a:pt x="1" y="15024"/>
                    </a:moveTo>
                    <a:lnTo>
                      <a:pt x="1" y="8134"/>
                    </a:lnTo>
                    <a:lnTo>
                      <a:pt x="5572" y="4975"/>
                    </a:lnTo>
                    <a:lnTo>
                      <a:pt x="5572" y="1"/>
                    </a:lnTo>
                  </a:path>
                </a:pathLst>
              </a:custGeom>
              <a:noFill/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" name="Google Shape;163;p13"/>
              <p:cNvSpPr/>
              <p:nvPr/>
            </p:nvSpPr>
            <p:spPr>
              <a:xfrm>
                <a:off x="3936171" y="3255489"/>
                <a:ext cx="63110" cy="62574"/>
              </a:xfrm>
              <a:custGeom>
                <a:rect b="b" l="l" r="r" t="t"/>
                <a:pathLst>
                  <a:path extrusionOk="0" fill="none" h="3035" w="3061">
                    <a:moveTo>
                      <a:pt x="1" y="1518"/>
                    </a:moveTo>
                    <a:lnTo>
                      <a:pt x="1" y="1518"/>
                    </a:lnTo>
                    <a:lnTo>
                      <a:pt x="1" y="1368"/>
                    </a:lnTo>
                    <a:lnTo>
                      <a:pt x="26" y="1219"/>
                    </a:lnTo>
                    <a:lnTo>
                      <a:pt x="75" y="1070"/>
                    </a:lnTo>
                    <a:lnTo>
                      <a:pt x="125" y="921"/>
                    </a:lnTo>
                    <a:lnTo>
                      <a:pt x="249" y="672"/>
                    </a:lnTo>
                    <a:lnTo>
                      <a:pt x="448" y="448"/>
                    </a:lnTo>
                    <a:lnTo>
                      <a:pt x="672" y="249"/>
                    </a:lnTo>
                    <a:lnTo>
                      <a:pt x="921" y="100"/>
                    </a:lnTo>
                    <a:lnTo>
                      <a:pt x="1070" y="50"/>
                    </a:lnTo>
                    <a:lnTo>
                      <a:pt x="1220" y="25"/>
                    </a:lnTo>
                    <a:lnTo>
                      <a:pt x="1369" y="0"/>
                    </a:lnTo>
                    <a:lnTo>
                      <a:pt x="1518" y="0"/>
                    </a:lnTo>
                    <a:lnTo>
                      <a:pt x="1518" y="0"/>
                    </a:lnTo>
                    <a:lnTo>
                      <a:pt x="1667" y="0"/>
                    </a:lnTo>
                    <a:lnTo>
                      <a:pt x="1841" y="25"/>
                    </a:lnTo>
                    <a:lnTo>
                      <a:pt x="1966" y="50"/>
                    </a:lnTo>
                    <a:lnTo>
                      <a:pt x="2115" y="100"/>
                    </a:lnTo>
                    <a:lnTo>
                      <a:pt x="2364" y="249"/>
                    </a:lnTo>
                    <a:lnTo>
                      <a:pt x="2612" y="448"/>
                    </a:lnTo>
                    <a:lnTo>
                      <a:pt x="2786" y="672"/>
                    </a:lnTo>
                    <a:lnTo>
                      <a:pt x="2936" y="921"/>
                    </a:lnTo>
                    <a:lnTo>
                      <a:pt x="2985" y="1070"/>
                    </a:lnTo>
                    <a:lnTo>
                      <a:pt x="3010" y="1219"/>
                    </a:lnTo>
                    <a:lnTo>
                      <a:pt x="3035" y="1368"/>
                    </a:lnTo>
                    <a:lnTo>
                      <a:pt x="3060" y="1518"/>
                    </a:lnTo>
                    <a:lnTo>
                      <a:pt x="3060" y="1518"/>
                    </a:lnTo>
                    <a:lnTo>
                      <a:pt x="3035" y="1667"/>
                    </a:lnTo>
                    <a:lnTo>
                      <a:pt x="3010" y="1816"/>
                    </a:lnTo>
                    <a:lnTo>
                      <a:pt x="2985" y="1965"/>
                    </a:lnTo>
                    <a:lnTo>
                      <a:pt x="2936" y="2115"/>
                    </a:lnTo>
                    <a:lnTo>
                      <a:pt x="2786" y="2363"/>
                    </a:lnTo>
                    <a:lnTo>
                      <a:pt x="2612" y="2587"/>
                    </a:lnTo>
                    <a:lnTo>
                      <a:pt x="2364" y="2786"/>
                    </a:lnTo>
                    <a:lnTo>
                      <a:pt x="2115" y="2910"/>
                    </a:lnTo>
                    <a:lnTo>
                      <a:pt x="1966" y="2985"/>
                    </a:lnTo>
                    <a:lnTo>
                      <a:pt x="1841" y="3010"/>
                    </a:lnTo>
                    <a:lnTo>
                      <a:pt x="1667" y="3035"/>
                    </a:lnTo>
                    <a:lnTo>
                      <a:pt x="1518" y="3035"/>
                    </a:lnTo>
                    <a:lnTo>
                      <a:pt x="1518" y="3035"/>
                    </a:lnTo>
                    <a:lnTo>
                      <a:pt x="1369" y="3035"/>
                    </a:lnTo>
                    <a:lnTo>
                      <a:pt x="1220" y="3010"/>
                    </a:lnTo>
                    <a:lnTo>
                      <a:pt x="1070" y="2985"/>
                    </a:lnTo>
                    <a:lnTo>
                      <a:pt x="921" y="2910"/>
                    </a:lnTo>
                    <a:lnTo>
                      <a:pt x="672" y="2786"/>
                    </a:lnTo>
                    <a:lnTo>
                      <a:pt x="448" y="2587"/>
                    </a:lnTo>
                    <a:lnTo>
                      <a:pt x="249" y="2363"/>
                    </a:lnTo>
                    <a:lnTo>
                      <a:pt x="125" y="2115"/>
                    </a:lnTo>
                    <a:lnTo>
                      <a:pt x="75" y="1965"/>
                    </a:lnTo>
                    <a:lnTo>
                      <a:pt x="26" y="1816"/>
                    </a:lnTo>
                    <a:lnTo>
                      <a:pt x="1" y="1667"/>
                    </a:lnTo>
                    <a:lnTo>
                      <a:pt x="1" y="1518"/>
                    </a:lnTo>
                    <a:lnTo>
                      <a:pt x="1" y="1518"/>
                    </a:lnTo>
                    <a:close/>
                  </a:path>
                </a:pathLst>
              </a:custGeom>
              <a:noFill/>
              <a:ln cap="rnd" cmpd="sng" w="23625">
                <a:solidFill>
                  <a:srgbClr val="B1B2B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" name="Google Shape;164;p13"/>
              <p:cNvSpPr/>
              <p:nvPr/>
            </p:nvSpPr>
            <p:spPr>
              <a:xfrm>
                <a:off x="3780282" y="3578545"/>
                <a:ext cx="21" cy="132839"/>
              </a:xfrm>
              <a:custGeom>
                <a:rect b="b" l="l" r="r" t="t"/>
                <a:pathLst>
                  <a:path extrusionOk="0" fill="none" h="6443" w="1">
                    <a:moveTo>
                      <a:pt x="1" y="6443"/>
                    </a:moveTo>
                    <a:lnTo>
                      <a:pt x="1" y="1"/>
                    </a:lnTo>
                  </a:path>
                </a:pathLst>
              </a:custGeom>
              <a:noFill/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3"/>
              <p:cNvSpPr/>
              <p:nvPr/>
            </p:nvSpPr>
            <p:spPr>
              <a:xfrm>
                <a:off x="3700286" y="3391379"/>
                <a:ext cx="20535" cy="562054"/>
              </a:xfrm>
              <a:custGeom>
                <a:rect b="b" l="l" r="r" t="t"/>
                <a:pathLst>
                  <a:path extrusionOk="0" fill="none" h="27261" w="996">
                    <a:moveTo>
                      <a:pt x="995" y="27261"/>
                    </a:moveTo>
                    <a:lnTo>
                      <a:pt x="995" y="9079"/>
                    </a:lnTo>
                    <a:lnTo>
                      <a:pt x="1" y="8333"/>
                    </a:lnTo>
                    <a:lnTo>
                      <a:pt x="1" y="1"/>
                    </a:lnTo>
                  </a:path>
                </a:pathLst>
              </a:custGeom>
              <a:noFill/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3"/>
              <p:cNvSpPr/>
              <p:nvPr/>
            </p:nvSpPr>
            <p:spPr>
              <a:xfrm>
                <a:off x="3898750" y="3365236"/>
                <a:ext cx="21" cy="94366"/>
              </a:xfrm>
              <a:custGeom>
                <a:rect b="b" l="l" r="r" t="t"/>
                <a:pathLst>
                  <a:path extrusionOk="0" fill="none" h="4577" w="1">
                    <a:moveTo>
                      <a:pt x="0" y="4577"/>
                    </a:moveTo>
                    <a:lnTo>
                      <a:pt x="0" y="0"/>
                    </a:lnTo>
                  </a:path>
                </a:pathLst>
              </a:custGeom>
              <a:noFill/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3"/>
              <p:cNvSpPr/>
              <p:nvPr/>
            </p:nvSpPr>
            <p:spPr>
              <a:xfrm>
                <a:off x="3841825" y="3629841"/>
                <a:ext cx="10783" cy="190258"/>
              </a:xfrm>
              <a:custGeom>
                <a:rect b="b" l="l" r="r" t="t"/>
                <a:pathLst>
                  <a:path extrusionOk="0" fill="none" h="9228" w="523">
                    <a:moveTo>
                      <a:pt x="523" y="0"/>
                    </a:moveTo>
                    <a:lnTo>
                      <a:pt x="0" y="373"/>
                    </a:lnTo>
                    <a:lnTo>
                      <a:pt x="0" y="9228"/>
                    </a:lnTo>
                  </a:path>
                </a:pathLst>
              </a:custGeom>
              <a:noFill/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3"/>
              <p:cNvSpPr/>
              <p:nvPr/>
            </p:nvSpPr>
            <p:spPr>
              <a:xfrm>
                <a:off x="3749005" y="3459582"/>
                <a:ext cx="63090" cy="63090"/>
              </a:xfrm>
              <a:custGeom>
                <a:rect b="b" l="l" r="r" t="t"/>
                <a:pathLst>
                  <a:path extrusionOk="0" fill="none" h="3060" w="3060">
                    <a:moveTo>
                      <a:pt x="0" y="1543"/>
                    </a:moveTo>
                    <a:lnTo>
                      <a:pt x="0" y="1543"/>
                    </a:lnTo>
                    <a:lnTo>
                      <a:pt x="0" y="1369"/>
                    </a:lnTo>
                    <a:lnTo>
                      <a:pt x="25" y="1219"/>
                    </a:lnTo>
                    <a:lnTo>
                      <a:pt x="75" y="1070"/>
                    </a:lnTo>
                    <a:lnTo>
                      <a:pt x="125" y="946"/>
                    </a:lnTo>
                    <a:lnTo>
                      <a:pt x="249" y="672"/>
                    </a:lnTo>
                    <a:lnTo>
                      <a:pt x="448" y="448"/>
                    </a:lnTo>
                    <a:lnTo>
                      <a:pt x="672" y="274"/>
                    </a:lnTo>
                    <a:lnTo>
                      <a:pt x="921" y="125"/>
                    </a:lnTo>
                    <a:lnTo>
                      <a:pt x="1070" y="75"/>
                    </a:lnTo>
                    <a:lnTo>
                      <a:pt x="1219" y="50"/>
                    </a:lnTo>
                    <a:lnTo>
                      <a:pt x="1368" y="25"/>
                    </a:lnTo>
                    <a:lnTo>
                      <a:pt x="1518" y="1"/>
                    </a:lnTo>
                    <a:lnTo>
                      <a:pt x="1518" y="1"/>
                    </a:lnTo>
                    <a:lnTo>
                      <a:pt x="1692" y="25"/>
                    </a:lnTo>
                    <a:lnTo>
                      <a:pt x="1841" y="50"/>
                    </a:lnTo>
                    <a:lnTo>
                      <a:pt x="1990" y="75"/>
                    </a:lnTo>
                    <a:lnTo>
                      <a:pt x="2115" y="125"/>
                    </a:lnTo>
                    <a:lnTo>
                      <a:pt x="2388" y="274"/>
                    </a:lnTo>
                    <a:lnTo>
                      <a:pt x="2612" y="448"/>
                    </a:lnTo>
                    <a:lnTo>
                      <a:pt x="2786" y="672"/>
                    </a:lnTo>
                    <a:lnTo>
                      <a:pt x="2935" y="946"/>
                    </a:lnTo>
                    <a:lnTo>
                      <a:pt x="2985" y="1070"/>
                    </a:lnTo>
                    <a:lnTo>
                      <a:pt x="3010" y="1219"/>
                    </a:lnTo>
                    <a:lnTo>
                      <a:pt x="3035" y="1369"/>
                    </a:lnTo>
                    <a:lnTo>
                      <a:pt x="3060" y="1543"/>
                    </a:lnTo>
                    <a:lnTo>
                      <a:pt x="3060" y="1543"/>
                    </a:lnTo>
                    <a:lnTo>
                      <a:pt x="3035" y="1692"/>
                    </a:lnTo>
                    <a:lnTo>
                      <a:pt x="3010" y="1841"/>
                    </a:lnTo>
                    <a:lnTo>
                      <a:pt x="2985" y="1990"/>
                    </a:lnTo>
                    <a:lnTo>
                      <a:pt x="2935" y="2140"/>
                    </a:lnTo>
                    <a:lnTo>
                      <a:pt x="2786" y="2388"/>
                    </a:lnTo>
                    <a:lnTo>
                      <a:pt x="2612" y="2612"/>
                    </a:lnTo>
                    <a:lnTo>
                      <a:pt x="2388" y="2811"/>
                    </a:lnTo>
                    <a:lnTo>
                      <a:pt x="2115" y="2936"/>
                    </a:lnTo>
                    <a:lnTo>
                      <a:pt x="1990" y="2985"/>
                    </a:lnTo>
                    <a:lnTo>
                      <a:pt x="1841" y="3035"/>
                    </a:lnTo>
                    <a:lnTo>
                      <a:pt x="1692" y="3060"/>
                    </a:lnTo>
                    <a:lnTo>
                      <a:pt x="1518" y="3060"/>
                    </a:lnTo>
                    <a:lnTo>
                      <a:pt x="1518" y="3060"/>
                    </a:lnTo>
                    <a:lnTo>
                      <a:pt x="1368" y="3060"/>
                    </a:lnTo>
                    <a:lnTo>
                      <a:pt x="1219" y="3035"/>
                    </a:lnTo>
                    <a:lnTo>
                      <a:pt x="1070" y="2985"/>
                    </a:lnTo>
                    <a:lnTo>
                      <a:pt x="921" y="2936"/>
                    </a:lnTo>
                    <a:lnTo>
                      <a:pt x="672" y="2811"/>
                    </a:lnTo>
                    <a:lnTo>
                      <a:pt x="448" y="2612"/>
                    </a:lnTo>
                    <a:lnTo>
                      <a:pt x="249" y="2388"/>
                    </a:lnTo>
                    <a:lnTo>
                      <a:pt x="125" y="2140"/>
                    </a:lnTo>
                    <a:lnTo>
                      <a:pt x="75" y="1990"/>
                    </a:lnTo>
                    <a:lnTo>
                      <a:pt x="25" y="1841"/>
                    </a:lnTo>
                    <a:lnTo>
                      <a:pt x="0" y="1692"/>
                    </a:lnTo>
                    <a:lnTo>
                      <a:pt x="0" y="1543"/>
                    </a:lnTo>
                    <a:lnTo>
                      <a:pt x="0" y="1543"/>
                    </a:lnTo>
                    <a:close/>
                  </a:path>
                </a:pathLst>
              </a:custGeom>
              <a:noFill/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" name="Google Shape;169;p13"/>
              <p:cNvSpPr/>
              <p:nvPr/>
            </p:nvSpPr>
            <p:spPr>
              <a:xfrm>
                <a:off x="3599776" y="3358556"/>
                <a:ext cx="21" cy="94387"/>
              </a:xfrm>
              <a:custGeom>
                <a:rect b="b" l="l" r="r" t="t"/>
                <a:pathLst>
                  <a:path extrusionOk="0" fill="none" h="4578" w="1">
                    <a:moveTo>
                      <a:pt x="1" y="4577"/>
                    </a:moveTo>
                    <a:lnTo>
                      <a:pt x="1" y="1"/>
                    </a:lnTo>
                  </a:path>
                </a:pathLst>
              </a:custGeom>
              <a:noFill/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" name="Google Shape;170;p13"/>
              <p:cNvSpPr/>
              <p:nvPr/>
            </p:nvSpPr>
            <p:spPr>
              <a:xfrm>
                <a:off x="3660288" y="3659056"/>
                <a:ext cx="21" cy="52327"/>
              </a:xfrm>
              <a:custGeom>
                <a:rect b="b" l="l" r="r" t="t"/>
                <a:pathLst>
                  <a:path extrusionOk="0" fill="none" h="2538" w="1">
                    <a:moveTo>
                      <a:pt x="0" y="2538"/>
                    </a:moveTo>
                    <a:lnTo>
                      <a:pt x="0" y="1"/>
                    </a:lnTo>
                  </a:path>
                </a:pathLst>
              </a:custGeom>
              <a:noFill/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3"/>
              <p:cNvSpPr/>
              <p:nvPr/>
            </p:nvSpPr>
            <p:spPr>
              <a:xfrm>
                <a:off x="3602333" y="3524197"/>
                <a:ext cx="57976" cy="91810"/>
              </a:xfrm>
              <a:custGeom>
                <a:rect b="b" l="l" r="r" t="t"/>
                <a:pathLst>
                  <a:path extrusionOk="0" fill="none" h="4453" w="2812">
                    <a:moveTo>
                      <a:pt x="2811" y="4453"/>
                    </a:moveTo>
                    <a:lnTo>
                      <a:pt x="1" y="3458"/>
                    </a:lnTo>
                    <a:lnTo>
                      <a:pt x="1" y="0"/>
                    </a:lnTo>
                  </a:path>
                </a:pathLst>
              </a:custGeom>
              <a:noFill/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3"/>
              <p:cNvSpPr/>
              <p:nvPr/>
            </p:nvSpPr>
            <p:spPr>
              <a:xfrm>
                <a:off x="457209" y="2634985"/>
                <a:ext cx="509232" cy="862574"/>
              </a:xfrm>
              <a:custGeom>
                <a:rect b="b" l="l" r="r" t="t"/>
                <a:pathLst>
                  <a:path extrusionOk="0" h="41837" w="24699">
                    <a:moveTo>
                      <a:pt x="1890" y="1"/>
                    </a:moveTo>
                    <a:lnTo>
                      <a:pt x="1666" y="50"/>
                    </a:lnTo>
                    <a:lnTo>
                      <a:pt x="1467" y="100"/>
                    </a:lnTo>
                    <a:lnTo>
                      <a:pt x="1268" y="175"/>
                    </a:lnTo>
                    <a:lnTo>
                      <a:pt x="1094" y="249"/>
                    </a:lnTo>
                    <a:lnTo>
                      <a:pt x="920" y="349"/>
                    </a:lnTo>
                    <a:lnTo>
                      <a:pt x="746" y="473"/>
                    </a:lnTo>
                    <a:lnTo>
                      <a:pt x="597" y="623"/>
                    </a:lnTo>
                    <a:lnTo>
                      <a:pt x="473" y="772"/>
                    </a:lnTo>
                    <a:lnTo>
                      <a:pt x="348" y="921"/>
                    </a:lnTo>
                    <a:lnTo>
                      <a:pt x="249" y="1095"/>
                    </a:lnTo>
                    <a:lnTo>
                      <a:pt x="149" y="1294"/>
                    </a:lnTo>
                    <a:lnTo>
                      <a:pt x="99" y="1468"/>
                    </a:lnTo>
                    <a:lnTo>
                      <a:pt x="25" y="1692"/>
                    </a:lnTo>
                    <a:lnTo>
                      <a:pt x="0" y="1891"/>
                    </a:lnTo>
                    <a:lnTo>
                      <a:pt x="0" y="2115"/>
                    </a:lnTo>
                    <a:lnTo>
                      <a:pt x="0" y="39722"/>
                    </a:lnTo>
                    <a:lnTo>
                      <a:pt x="0" y="39946"/>
                    </a:lnTo>
                    <a:lnTo>
                      <a:pt x="25" y="40145"/>
                    </a:lnTo>
                    <a:lnTo>
                      <a:pt x="99" y="40369"/>
                    </a:lnTo>
                    <a:lnTo>
                      <a:pt x="149" y="40543"/>
                    </a:lnTo>
                    <a:lnTo>
                      <a:pt x="249" y="40742"/>
                    </a:lnTo>
                    <a:lnTo>
                      <a:pt x="348" y="40916"/>
                    </a:lnTo>
                    <a:lnTo>
                      <a:pt x="473" y="41065"/>
                    </a:lnTo>
                    <a:lnTo>
                      <a:pt x="597" y="41214"/>
                    </a:lnTo>
                    <a:lnTo>
                      <a:pt x="746" y="41364"/>
                    </a:lnTo>
                    <a:lnTo>
                      <a:pt x="920" y="41463"/>
                    </a:lnTo>
                    <a:lnTo>
                      <a:pt x="1094" y="41587"/>
                    </a:lnTo>
                    <a:lnTo>
                      <a:pt x="1268" y="41662"/>
                    </a:lnTo>
                    <a:lnTo>
                      <a:pt x="1467" y="41737"/>
                    </a:lnTo>
                    <a:lnTo>
                      <a:pt x="1666" y="41786"/>
                    </a:lnTo>
                    <a:lnTo>
                      <a:pt x="1890" y="41811"/>
                    </a:lnTo>
                    <a:lnTo>
                      <a:pt x="2089" y="41836"/>
                    </a:lnTo>
                    <a:lnTo>
                      <a:pt x="22609" y="41836"/>
                    </a:lnTo>
                    <a:lnTo>
                      <a:pt x="22808" y="41811"/>
                    </a:lnTo>
                    <a:lnTo>
                      <a:pt x="23032" y="41786"/>
                    </a:lnTo>
                    <a:lnTo>
                      <a:pt x="23231" y="41737"/>
                    </a:lnTo>
                    <a:lnTo>
                      <a:pt x="23430" y="41662"/>
                    </a:lnTo>
                    <a:lnTo>
                      <a:pt x="23604" y="41587"/>
                    </a:lnTo>
                    <a:lnTo>
                      <a:pt x="23778" y="41463"/>
                    </a:lnTo>
                    <a:lnTo>
                      <a:pt x="23927" y="41364"/>
                    </a:lnTo>
                    <a:lnTo>
                      <a:pt x="24076" y="41214"/>
                    </a:lnTo>
                    <a:lnTo>
                      <a:pt x="24226" y="41065"/>
                    </a:lnTo>
                    <a:lnTo>
                      <a:pt x="24350" y="40916"/>
                    </a:lnTo>
                    <a:lnTo>
                      <a:pt x="24449" y="40742"/>
                    </a:lnTo>
                    <a:lnTo>
                      <a:pt x="24549" y="40543"/>
                    </a:lnTo>
                    <a:lnTo>
                      <a:pt x="24599" y="40369"/>
                    </a:lnTo>
                    <a:lnTo>
                      <a:pt x="24673" y="40145"/>
                    </a:lnTo>
                    <a:lnTo>
                      <a:pt x="24698" y="39946"/>
                    </a:lnTo>
                    <a:lnTo>
                      <a:pt x="24698" y="39722"/>
                    </a:lnTo>
                    <a:lnTo>
                      <a:pt x="24698" y="2115"/>
                    </a:lnTo>
                    <a:lnTo>
                      <a:pt x="24698" y="1891"/>
                    </a:lnTo>
                    <a:lnTo>
                      <a:pt x="24673" y="1692"/>
                    </a:lnTo>
                    <a:lnTo>
                      <a:pt x="24599" y="1468"/>
                    </a:lnTo>
                    <a:lnTo>
                      <a:pt x="24549" y="1294"/>
                    </a:lnTo>
                    <a:lnTo>
                      <a:pt x="24449" y="1095"/>
                    </a:lnTo>
                    <a:lnTo>
                      <a:pt x="24350" y="921"/>
                    </a:lnTo>
                    <a:lnTo>
                      <a:pt x="24226" y="772"/>
                    </a:lnTo>
                    <a:lnTo>
                      <a:pt x="24076" y="623"/>
                    </a:lnTo>
                    <a:lnTo>
                      <a:pt x="23927" y="473"/>
                    </a:lnTo>
                    <a:lnTo>
                      <a:pt x="23778" y="349"/>
                    </a:lnTo>
                    <a:lnTo>
                      <a:pt x="23604" y="249"/>
                    </a:lnTo>
                    <a:lnTo>
                      <a:pt x="23430" y="175"/>
                    </a:lnTo>
                    <a:lnTo>
                      <a:pt x="23231" y="100"/>
                    </a:lnTo>
                    <a:lnTo>
                      <a:pt x="23032" y="50"/>
                    </a:lnTo>
                    <a:lnTo>
                      <a:pt x="22808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3"/>
              <p:cNvSpPr/>
              <p:nvPr/>
            </p:nvSpPr>
            <p:spPr>
              <a:xfrm>
                <a:off x="480795" y="2698569"/>
                <a:ext cx="462059" cy="688728"/>
              </a:xfrm>
              <a:custGeom>
                <a:rect b="b" l="l" r="r" t="t"/>
                <a:pathLst>
                  <a:path extrusionOk="0" h="33405" w="22411">
                    <a:moveTo>
                      <a:pt x="0" y="1"/>
                    </a:moveTo>
                    <a:lnTo>
                      <a:pt x="0" y="33405"/>
                    </a:lnTo>
                    <a:lnTo>
                      <a:pt x="22410" y="33405"/>
                    </a:lnTo>
                    <a:lnTo>
                      <a:pt x="2241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" name="Google Shape;174;p13"/>
              <p:cNvSpPr/>
              <p:nvPr/>
            </p:nvSpPr>
            <p:spPr>
              <a:xfrm>
                <a:off x="480795" y="2698569"/>
                <a:ext cx="12824" cy="688728"/>
              </a:xfrm>
              <a:custGeom>
                <a:rect b="b" l="l" r="r" t="t"/>
                <a:pathLst>
                  <a:path extrusionOk="0" h="33405" w="622">
                    <a:moveTo>
                      <a:pt x="0" y="1"/>
                    </a:moveTo>
                    <a:lnTo>
                      <a:pt x="0" y="33405"/>
                    </a:lnTo>
                    <a:lnTo>
                      <a:pt x="622" y="33405"/>
                    </a:lnTo>
                    <a:lnTo>
                      <a:pt x="622" y="1"/>
                    </a:ln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" name="Google Shape;175;p13"/>
              <p:cNvSpPr/>
              <p:nvPr/>
            </p:nvSpPr>
            <p:spPr>
              <a:xfrm>
                <a:off x="480795" y="2698569"/>
                <a:ext cx="462059" cy="688728"/>
              </a:xfrm>
              <a:custGeom>
                <a:rect b="b" l="l" r="r" t="t"/>
                <a:pathLst>
                  <a:path extrusionOk="0" h="33405" w="22411">
                    <a:moveTo>
                      <a:pt x="0" y="1"/>
                    </a:moveTo>
                    <a:lnTo>
                      <a:pt x="0" y="33405"/>
                    </a:lnTo>
                    <a:lnTo>
                      <a:pt x="22410" y="33405"/>
                    </a:lnTo>
                    <a:lnTo>
                      <a:pt x="2241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3"/>
              <p:cNvSpPr/>
              <p:nvPr/>
            </p:nvSpPr>
            <p:spPr>
              <a:xfrm>
                <a:off x="663858" y="2667292"/>
                <a:ext cx="95913" cy="9773"/>
              </a:xfrm>
              <a:custGeom>
                <a:rect b="b" l="l" r="r" t="t"/>
                <a:pathLst>
                  <a:path extrusionOk="0" h="474" w="4652">
                    <a:moveTo>
                      <a:pt x="1" y="1"/>
                    </a:moveTo>
                    <a:lnTo>
                      <a:pt x="1" y="473"/>
                    </a:lnTo>
                    <a:lnTo>
                      <a:pt x="4652" y="473"/>
                    </a:lnTo>
                    <a:lnTo>
                      <a:pt x="465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3"/>
              <p:cNvSpPr/>
              <p:nvPr/>
            </p:nvSpPr>
            <p:spPr>
              <a:xfrm>
                <a:off x="710515" y="3014470"/>
                <a:ext cx="21" cy="21"/>
              </a:xfrm>
              <a:custGeom>
                <a:rect b="b" l="l" r="r" t="t"/>
                <a:pathLst>
                  <a:path extrusionOk="0" h="1" w="1">
                    <a:moveTo>
                      <a:pt x="1" y="0"/>
                    </a:move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DBF1F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" name="Google Shape;178;p13"/>
              <p:cNvSpPr/>
              <p:nvPr/>
            </p:nvSpPr>
            <p:spPr>
              <a:xfrm>
                <a:off x="710515" y="3014470"/>
                <a:ext cx="21" cy="21"/>
              </a:xfrm>
              <a:custGeom>
                <a:rect b="b" l="l" r="r" t="t"/>
                <a:pathLst>
                  <a:path extrusionOk="0" fill="none" h="1" w="1">
                    <a:moveTo>
                      <a:pt x="1" y="0"/>
                    </a:move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" name="Google Shape;179;p13"/>
              <p:cNvSpPr/>
              <p:nvPr/>
            </p:nvSpPr>
            <p:spPr>
              <a:xfrm>
                <a:off x="664889" y="3122671"/>
                <a:ext cx="93851" cy="138983"/>
              </a:xfrm>
              <a:custGeom>
                <a:rect b="b" l="l" r="r" t="t"/>
                <a:pathLst>
                  <a:path extrusionOk="0" h="6741" w="4552">
                    <a:moveTo>
                      <a:pt x="2264" y="697"/>
                    </a:moveTo>
                    <a:lnTo>
                      <a:pt x="2488" y="722"/>
                    </a:lnTo>
                    <a:lnTo>
                      <a:pt x="2662" y="771"/>
                    </a:lnTo>
                    <a:lnTo>
                      <a:pt x="2836" y="871"/>
                    </a:lnTo>
                    <a:lnTo>
                      <a:pt x="2985" y="995"/>
                    </a:lnTo>
                    <a:lnTo>
                      <a:pt x="3109" y="1145"/>
                    </a:lnTo>
                    <a:lnTo>
                      <a:pt x="3209" y="1294"/>
                    </a:lnTo>
                    <a:lnTo>
                      <a:pt x="3259" y="1493"/>
                    </a:lnTo>
                    <a:lnTo>
                      <a:pt x="3283" y="1692"/>
                    </a:lnTo>
                    <a:lnTo>
                      <a:pt x="3283" y="3234"/>
                    </a:lnTo>
                    <a:lnTo>
                      <a:pt x="1269" y="3234"/>
                    </a:lnTo>
                    <a:lnTo>
                      <a:pt x="1269" y="1692"/>
                    </a:lnTo>
                    <a:lnTo>
                      <a:pt x="1294" y="1493"/>
                    </a:lnTo>
                    <a:lnTo>
                      <a:pt x="1343" y="1294"/>
                    </a:lnTo>
                    <a:lnTo>
                      <a:pt x="1443" y="1145"/>
                    </a:lnTo>
                    <a:lnTo>
                      <a:pt x="1567" y="995"/>
                    </a:lnTo>
                    <a:lnTo>
                      <a:pt x="1716" y="871"/>
                    </a:lnTo>
                    <a:lnTo>
                      <a:pt x="1891" y="771"/>
                    </a:lnTo>
                    <a:lnTo>
                      <a:pt x="2065" y="722"/>
                    </a:lnTo>
                    <a:lnTo>
                      <a:pt x="2264" y="697"/>
                    </a:lnTo>
                    <a:close/>
                    <a:moveTo>
                      <a:pt x="2114" y="0"/>
                    </a:moveTo>
                    <a:lnTo>
                      <a:pt x="1940" y="25"/>
                    </a:lnTo>
                    <a:lnTo>
                      <a:pt x="1766" y="75"/>
                    </a:lnTo>
                    <a:lnTo>
                      <a:pt x="1617" y="125"/>
                    </a:lnTo>
                    <a:lnTo>
                      <a:pt x="1468" y="199"/>
                    </a:lnTo>
                    <a:lnTo>
                      <a:pt x="1319" y="299"/>
                    </a:lnTo>
                    <a:lnTo>
                      <a:pt x="1194" y="398"/>
                    </a:lnTo>
                    <a:lnTo>
                      <a:pt x="1070" y="498"/>
                    </a:lnTo>
                    <a:lnTo>
                      <a:pt x="970" y="622"/>
                    </a:lnTo>
                    <a:lnTo>
                      <a:pt x="871" y="747"/>
                    </a:lnTo>
                    <a:lnTo>
                      <a:pt x="796" y="896"/>
                    </a:lnTo>
                    <a:lnTo>
                      <a:pt x="722" y="1045"/>
                    </a:lnTo>
                    <a:lnTo>
                      <a:pt x="672" y="1194"/>
                    </a:lnTo>
                    <a:lnTo>
                      <a:pt x="622" y="1344"/>
                    </a:lnTo>
                    <a:lnTo>
                      <a:pt x="597" y="1518"/>
                    </a:lnTo>
                    <a:lnTo>
                      <a:pt x="572" y="1692"/>
                    </a:lnTo>
                    <a:lnTo>
                      <a:pt x="572" y="3234"/>
                    </a:lnTo>
                    <a:lnTo>
                      <a:pt x="0" y="3234"/>
                    </a:lnTo>
                    <a:lnTo>
                      <a:pt x="0" y="6741"/>
                    </a:lnTo>
                    <a:lnTo>
                      <a:pt x="4552" y="6741"/>
                    </a:lnTo>
                    <a:lnTo>
                      <a:pt x="4552" y="3234"/>
                    </a:lnTo>
                    <a:lnTo>
                      <a:pt x="3955" y="3234"/>
                    </a:lnTo>
                    <a:lnTo>
                      <a:pt x="3955" y="1692"/>
                    </a:lnTo>
                    <a:lnTo>
                      <a:pt x="3955" y="1518"/>
                    </a:lnTo>
                    <a:lnTo>
                      <a:pt x="3930" y="1344"/>
                    </a:lnTo>
                    <a:lnTo>
                      <a:pt x="3880" y="1194"/>
                    </a:lnTo>
                    <a:lnTo>
                      <a:pt x="3831" y="1045"/>
                    </a:lnTo>
                    <a:lnTo>
                      <a:pt x="3756" y="896"/>
                    </a:lnTo>
                    <a:lnTo>
                      <a:pt x="3681" y="747"/>
                    </a:lnTo>
                    <a:lnTo>
                      <a:pt x="3582" y="622"/>
                    </a:lnTo>
                    <a:lnTo>
                      <a:pt x="3482" y="498"/>
                    </a:lnTo>
                    <a:lnTo>
                      <a:pt x="3358" y="398"/>
                    </a:lnTo>
                    <a:lnTo>
                      <a:pt x="3209" y="299"/>
                    </a:lnTo>
                    <a:lnTo>
                      <a:pt x="3084" y="199"/>
                    </a:lnTo>
                    <a:lnTo>
                      <a:pt x="2935" y="125"/>
                    </a:lnTo>
                    <a:lnTo>
                      <a:pt x="2786" y="75"/>
                    </a:lnTo>
                    <a:lnTo>
                      <a:pt x="2612" y="25"/>
                    </a:lnTo>
                    <a:lnTo>
                      <a:pt x="2438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3"/>
              <p:cNvSpPr/>
              <p:nvPr/>
            </p:nvSpPr>
            <p:spPr>
              <a:xfrm>
                <a:off x="3956576" y="1796038"/>
                <a:ext cx="478986" cy="312829"/>
              </a:xfrm>
              <a:custGeom>
                <a:rect b="b" l="l" r="r" t="t"/>
                <a:pathLst>
                  <a:path extrusionOk="0" h="15173" w="23232">
                    <a:moveTo>
                      <a:pt x="1" y="0"/>
                    </a:moveTo>
                    <a:lnTo>
                      <a:pt x="1" y="15173"/>
                    </a:lnTo>
                    <a:lnTo>
                      <a:pt x="23231" y="15173"/>
                    </a:lnTo>
                    <a:lnTo>
                      <a:pt x="23231" y="0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3"/>
              <p:cNvSpPr/>
              <p:nvPr/>
            </p:nvSpPr>
            <p:spPr>
              <a:xfrm>
                <a:off x="3956576" y="1796038"/>
                <a:ext cx="478986" cy="144116"/>
              </a:xfrm>
              <a:custGeom>
                <a:rect b="b" l="l" r="r" t="t"/>
                <a:pathLst>
                  <a:path extrusionOk="0" h="6990" w="23232">
                    <a:moveTo>
                      <a:pt x="1" y="0"/>
                    </a:moveTo>
                    <a:lnTo>
                      <a:pt x="11616" y="6990"/>
                    </a:lnTo>
                    <a:lnTo>
                      <a:pt x="2323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3"/>
              <p:cNvSpPr/>
              <p:nvPr/>
            </p:nvSpPr>
            <p:spPr>
              <a:xfrm>
                <a:off x="4100781" y="3340103"/>
                <a:ext cx="241039" cy="227700"/>
              </a:xfrm>
              <a:custGeom>
                <a:rect b="b" l="l" r="r" t="t"/>
                <a:pathLst>
                  <a:path extrusionOk="0" h="11044" w="11691">
                    <a:moveTo>
                      <a:pt x="1" y="0"/>
                    </a:moveTo>
                    <a:lnTo>
                      <a:pt x="1" y="11044"/>
                    </a:lnTo>
                    <a:lnTo>
                      <a:pt x="11691" y="11044"/>
                    </a:lnTo>
                    <a:lnTo>
                      <a:pt x="1169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3"/>
              <p:cNvSpPr/>
              <p:nvPr/>
            </p:nvSpPr>
            <p:spPr>
              <a:xfrm>
                <a:off x="4001302" y="3559061"/>
                <a:ext cx="439998" cy="21050"/>
              </a:xfrm>
              <a:custGeom>
                <a:rect b="b" l="l" r="r" t="t"/>
                <a:pathLst>
                  <a:path extrusionOk="0" h="1021" w="21341">
                    <a:moveTo>
                      <a:pt x="1" y="1"/>
                    </a:moveTo>
                    <a:lnTo>
                      <a:pt x="1" y="1021"/>
                    </a:lnTo>
                    <a:lnTo>
                      <a:pt x="21341" y="1021"/>
                    </a:lnTo>
                    <a:lnTo>
                      <a:pt x="2134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" name="Google Shape;184;p13"/>
              <p:cNvSpPr/>
              <p:nvPr/>
            </p:nvSpPr>
            <p:spPr>
              <a:xfrm>
                <a:off x="3599776" y="2531918"/>
                <a:ext cx="1243050" cy="830246"/>
              </a:xfrm>
              <a:custGeom>
                <a:rect b="b" l="l" r="r" t="t"/>
                <a:pathLst>
                  <a:path extrusionOk="0" h="40269" w="60291">
                    <a:moveTo>
                      <a:pt x="971" y="0"/>
                    </a:moveTo>
                    <a:lnTo>
                      <a:pt x="772" y="25"/>
                    </a:lnTo>
                    <a:lnTo>
                      <a:pt x="597" y="75"/>
                    </a:lnTo>
                    <a:lnTo>
                      <a:pt x="423" y="174"/>
                    </a:lnTo>
                    <a:lnTo>
                      <a:pt x="299" y="274"/>
                    </a:lnTo>
                    <a:lnTo>
                      <a:pt x="175" y="423"/>
                    </a:lnTo>
                    <a:lnTo>
                      <a:pt x="75" y="597"/>
                    </a:lnTo>
                    <a:lnTo>
                      <a:pt x="25" y="771"/>
                    </a:lnTo>
                    <a:lnTo>
                      <a:pt x="1" y="970"/>
                    </a:lnTo>
                    <a:lnTo>
                      <a:pt x="1" y="39299"/>
                    </a:lnTo>
                    <a:lnTo>
                      <a:pt x="25" y="39498"/>
                    </a:lnTo>
                    <a:lnTo>
                      <a:pt x="75" y="39672"/>
                    </a:lnTo>
                    <a:lnTo>
                      <a:pt x="175" y="39846"/>
                    </a:lnTo>
                    <a:lnTo>
                      <a:pt x="299" y="39995"/>
                    </a:lnTo>
                    <a:lnTo>
                      <a:pt x="423" y="40095"/>
                    </a:lnTo>
                    <a:lnTo>
                      <a:pt x="597" y="40194"/>
                    </a:lnTo>
                    <a:lnTo>
                      <a:pt x="772" y="40244"/>
                    </a:lnTo>
                    <a:lnTo>
                      <a:pt x="971" y="40269"/>
                    </a:lnTo>
                    <a:lnTo>
                      <a:pt x="59321" y="40269"/>
                    </a:lnTo>
                    <a:lnTo>
                      <a:pt x="59520" y="40244"/>
                    </a:lnTo>
                    <a:lnTo>
                      <a:pt x="59719" y="40194"/>
                    </a:lnTo>
                    <a:lnTo>
                      <a:pt x="59868" y="40095"/>
                    </a:lnTo>
                    <a:lnTo>
                      <a:pt x="60017" y="39995"/>
                    </a:lnTo>
                    <a:lnTo>
                      <a:pt x="60142" y="39846"/>
                    </a:lnTo>
                    <a:lnTo>
                      <a:pt x="60216" y="39672"/>
                    </a:lnTo>
                    <a:lnTo>
                      <a:pt x="60266" y="39498"/>
                    </a:lnTo>
                    <a:lnTo>
                      <a:pt x="60291" y="39299"/>
                    </a:lnTo>
                    <a:lnTo>
                      <a:pt x="60291" y="970"/>
                    </a:lnTo>
                    <a:lnTo>
                      <a:pt x="60266" y="771"/>
                    </a:lnTo>
                    <a:lnTo>
                      <a:pt x="60216" y="597"/>
                    </a:lnTo>
                    <a:lnTo>
                      <a:pt x="60142" y="423"/>
                    </a:lnTo>
                    <a:lnTo>
                      <a:pt x="60017" y="274"/>
                    </a:lnTo>
                    <a:lnTo>
                      <a:pt x="59868" y="174"/>
                    </a:lnTo>
                    <a:lnTo>
                      <a:pt x="59719" y="75"/>
                    </a:lnTo>
                    <a:lnTo>
                      <a:pt x="59520" y="25"/>
                    </a:lnTo>
                    <a:lnTo>
                      <a:pt x="593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" name="Google Shape;185;p13"/>
              <p:cNvSpPr/>
              <p:nvPr/>
            </p:nvSpPr>
            <p:spPr>
              <a:xfrm>
                <a:off x="3642331" y="2586781"/>
                <a:ext cx="1157941" cy="664626"/>
              </a:xfrm>
              <a:custGeom>
                <a:rect b="b" l="l" r="r" t="t"/>
                <a:pathLst>
                  <a:path extrusionOk="0" h="32236" w="56163">
                    <a:moveTo>
                      <a:pt x="1" y="1"/>
                    </a:moveTo>
                    <a:lnTo>
                      <a:pt x="1" y="32235"/>
                    </a:lnTo>
                    <a:lnTo>
                      <a:pt x="56163" y="32235"/>
                    </a:lnTo>
                    <a:lnTo>
                      <a:pt x="5616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3"/>
              <p:cNvSpPr/>
              <p:nvPr/>
            </p:nvSpPr>
            <p:spPr>
              <a:xfrm>
                <a:off x="3642331" y="2649871"/>
                <a:ext cx="1157941" cy="62574"/>
              </a:xfrm>
              <a:custGeom>
                <a:rect b="b" l="l" r="r" t="t"/>
                <a:pathLst>
                  <a:path extrusionOk="0" h="3035" w="56163">
                    <a:moveTo>
                      <a:pt x="1" y="0"/>
                    </a:moveTo>
                    <a:lnTo>
                      <a:pt x="1" y="3034"/>
                    </a:lnTo>
                    <a:lnTo>
                      <a:pt x="56163" y="3034"/>
                    </a:lnTo>
                    <a:lnTo>
                      <a:pt x="56163" y="0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3"/>
              <p:cNvSpPr/>
              <p:nvPr/>
            </p:nvSpPr>
            <p:spPr>
              <a:xfrm>
                <a:off x="3642331" y="3130877"/>
                <a:ext cx="1157941" cy="16948"/>
              </a:xfrm>
              <a:custGeom>
                <a:rect b="b" l="l" r="r" t="t"/>
                <a:pathLst>
                  <a:path extrusionOk="0" h="822" w="56163">
                    <a:moveTo>
                      <a:pt x="1" y="0"/>
                    </a:moveTo>
                    <a:lnTo>
                      <a:pt x="1" y="821"/>
                    </a:lnTo>
                    <a:lnTo>
                      <a:pt x="56163" y="821"/>
                    </a:lnTo>
                    <a:lnTo>
                      <a:pt x="56163" y="0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3"/>
              <p:cNvSpPr/>
              <p:nvPr/>
            </p:nvSpPr>
            <p:spPr>
              <a:xfrm>
                <a:off x="3642331" y="3186771"/>
                <a:ext cx="1157941" cy="16432"/>
              </a:xfrm>
              <a:custGeom>
                <a:rect b="b" l="l" r="r" t="t"/>
                <a:pathLst>
                  <a:path extrusionOk="0" h="797" w="56163">
                    <a:moveTo>
                      <a:pt x="1" y="0"/>
                    </a:moveTo>
                    <a:lnTo>
                      <a:pt x="1" y="796"/>
                    </a:lnTo>
                    <a:lnTo>
                      <a:pt x="56163" y="796"/>
                    </a:lnTo>
                    <a:lnTo>
                      <a:pt x="56163" y="0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" name="Google Shape;189;p13"/>
              <p:cNvSpPr/>
              <p:nvPr/>
            </p:nvSpPr>
            <p:spPr>
              <a:xfrm>
                <a:off x="3711564" y="2784214"/>
                <a:ext cx="389238" cy="293346"/>
              </a:xfrm>
              <a:custGeom>
                <a:rect b="b" l="l" r="r" t="t"/>
                <a:pathLst>
                  <a:path extrusionOk="0" h="14228" w="18879">
                    <a:moveTo>
                      <a:pt x="1" y="1"/>
                    </a:moveTo>
                    <a:lnTo>
                      <a:pt x="1" y="14228"/>
                    </a:lnTo>
                    <a:lnTo>
                      <a:pt x="18879" y="14228"/>
                    </a:lnTo>
                    <a:lnTo>
                      <a:pt x="18879" y="1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" name="Google Shape;190;p13"/>
              <p:cNvSpPr/>
              <p:nvPr/>
            </p:nvSpPr>
            <p:spPr>
              <a:xfrm>
                <a:off x="4189498" y="2784214"/>
                <a:ext cx="540014" cy="11298"/>
              </a:xfrm>
              <a:custGeom>
                <a:rect b="b" l="l" r="r" t="t"/>
                <a:pathLst>
                  <a:path extrusionOk="0" h="548" w="26192">
                    <a:moveTo>
                      <a:pt x="1" y="1"/>
                    </a:moveTo>
                    <a:lnTo>
                      <a:pt x="1" y="548"/>
                    </a:lnTo>
                    <a:lnTo>
                      <a:pt x="26191" y="548"/>
                    </a:lnTo>
                    <a:lnTo>
                      <a:pt x="26191" y="1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3"/>
              <p:cNvSpPr/>
              <p:nvPr/>
            </p:nvSpPr>
            <p:spPr>
              <a:xfrm>
                <a:off x="4189498" y="2823181"/>
                <a:ext cx="540014" cy="11319"/>
              </a:xfrm>
              <a:custGeom>
                <a:rect b="b" l="l" r="r" t="t"/>
                <a:pathLst>
                  <a:path extrusionOk="0" h="549" w="26192">
                    <a:moveTo>
                      <a:pt x="1" y="1"/>
                    </a:moveTo>
                    <a:lnTo>
                      <a:pt x="1" y="548"/>
                    </a:lnTo>
                    <a:lnTo>
                      <a:pt x="26191" y="548"/>
                    </a:lnTo>
                    <a:lnTo>
                      <a:pt x="26191" y="1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3"/>
              <p:cNvSpPr/>
              <p:nvPr/>
            </p:nvSpPr>
            <p:spPr>
              <a:xfrm>
                <a:off x="4189498" y="2862169"/>
                <a:ext cx="361548" cy="11298"/>
              </a:xfrm>
              <a:custGeom>
                <a:rect b="b" l="l" r="r" t="t"/>
                <a:pathLst>
                  <a:path extrusionOk="0" h="548" w="17536">
                    <a:moveTo>
                      <a:pt x="1" y="0"/>
                    </a:moveTo>
                    <a:lnTo>
                      <a:pt x="1" y="547"/>
                    </a:lnTo>
                    <a:lnTo>
                      <a:pt x="17536" y="547"/>
                    </a:lnTo>
                    <a:lnTo>
                      <a:pt x="17536" y="0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3"/>
              <p:cNvSpPr/>
              <p:nvPr/>
            </p:nvSpPr>
            <p:spPr>
              <a:xfrm>
                <a:off x="4189498" y="2901136"/>
                <a:ext cx="361548" cy="11298"/>
              </a:xfrm>
              <a:custGeom>
                <a:rect b="b" l="l" r="r" t="t"/>
                <a:pathLst>
                  <a:path extrusionOk="0" h="548" w="17536">
                    <a:moveTo>
                      <a:pt x="1" y="1"/>
                    </a:moveTo>
                    <a:lnTo>
                      <a:pt x="1" y="548"/>
                    </a:lnTo>
                    <a:lnTo>
                      <a:pt x="17536" y="548"/>
                    </a:lnTo>
                    <a:lnTo>
                      <a:pt x="17536" y="1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" name="Google Shape;194;p13"/>
              <p:cNvSpPr/>
              <p:nvPr/>
            </p:nvSpPr>
            <p:spPr>
              <a:xfrm>
                <a:off x="4189498" y="2940103"/>
                <a:ext cx="361548" cy="11319"/>
              </a:xfrm>
              <a:custGeom>
                <a:rect b="b" l="l" r="r" t="t"/>
                <a:pathLst>
                  <a:path extrusionOk="0" h="549" w="17536">
                    <a:moveTo>
                      <a:pt x="1" y="1"/>
                    </a:moveTo>
                    <a:lnTo>
                      <a:pt x="1" y="548"/>
                    </a:lnTo>
                    <a:lnTo>
                      <a:pt x="17536" y="548"/>
                    </a:lnTo>
                    <a:lnTo>
                      <a:pt x="17536" y="1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" name="Google Shape;195;p13"/>
              <p:cNvSpPr/>
              <p:nvPr/>
            </p:nvSpPr>
            <p:spPr>
              <a:xfrm>
                <a:off x="4616672" y="2862169"/>
                <a:ext cx="112840" cy="11298"/>
              </a:xfrm>
              <a:custGeom>
                <a:rect b="b" l="l" r="r" t="t"/>
                <a:pathLst>
                  <a:path extrusionOk="0" h="548" w="5473">
                    <a:moveTo>
                      <a:pt x="0" y="0"/>
                    </a:moveTo>
                    <a:lnTo>
                      <a:pt x="0" y="547"/>
                    </a:lnTo>
                    <a:lnTo>
                      <a:pt x="5472" y="547"/>
                    </a:lnTo>
                    <a:lnTo>
                      <a:pt x="5472" y="0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3"/>
              <p:cNvSpPr/>
              <p:nvPr/>
            </p:nvSpPr>
            <p:spPr>
              <a:xfrm>
                <a:off x="4616672" y="2901136"/>
                <a:ext cx="112840" cy="11298"/>
              </a:xfrm>
              <a:custGeom>
                <a:rect b="b" l="l" r="r" t="t"/>
                <a:pathLst>
                  <a:path extrusionOk="0" h="548" w="5473">
                    <a:moveTo>
                      <a:pt x="0" y="1"/>
                    </a:moveTo>
                    <a:lnTo>
                      <a:pt x="0" y="548"/>
                    </a:lnTo>
                    <a:lnTo>
                      <a:pt x="5472" y="548"/>
                    </a:lnTo>
                    <a:lnTo>
                      <a:pt x="5472" y="1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3"/>
              <p:cNvSpPr/>
              <p:nvPr/>
            </p:nvSpPr>
            <p:spPr>
              <a:xfrm>
                <a:off x="4616672" y="2940103"/>
                <a:ext cx="112840" cy="11319"/>
              </a:xfrm>
              <a:custGeom>
                <a:rect b="b" l="l" r="r" t="t"/>
                <a:pathLst>
                  <a:path extrusionOk="0" h="549" w="5473">
                    <a:moveTo>
                      <a:pt x="0" y="1"/>
                    </a:moveTo>
                    <a:lnTo>
                      <a:pt x="0" y="548"/>
                    </a:lnTo>
                    <a:lnTo>
                      <a:pt x="5472" y="548"/>
                    </a:lnTo>
                    <a:lnTo>
                      <a:pt x="5472" y="1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" name="Google Shape;198;p13"/>
              <p:cNvSpPr/>
              <p:nvPr/>
            </p:nvSpPr>
            <p:spPr>
              <a:xfrm>
                <a:off x="4189498" y="2979091"/>
                <a:ext cx="540014" cy="11298"/>
              </a:xfrm>
              <a:custGeom>
                <a:rect b="b" l="l" r="r" t="t"/>
                <a:pathLst>
                  <a:path extrusionOk="0" h="548" w="26192">
                    <a:moveTo>
                      <a:pt x="1" y="0"/>
                    </a:moveTo>
                    <a:lnTo>
                      <a:pt x="1" y="547"/>
                    </a:lnTo>
                    <a:lnTo>
                      <a:pt x="26191" y="547"/>
                    </a:lnTo>
                    <a:lnTo>
                      <a:pt x="26191" y="0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" name="Google Shape;199;p13"/>
              <p:cNvSpPr/>
              <p:nvPr/>
            </p:nvSpPr>
            <p:spPr>
              <a:xfrm>
                <a:off x="4189498" y="3018058"/>
                <a:ext cx="427195" cy="10783"/>
              </a:xfrm>
              <a:custGeom>
                <a:rect b="b" l="l" r="r" t="t"/>
                <a:pathLst>
                  <a:path extrusionOk="0" h="523" w="20720">
                    <a:moveTo>
                      <a:pt x="1" y="0"/>
                    </a:moveTo>
                    <a:lnTo>
                      <a:pt x="1" y="523"/>
                    </a:lnTo>
                    <a:lnTo>
                      <a:pt x="20719" y="523"/>
                    </a:lnTo>
                    <a:lnTo>
                      <a:pt x="20719" y="0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3"/>
              <p:cNvSpPr/>
              <p:nvPr/>
            </p:nvSpPr>
            <p:spPr>
              <a:xfrm>
                <a:off x="4189498" y="3066262"/>
                <a:ext cx="427195" cy="11298"/>
              </a:xfrm>
              <a:custGeom>
                <a:rect b="b" l="l" r="r" t="t"/>
                <a:pathLst>
                  <a:path extrusionOk="0" h="548" w="20720">
                    <a:moveTo>
                      <a:pt x="1" y="0"/>
                    </a:moveTo>
                    <a:lnTo>
                      <a:pt x="1" y="548"/>
                    </a:lnTo>
                    <a:lnTo>
                      <a:pt x="20719" y="548"/>
                    </a:lnTo>
                    <a:lnTo>
                      <a:pt x="20719" y="0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3"/>
              <p:cNvSpPr/>
              <p:nvPr/>
            </p:nvSpPr>
            <p:spPr>
              <a:xfrm>
                <a:off x="1268961" y="2030913"/>
                <a:ext cx="410268" cy="256935"/>
              </a:xfrm>
              <a:custGeom>
                <a:rect b="b" l="l" r="r" t="t"/>
                <a:pathLst>
                  <a:path extrusionOk="0" h="12462" w="19899">
                    <a:moveTo>
                      <a:pt x="1" y="0"/>
                    </a:moveTo>
                    <a:lnTo>
                      <a:pt x="1" y="12461"/>
                    </a:lnTo>
                    <a:lnTo>
                      <a:pt x="19899" y="12461"/>
                    </a:lnTo>
                    <a:lnTo>
                      <a:pt x="1989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3"/>
              <p:cNvSpPr/>
              <p:nvPr/>
            </p:nvSpPr>
            <p:spPr>
              <a:xfrm>
                <a:off x="1299743" y="2243211"/>
                <a:ext cx="121045" cy="153848"/>
              </a:xfrm>
              <a:custGeom>
                <a:rect b="b" l="l" r="r" t="t"/>
                <a:pathLst>
                  <a:path extrusionOk="0" h="7462" w="5871">
                    <a:moveTo>
                      <a:pt x="5870" y="0"/>
                    </a:moveTo>
                    <a:lnTo>
                      <a:pt x="0" y="722"/>
                    </a:lnTo>
                    <a:lnTo>
                      <a:pt x="0" y="7462"/>
                    </a:lnTo>
                    <a:lnTo>
                      <a:pt x="587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" name="Google Shape;203;p13"/>
              <p:cNvSpPr/>
              <p:nvPr/>
            </p:nvSpPr>
            <p:spPr>
              <a:xfrm>
                <a:off x="1400253" y="2070395"/>
                <a:ext cx="226669" cy="15917"/>
              </a:xfrm>
              <a:custGeom>
                <a:rect b="b" l="l" r="r" t="t"/>
                <a:pathLst>
                  <a:path extrusionOk="0" h="772" w="10994">
                    <a:moveTo>
                      <a:pt x="0" y="0"/>
                    </a:moveTo>
                    <a:lnTo>
                      <a:pt x="0" y="771"/>
                    </a:lnTo>
                    <a:lnTo>
                      <a:pt x="10994" y="771"/>
                    </a:lnTo>
                    <a:lnTo>
                      <a:pt x="1099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" name="Google Shape;204;p13"/>
              <p:cNvSpPr/>
              <p:nvPr/>
            </p:nvSpPr>
            <p:spPr>
              <a:xfrm>
                <a:off x="1517670" y="2121155"/>
                <a:ext cx="109252" cy="15917"/>
              </a:xfrm>
              <a:custGeom>
                <a:rect b="b" l="l" r="r" t="t"/>
                <a:pathLst>
                  <a:path extrusionOk="0" h="772" w="5299">
                    <a:moveTo>
                      <a:pt x="1" y="1"/>
                    </a:moveTo>
                    <a:lnTo>
                      <a:pt x="1" y="772"/>
                    </a:lnTo>
                    <a:lnTo>
                      <a:pt x="5299" y="772"/>
                    </a:lnTo>
                    <a:lnTo>
                      <a:pt x="529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3"/>
              <p:cNvSpPr/>
              <p:nvPr/>
            </p:nvSpPr>
            <p:spPr>
              <a:xfrm>
                <a:off x="1517670" y="2172431"/>
                <a:ext cx="109252" cy="15917"/>
              </a:xfrm>
              <a:custGeom>
                <a:rect b="b" l="l" r="r" t="t"/>
                <a:pathLst>
                  <a:path extrusionOk="0" h="772" w="5299">
                    <a:moveTo>
                      <a:pt x="1" y="1"/>
                    </a:moveTo>
                    <a:lnTo>
                      <a:pt x="1" y="772"/>
                    </a:lnTo>
                    <a:lnTo>
                      <a:pt x="5299" y="772"/>
                    </a:lnTo>
                    <a:lnTo>
                      <a:pt x="529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3"/>
              <p:cNvSpPr/>
              <p:nvPr/>
            </p:nvSpPr>
            <p:spPr>
              <a:xfrm>
                <a:off x="1400253" y="2223212"/>
                <a:ext cx="226669" cy="15917"/>
              </a:xfrm>
              <a:custGeom>
                <a:rect b="b" l="l" r="r" t="t"/>
                <a:pathLst>
                  <a:path extrusionOk="0" h="772" w="10994">
                    <a:moveTo>
                      <a:pt x="0" y="0"/>
                    </a:moveTo>
                    <a:lnTo>
                      <a:pt x="0" y="771"/>
                    </a:lnTo>
                    <a:lnTo>
                      <a:pt x="10994" y="771"/>
                    </a:lnTo>
                    <a:lnTo>
                      <a:pt x="1099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3"/>
              <p:cNvSpPr/>
              <p:nvPr/>
            </p:nvSpPr>
            <p:spPr>
              <a:xfrm>
                <a:off x="997696" y="1942196"/>
                <a:ext cx="478470" cy="299490"/>
              </a:xfrm>
              <a:custGeom>
                <a:rect b="b" l="l" r="r" t="t"/>
                <a:pathLst>
                  <a:path extrusionOk="0" h="14526" w="23207">
                    <a:moveTo>
                      <a:pt x="0" y="0"/>
                    </a:moveTo>
                    <a:lnTo>
                      <a:pt x="0" y="14526"/>
                    </a:lnTo>
                    <a:lnTo>
                      <a:pt x="23206" y="14526"/>
                    </a:lnTo>
                    <a:lnTo>
                      <a:pt x="2320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" name="Google Shape;208;p13"/>
              <p:cNvSpPr/>
              <p:nvPr/>
            </p:nvSpPr>
            <p:spPr>
              <a:xfrm>
                <a:off x="1033591" y="2189358"/>
                <a:ext cx="141560" cy="179496"/>
              </a:xfrm>
              <a:custGeom>
                <a:rect b="b" l="l" r="r" t="t"/>
                <a:pathLst>
                  <a:path extrusionOk="0" h="8706" w="6866">
                    <a:moveTo>
                      <a:pt x="6865" y="1"/>
                    </a:moveTo>
                    <a:lnTo>
                      <a:pt x="0" y="821"/>
                    </a:lnTo>
                    <a:lnTo>
                      <a:pt x="0" y="8706"/>
                    </a:lnTo>
                    <a:lnTo>
                      <a:pt x="68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" name="Google Shape;209;p13"/>
              <p:cNvSpPr/>
              <p:nvPr/>
            </p:nvSpPr>
            <p:spPr>
              <a:xfrm>
                <a:off x="1058724" y="1987822"/>
                <a:ext cx="356415" cy="18494"/>
              </a:xfrm>
              <a:custGeom>
                <a:rect b="b" l="l" r="r" t="t"/>
                <a:pathLst>
                  <a:path extrusionOk="0" h="897" w="17287">
                    <a:moveTo>
                      <a:pt x="0" y="1"/>
                    </a:moveTo>
                    <a:lnTo>
                      <a:pt x="0" y="896"/>
                    </a:lnTo>
                    <a:lnTo>
                      <a:pt x="17286" y="896"/>
                    </a:lnTo>
                    <a:lnTo>
                      <a:pt x="17286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3"/>
              <p:cNvSpPr/>
              <p:nvPr/>
            </p:nvSpPr>
            <p:spPr>
              <a:xfrm>
                <a:off x="1243333" y="2047304"/>
                <a:ext cx="171806" cy="18494"/>
              </a:xfrm>
              <a:custGeom>
                <a:rect b="b" l="l" r="r" t="t"/>
                <a:pathLst>
                  <a:path extrusionOk="0" h="897" w="8333">
                    <a:moveTo>
                      <a:pt x="0" y="1"/>
                    </a:moveTo>
                    <a:lnTo>
                      <a:pt x="0" y="896"/>
                    </a:lnTo>
                    <a:lnTo>
                      <a:pt x="8332" y="896"/>
                    </a:lnTo>
                    <a:lnTo>
                      <a:pt x="833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3"/>
              <p:cNvSpPr/>
              <p:nvPr/>
            </p:nvSpPr>
            <p:spPr>
              <a:xfrm>
                <a:off x="1243333" y="2106290"/>
                <a:ext cx="171806" cy="18989"/>
              </a:xfrm>
              <a:custGeom>
                <a:rect b="b" l="l" r="r" t="t"/>
                <a:pathLst>
                  <a:path extrusionOk="0" h="921" w="8333">
                    <a:moveTo>
                      <a:pt x="0" y="0"/>
                    </a:moveTo>
                    <a:lnTo>
                      <a:pt x="0" y="921"/>
                    </a:lnTo>
                    <a:lnTo>
                      <a:pt x="8332" y="921"/>
                    </a:lnTo>
                    <a:lnTo>
                      <a:pt x="833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3"/>
              <p:cNvSpPr/>
              <p:nvPr/>
            </p:nvSpPr>
            <p:spPr>
              <a:xfrm>
                <a:off x="1058724" y="2047304"/>
                <a:ext cx="134880" cy="18494"/>
              </a:xfrm>
              <a:custGeom>
                <a:rect b="b" l="l" r="r" t="t"/>
                <a:pathLst>
                  <a:path extrusionOk="0" h="897" w="6542">
                    <a:moveTo>
                      <a:pt x="0" y="1"/>
                    </a:moveTo>
                    <a:lnTo>
                      <a:pt x="0" y="896"/>
                    </a:lnTo>
                    <a:lnTo>
                      <a:pt x="6542" y="896"/>
                    </a:lnTo>
                    <a:lnTo>
                      <a:pt x="654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3"/>
              <p:cNvSpPr/>
              <p:nvPr/>
            </p:nvSpPr>
            <p:spPr>
              <a:xfrm>
                <a:off x="1058724" y="2106290"/>
                <a:ext cx="134880" cy="18989"/>
              </a:xfrm>
              <a:custGeom>
                <a:rect b="b" l="l" r="r" t="t"/>
                <a:pathLst>
                  <a:path extrusionOk="0" h="921" w="6542">
                    <a:moveTo>
                      <a:pt x="0" y="0"/>
                    </a:moveTo>
                    <a:lnTo>
                      <a:pt x="0" y="921"/>
                    </a:lnTo>
                    <a:lnTo>
                      <a:pt x="6542" y="921"/>
                    </a:lnTo>
                    <a:lnTo>
                      <a:pt x="654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" name="Google Shape;214;p13"/>
              <p:cNvSpPr/>
              <p:nvPr/>
            </p:nvSpPr>
            <p:spPr>
              <a:xfrm>
                <a:off x="1058724" y="2165772"/>
                <a:ext cx="356415" cy="18473"/>
              </a:xfrm>
              <a:custGeom>
                <a:rect b="b" l="l" r="r" t="t"/>
                <a:pathLst>
                  <a:path extrusionOk="0" h="896" w="17287">
                    <a:moveTo>
                      <a:pt x="0" y="0"/>
                    </a:moveTo>
                    <a:lnTo>
                      <a:pt x="0" y="896"/>
                    </a:lnTo>
                    <a:lnTo>
                      <a:pt x="17286" y="896"/>
                    </a:lnTo>
                    <a:lnTo>
                      <a:pt x="1728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" name="Google Shape;215;p13"/>
              <p:cNvSpPr/>
              <p:nvPr/>
            </p:nvSpPr>
            <p:spPr>
              <a:xfrm>
                <a:off x="1506392" y="2733969"/>
                <a:ext cx="62595" cy="62574"/>
              </a:xfrm>
              <a:custGeom>
                <a:rect b="b" l="l" r="r" t="t"/>
                <a:pathLst>
                  <a:path extrusionOk="0" fill="none" h="3035" w="3036">
                    <a:moveTo>
                      <a:pt x="1" y="1517"/>
                    </a:moveTo>
                    <a:lnTo>
                      <a:pt x="1" y="1517"/>
                    </a:lnTo>
                    <a:lnTo>
                      <a:pt x="1" y="1368"/>
                    </a:lnTo>
                    <a:lnTo>
                      <a:pt x="26" y="1219"/>
                    </a:lnTo>
                    <a:lnTo>
                      <a:pt x="50" y="1070"/>
                    </a:lnTo>
                    <a:lnTo>
                      <a:pt x="100" y="920"/>
                    </a:lnTo>
                    <a:lnTo>
                      <a:pt x="249" y="672"/>
                    </a:lnTo>
                    <a:lnTo>
                      <a:pt x="448" y="448"/>
                    </a:lnTo>
                    <a:lnTo>
                      <a:pt x="672" y="249"/>
                    </a:lnTo>
                    <a:lnTo>
                      <a:pt x="921" y="100"/>
                    </a:lnTo>
                    <a:lnTo>
                      <a:pt x="1070" y="50"/>
                    </a:lnTo>
                    <a:lnTo>
                      <a:pt x="1219" y="25"/>
                    </a:lnTo>
                    <a:lnTo>
                      <a:pt x="1369" y="0"/>
                    </a:lnTo>
                    <a:lnTo>
                      <a:pt x="1518" y="0"/>
                    </a:lnTo>
                    <a:lnTo>
                      <a:pt x="1518" y="0"/>
                    </a:lnTo>
                    <a:lnTo>
                      <a:pt x="1667" y="0"/>
                    </a:lnTo>
                    <a:lnTo>
                      <a:pt x="1816" y="25"/>
                    </a:lnTo>
                    <a:lnTo>
                      <a:pt x="1966" y="50"/>
                    </a:lnTo>
                    <a:lnTo>
                      <a:pt x="2115" y="100"/>
                    </a:lnTo>
                    <a:lnTo>
                      <a:pt x="2364" y="249"/>
                    </a:lnTo>
                    <a:lnTo>
                      <a:pt x="2587" y="448"/>
                    </a:lnTo>
                    <a:lnTo>
                      <a:pt x="2786" y="672"/>
                    </a:lnTo>
                    <a:lnTo>
                      <a:pt x="2936" y="920"/>
                    </a:lnTo>
                    <a:lnTo>
                      <a:pt x="2985" y="1070"/>
                    </a:lnTo>
                    <a:lnTo>
                      <a:pt x="3010" y="1219"/>
                    </a:lnTo>
                    <a:lnTo>
                      <a:pt x="3035" y="1368"/>
                    </a:lnTo>
                    <a:lnTo>
                      <a:pt x="3035" y="1517"/>
                    </a:lnTo>
                    <a:lnTo>
                      <a:pt x="3035" y="1517"/>
                    </a:lnTo>
                    <a:lnTo>
                      <a:pt x="3035" y="1667"/>
                    </a:lnTo>
                    <a:lnTo>
                      <a:pt x="3010" y="1816"/>
                    </a:lnTo>
                    <a:lnTo>
                      <a:pt x="2985" y="1965"/>
                    </a:lnTo>
                    <a:lnTo>
                      <a:pt x="2936" y="2114"/>
                    </a:lnTo>
                    <a:lnTo>
                      <a:pt x="2786" y="2363"/>
                    </a:lnTo>
                    <a:lnTo>
                      <a:pt x="2587" y="2587"/>
                    </a:lnTo>
                    <a:lnTo>
                      <a:pt x="2364" y="2786"/>
                    </a:lnTo>
                    <a:lnTo>
                      <a:pt x="2115" y="2910"/>
                    </a:lnTo>
                    <a:lnTo>
                      <a:pt x="1966" y="2985"/>
                    </a:lnTo>
                    <a:lnTo>
                      <a:pt x="1816" y="3010"/>
                    </a:lnTo>
                    <a:lnTo>
                      <a:pt x="1667" y="3035"/>
                    </a:lnTo>
                    <a:lnTo>
                      <a:pt x="1518" y="3035"/>
                    </a:lnTo>
                    <a:lnTo>
                      <a:pt x="1518" y="3035"/>
                    </a:lnTo>
                    <a:lnTo>
                      <a:pt x="1369" y="3035"/>
                    </a:lnTo>
                    <a:lnTo>
                      <a:pt x="1219" y="3010"/>
                    </a:lnTo>
                    <a:lnTo>
                      <a:pt x="1070" y="2985"/>
                    </a:lnTo>
                    <a:lnTo>
                      <a:pt x="921" y="2910"/>
                    </a:lnTo>
                    <a:lnTo>
                      <a:pt x="672" y="2786"/>
                    </a:lnTo>
                    <a:lnTo>
                      <a:pt x="448" y="2587"/>
                    </a:lnTo>
                    <a:lnTo>
                      <a:pt x="249" y="2363"/>
                    </a:lnTo>
                    <a:lnTo>
                      <a:pt x="100" y="2114"/>
                    </a:lnTo>
                    <a:lnTo>
                      <a:pt x="50" y="1965"/>
                    </a:lnTo>
                    <a:lnTo>
                      <a:pt x="26" y="1816"/>
                    </a:lnTo>
                    <a:lnTo>
                      <a:pt x="1" y="1667"/>
                    </a:lnTo>
                    <a:lnTo>
                      <a:pt x="1" y="1517"/>
                    </a:lnTo>
                    <a:lnTo>
                      <a:pt x="1" y="1517"/>
                    </a:lnTo>
                    <a:close/>
                  </a:path>
                </a:pathLst>
              </a:custGeom>
              <a:noFill/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3"/>
              <p:cNvSpPr/>
              <p:nvPr/>
            </p:nvSpPr>
            <p:spPr>
              <a:xfrm>
                <a:off x="1411015" y="2328341"/>
                <a:ext cx="126674" cy="405649"/>
              </a:xfrm>
              <a:custGeom>
                <a:rect b="b" l="l" r="r" t="t"/>
                <a:pathLst>
                  <a:path extrusionOk="0" fill="none" h="19675" w="6144">
                    <a:moveTo>
                      <a:pt x="0" y="0"/>
                    </a:moveTo>
                    <a:lnTo>
                      <a:pt x="0" y="8482"/>
                    </a:lnTo>
                    <a:lnTo>
                      <a:pt x="6144" y="11615"/>
                    </a:lnTo>
                    <a:lnTo>
                      <a:pt x="6144" y="19674"/>
                    </a:lnTo>
                  </a:path>
                </a:pathLst>
              </a:custGeom>
              <a:noFill/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3"/>
              <p:cNvSpPr/>
              <p:nvPr/>
            </p:nvSpPr>
            <p:spPr>
              <a:xfrm>
                <a:off x="1466909" y="2287827"/>
                <a:ext cx="46183" cy="387691"/>
              </a:xfrm>
              <a:custGeom>
                <a:rect b="b" l="l" r="r" t="t"/>
                <a:pathLst>
                  <a:path extrusionOk="0" fill="none" h="18804" w="2240">
                    <a:moveTo>
                      <a:pt x="1" y="18804"/>
                    </a:moveTo>
                    <a:lnTo>
                      <a:pt x="1" y="8929"/>
                    </a:lnTo>
                    <a:lnTo>
                      <a:pt x="2239" y="7512"/>
                    </a:lnTo>
                    <a:lnTo>
                      <a:pt x="2239" y="0"/>
                    </a:lnTo>
                  </a:path>
                </a:pathLst>
              </a:custGeom>
              <a:noFill/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3"/>
              <p:cNvSpPr/>
              <p:nvPr/>
            </p:nvSpPr>
            <p:spPr>
              <a:xfrm>
                <a:off x="1466909" y="2749350"/>
                <a:ext cx="21" cy="157456"/>
              </a:xfrm>
              <a:custGeom>
                <a:rect b="b" l="l" r="r" t="t"/>
                <a:pathLst>
                  <a:path extrusionOk="0" fill="none" h="7637" w="1">
                    <a:moveTo>
                      <a:pt x="1" y="0"/>
                    </a:moveTo>
                    <a:lnTo>
                      <a:pt x="1" y="7636"/>
                    </a:lnTo>
                  </a:path>
                </a:pathLst>
              </a:custGeom>
              <a:noFill/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" name="Google Shape;219;p13"/>
              <p:cNvSpPr/>
              <p:nvPr/>
            </p:nvSpPr>
            <p:spPr>
              <a:xfrm>
                <a:off x="1466909" y="2983689"/>
                <a:ext cx="21" cy="54904"/>
              </a:xfrm>
              <a:custGeom>
                <a:rect b="b" l="l" r="r" t="t"/>
                <a:pathLst>
                  <a:path extrusionOk="0" fill="none" h="2663" w="1">
                    <a:moveTo>
                      <a:pt x="1" y="1"/>
                    </a:moveTo>
                    <a:lnTo>
                      <a:pt x="1" y="2662"/>
                    </a:lnTo>
                  </a:path>
                </a:pathLst>
              </a:custGeom>
              <a:noFill/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20" name="Google Shape;220;p13"/>
            <p:cNvSpPr/>
            <p:nvPr/>
          </p:nvSpPr>
          <p:spPr>
            <a:xfrm>
              <a:off x="2897110" y="1017082"/>
              <a:ext cx="90300" cy="903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13"/>
            <p:cNvSpPr/>
            <p:nvPr/>
          </p:nvSpPr>
          <p:spPr>
            <a:xfrm>
              <a:off x="1125181" y="1473122"/>
              <a:ext cx="90300" cy="903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13"/>
            <p:cNvSpPr/>
            <p:nvPr/>
          </p:nvSpPr>
          <p:spPr>
            <a:xfrm>
              <a:off x="790781" y="3096605"/>
              <a:ext cx="90300" cy="903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13"/>
            <p:cNvSpPr/>
            <p:nvPr/>
          </p:nvSpPr>
          <p:spPr>
            <a:xfrm>
              <a:off x="4107158" y="1563464"/>
              <a:ext cx="90300" cy="903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13"/>
            <p:cNvSpPr/>
            <p:nvPr/>
          </p:nvSpPr>
          <p:spPr>
            <a:xfrm>
              <a:off x="4739527" y="2628883"/>
              <a:ext cx="90300" cy="903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13"/>
            <p:cNvSpPr/>
            <p:nvPr/>
          </p:nvSpPr>
          <p:spPr>
            <a:xfrm>
              <a:off x="3998124" y="4018260"/>
              <a:ext cx="90300" cy="903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6" name="Google Shape;226;p13"/>
          <p:cNvSpPr txBox="1"/>
          <p:nvPr>
            <p:ph type="ctrTitle"/>
          </p:nvPr>
        </p:nvSpPr>
        <p:spPr>
          <a:xfrm>
            <a:off x="5218950" y="1754488"/>
            <a:ext cx="3545700" cy="85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k-Means 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Algorithms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4"/>
          <p:cNvSpPr txBox="1"/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</a:t>
            </a:r>
            <a:r>
              <a:rPr lang="en"/>
              <a:t>roject planning</a:t>
            </a:r>
            <a:endParaRPr/>
          </a:p>
        </p:txBody>
      </p:sp>
      <p:grpSp>
        <p:nvGrpSpPr>
          <p:cNvPr id="232" name="Google Shape;232;p14"/>
          <p:cNvGrpSpPr/>
          <p:nvPr/>
        </p:nvGrpSpPr>
        <p:grpSpPr>
          <a:xfrm>
            <a:off x="3297249" y="1109874"/>
            <a:ext cx="2656689" cy="596100"/>
            <a:chOff x="3297249" y="1109874"/>
            <a:chExt cx="2656689" cy="596100"/>
          </a:xfrm>
        </p:grpSpPr>
        <p:sp>
          <p:nvSpPr>
            <p:cNvPr id="233" name="Google Shape;233;p14"/>
            <p:cNvSpPr/>
            <p:nvPr/>
          </p:nvSpPr>
          <p:spPr>
            <a:xfrm>
              <a:off x="3297249" y="1109874"/>
              <a:ext cx="596100" cy="596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01</a:t>
              </a:r>
              <a:endParaRPr sz="1800">
                <a:solidFill>
                  <a:schemeClr val="lt1"/>
                </a:solidFill>
              </a:endParaRPr>
            </a:p>
          </p:txBody>
        </p:sp>
        <p:sp>
          <p:nvSpPr>
            <p:cNvPr id="234" name="Google Shape;234;p14"/>
            <p:cNvSpPr txBox="1"/>
            <p:nvPr/>
          </p:nvSpPr>
          <p:spPr>
            <a:xfrm>
              <a:off x="3972738" y="1242013"/>
              <a:ext cx="19812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type of machine learning</a:t>
              </a:r>
              <a:endParaRPr b="1" sz="18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235" name="Google Shape;235;p14"/>
          <p:cNvGrpSpPr/>
          <p:nvPr/>
        </p:nvGrpSpPr>
        <p:grpSpPr>
          <a:xfrm>
            <a:off x="414554" y="1509185"/>
            <a:ext cx="2653421" cy="2696472"/>
            <a:chOff x="3525722" y="1985800"/>
            <a:chExt cx="2702609" cy="2746178"/>
          </a:xfrm>
        </p:grpSpPr>
        <p:sp>
          <p:nvSpPr>
            <p:cNvPr id="236" name="Google Shape;236;p14"/>
            <p:cNvSpPr/>
            <p:nvPr/>
          </p:nvSpPr>
          <p:spPr>
            <a:xfrm>
              <a:off x="5442457" y="4676877"/>
              <a:ext cx="683885" cy="51372"/>
            </a:xfrm>
            <a:custGeom>
              <a:rect b="b" l="l" r="r" t="t"/>
              <a:pathLst>
                <a:path extrusionOk="0" h="1447" w="19263">
                  <a:moveTo>
                    <a:pt x="8650" y="0"/>
                  </a:moveTo>
                  <a:lnTo>
                    <a:pt x="7692" y="10"/>
                  </a:lnTo>
                  <a:lnTo>
                    <a:pt x="6763" y="29"/>
                  </a:lnTo>
                  <a:lnTo>
                    <a:pt x="5882" y="58"/>
                  </a:lnTo>
                  <a:lnTo>
                    <a:pt x="5039" y="86"/>
                  </a:lnTo>
                  <a:lnTo>
                    <a:pt x="4244" y="125"/>
                  </a:lnTo>
                  <a:lnTo>
                    <a:pt x="3506" y="163"/>
                  </a:lnTo>
                  <a:lnTo>
                    <a:pt x="2826" y="211"/>
                  </a:lnTo>
                  <a:lnTo>
                    <a:pt x="2204" y="259"/>
                  </a:lnTo>
                  <a:lnTo>
                    <a:pt x="1648" y="316"/>
                  </a:lnTo>
                  <a:lnTo>
                    <a:pt x="1160" y="374"/>
                  </a:lnTo>
                  <a:lnTo>
                    <a:pt x="757" y="441"/>
                  </a:lnTo>
                  <a:lnTo>
                    <a:pt x="432" y="508"/>
                  </a:lnTo>
                  <a:lnTo>
                    <a:pt x="307" y="536"/>
                  </a:lnTo>
                  <a:lnTo>
                    <a:pt x="202" y="575"/>
                  </a:lnTo>
                  <a:lnTo>
                    <a:pt x="116" y="613"/>
                  </a:lnTo>
                  <a:lnTo>
                    <a:pt x="49" y="642"/>
                  </a:lnTo>
                  <a:lnTo>
                    <a:pt x="10" y="680"/>
                  </a:lnTo>
                  <a:lnTo>
                    <a:pt x="1" y="699"/>
                  </a:lnTo>
                  <a:lnTo>
                    <a:pt x="1" y="718"/>
                  </a:lnTo>
                  <a:lnTo>
                    <a:pt x="1" y="738"/>
                  </a:lnTo>
                  <a:lnTo>
                    <a:pt x="10" y="757"/>
                  </a:lnTo>
                  <a:lnTo>
                    <a:pt x="49" y="795"/>
                  </a:lnTo>
                  <a:lnTo>
                    <a:pt x="116" y="833"/>
                  </a:lnTo>
                  <a:lnTo>
                    <a:pt x="202" y="862"/>
                  </a:lnTo>
                  <a:lnTo>
                    <a:pt x="307" y="900"/>
                  </a:lnTo>
                  <a:lnTo>
                    <a:pt x="432" y="939"/>
                  </a:lnTo>
                  <a:lnTo>
                    <a:pt x="757" y="1006"/>
                  </a:lnTo>
                  <a:lnTo>
                    <a:pt x="1160" y="1063"/>
                  </a:lnTo>
                  <a:lnTo>
                    <a:pt x="1648" y="1121"/>
                  </a:lnTo>
                  <a:lnTo>
                    <a:pt x="2204" y="1178"/>
                  </a:lnTo>
                  <a:lnTo>
                    <a:pt x="2826" y="1236"/>
                  </a:lnTo>
                  <a:lnTo>
                    <a:pt x="3506" y="1274"/>
                  </a:lnTo>
                  <a:lnTo>
                    <a:pt x="4244" y="1322"/>
                  </a:lnTo>
                  <a:lnTo>
                    <a:pt x="5039" y="1360"/>
                  </a:lnTo>
                  <a:lnTo>
                    <a:pt x="5882" y="1389"/>
                  </a:lnTo>
                  <a:lnTo>
                    <a:pt x="6763" y="1408"/>
                  </a:lnTo>
                  <a:lnTo>
                    <a:pt x="7692" y="1427"/>
                  </a:lnTo>
                  <a:lnTo>
                    <a:pt x="8650" y="1437"/>
                  </a:lnTo>
                  <a:lnTo>
                    <a:pt x="9627" y="1446"/>
                  </a:lnTo>
                  <a:lnTo>
                    <a:pt x="10613" y="1437"/>
                  </a:lnTo>
                  <a:lnTo>
                    <a:pt x="11571" y="1427"/>
                  </a:lnTo>
                  <a:lnTo>
                    <a:pt x="12491" y="1408"/>
                  </a:lnTo>
                  <a:lnTo>
                    <a:pt x="13381" y="1389"/>
                  </a:lnTo>
                  <a:lnTo>
                    <a:pt x="14224" y="1360"/>
                  </a:lnTo>
                  <a:lnTo>
                    <a:pt x="15019" y="1322"/>
                  </a:lnTo>
                  <a:lnTo>
                    <a:pt x="15757" y="1274"/>
                  </a:lnTo>
                  <a:lnTo>
                    <a:pt x="16437" y="1236"/>
                  </a:lnTo>
                  <a:lnTo>
                    <a:pt x="17059" y="1178"/>
                  </a:lnTo>
                  <a:lnTo>
                    <a:pt x="17615" y="1121"/>
                  </a:lnTo>
                  <a:lnTo>
                    <a:pt x="18094" y="1063"/>
                  </a:lnTo>
                  <a:lnTo>
                    <a:pt x="18506" y="1006"/>
                  </a:lnTo>
                  <a:lnTo>
                    <a:pt x="18831" y="939"/>
                  </a:lnTo>
                  <a:lnTo>
                    <a:pt x="18956" y="900"/>
                  </a:lnTo>
                  <a:lnTo>
                    <a:pt x="19061" y="862"/>
                  </a:lnTo>
                  <a:lnTo>
                    <a:pt x="19147" y="833"/>
                  </a:lnTo>
                  <a:lnTo>
                    <a:pt x="19214" y="795"/>
                  </a:lnTo>
                  <a:lnTo>
                    <a:pt x="19243" y="757"/>
                  </a:lnTo>
                  <a:lnTo>
                    <a:pt x="19253" y="738"/>
                  </a:lnTo>
                  <a:lnTo>
                    <a:pt x="19262" y="718"/>
                  </a:lnTo>
                  <a:lnTo>
                    <a:pt x="19253" y="699"/>
                  </a:lnTo>
                  <a:lnTo>
                    <a:pt x="19243" y="680"/>
                  </a:lnTo>
                  <a:lnTo>
                    <a:pt x="19214" y="642"/>
                  </a:lnTo>
                  <a:lnTo>
                    <a:pt x="19147" y="613"/>
                  </a:lnTo>
                  <a:lnTo>
                    <a:pt x="19061" y="575"/>
                  </a:lnTo>
                  <a:lnTo>
                    <a:pt x="18956" y="536"/>
                  </a:lnTo>
                  <a:lnTo>
                    <a:pt x="18831" y="508"/>
                  </a:lnTo>
                  <a:lnTo>
                    <a:pt x="18506" y="441"/>
                  </a:lnTo>
                  <a:lnTo>
                    <a:pt x="18094" y="374"/>
                  </a:lnTo>
                  <a:lnTo>
                    <a:pt x="17615" y="316"/>
                  </a:lnTo>
                  <a:lnTo>
                    <a:pt x="17059" y="259"/>
                  </a:lnTo>
                  <a:lnTo>
                    <a:pt x="16437" y="211"/>
                  </a:lnTo>
                  <a:lnTo>
                    <a:pt x="15757" y="163"/>
                  </a:lnTo>
                  <a:lnTo>
                    <a:pt x="15019" y="125"/>
                  </a:lnTo>
                  <a:lnTo>
                    <a:pt x="14224" y="86"/>
                  </a:lnTo>
                  <a:lnTo>
                    <a:pt x="13381" y="58"/>
                  </a:lnTo>
                  <a:lnTo>
                    <a:pt x="12491" y="29"/>
                  </a:lnTo>
                  <a:lnTo>
                    <a:pt x="11571" y="10"/>
                  </a:lnTo>
                  <a:lnTo>
                    <a:pt x="10613" y="0"/>
                  </a:lnTo>
                  <a:close/>
                </a:path>
              </a:pathLst>
            </a:custGeom>
            <a:solidFill>
              <a:srgbClr val="666666">
                <a:alpha val="12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14"/>
            <p:cNvSpPr/>
            <p:nvPr/>
          </p:nvSpPr>
          <p:spPr>
            <a:xfrm>
              <a:off x="3525722" y="4641150"/>
              <a:ext cx="995383" cy="90828"/>
            </a:xfrm>
            <a:custGeom>
              <a:rect b="b" l="l" r="r" t="t"/>
              <a:pathLst>
                <a:path extrusionOk="0" h="2558" w="45219">
                  <a:moveTo>
                    <a:pt x="22614" y="0"/>
                  </a:moveTo>
                  <a:lnTo>
                    <a:pt x="20296" y="10"/>
                  </a:lnTo>
                  <a:lnTo>
                    <a:pt x="18055" y="29"/>
                  </a:lnTo>
                  <a:lnTo>
                    <a:pt x="15890" y="58"/>
                  </a:lnTo>
                  <a:lnTo>
                    <a:pt x="13812" y="106"/>
                  </a:lnTo>
                  <a:lnTo>
                    <a:pt x="11839" y="154"/>
                  </a:lnTo>
                  <a:lnTo>
                    <a:pt x="9971" y="221"/>
                  </a:lnTo>
                  <a:lnTo>
                    <a:pt x="8228" y="297"/>
                  </a:lnTo>
                  <a:lnTo>
                    <a:pt x="6628" y="374"/>
                  </a:lnTo>
                  <a:lnTo>
                    <a:pt x="5163" y="470"/>
                  </a:lnTo>
                  <a:lnTo>
                    <a:pt x="3870" y="566"/>
                  </a:lnTo>
                  <a:lnTo>
                    <a:pt x="2730" y="671"/>
                  </a:lnTo>
                  <a:lnTo>
                    <a:pt x="2232" y="728"/>
                  </a:lnTo>
                  <a:lnTo>
                    <a:pt x="1782" y="786"/>
                  </a:lnTo>
                  <a:lnTo>
                    <a:pt x="1379" y="843"/>
                  </a:lnTo>
                  <a:lnTo>
                    <a:pt x="1025" y="901"/>
                  </a:lnTo>
                  <a:lnTo>
                    <a:pt x="718" y="958"/>
                  </a:lnTo>
                  <a:lnTo>
                    <a:pt x="460" y="1025"/>
                  </a:lnTo>
                  <a:lnTo>
                    <a:pt x="268" y="1083"/>
                  </a:lnTo>
                  <a:lnTo>
                    <a:pt x="182" y="1121"/>
                  </a:lnTo>
                  <a:lnTo>
                    <a:pt x="125" y="1150"/>
                  </a:lnTo>
                  <a:lnTo>
                    <a:pt x="67" y="1179"/>
                  </a:lnTo>
                  <a:lnTo>
                    <a:pt x="38" y="1217"/>
                  </a:lnTo>
                  <a:lnTo>
                    <a:pt x="10" y="1246"/>
                  </a:lnTo>
                  <a:lnTo>
                    <a:pt x="0" y="1274"/>
                  </a:lnTo>
                  <a:lnTo>
                    <a:pt x="10" y="1313"/>
                  </a:lnTo>
                  <a:lnTo>
                    <a:pt x="38" y="1341"/>
                  </a:lnTo>
                  <a:lnTo>
                    <a:pt x="67" y="1380"/>
                  </a:lnTo>
                  <a:lnTo>
                    <a:pt x="125" y="1408"/>
                  </a:lnTo>
                  <a:lnTo>
                    <a:pt x="182" y="1437"/>
                  </a:lnTo>
                  <a:lnTo>
                    <a:pt x="268" y="1475"/>
                  </a:lnTo>
                  <a:lnTo>
                    <a:pt x="460" y="1533"/>
                  </a:lnTo>
                  <a:lnTo>
                    <a:pt x="718" y="1600"/>
                  </a:lnTo>
                  <a:lnTo>
                    <a:pt x="1025" y="1657"/>
                  </a:lnTo>
                  <a:lnTo>
                    <a:pt x="1379" y="1715"/>
                  </a:lnTo>
                  <a:lnTo>
                    <a:pt x="1782" y="1772"/>
                  </a:lnTo>
                  <a:lnTo>
                    <a:pt x="2232" y="1830"/>
                  </a:lnTo>
                  <a:lnTo>
                    <a:pt x="2730" y="1887"/>
                  </a:lnTo>
                  <a:lnTo>
                    <a:pt x="3870" y="1993"/>
                  </a:lnTo>
                  <a:lnTo>
                    <a:pt x="5163" y="2088"/>
                  </a:lnTo>
                  <a:lnTo>
                    <a:pt x="6628" y="2184"/>
                  </a:lnTo>
                  <a:lnTo>
                    <a:pt x="8228" y="2261"/>
                  </a:lnTo>
                  <a:lnTo>
                    <a:pt x="9971" y="2337"/>
                  </a:lnTo>
                  <a:lnTo>
                    <a:pt x="11839" y="2405"/>
                  </a:lnTo>
                  <a:lnTo>
                    <a:pt x="13812" y="2452"/>
                  </a:lnTo>
                  <a:lnTo>
                    <a:pt x="15890" y="2500"/>
                  </a:lnTo>
                  <a:lnTo>
                    <a:pt x="18055" y="2529"/>
                  </a:lnTo>
                  <a:lnTo>
                    <a:pt x="20296" y="2548"/>
                  </a:lnTo>
                  <a:lnTo>
                    <a:pt x="22614" y="2558"/>
                  </a:lnTo>
                  <a:lnTo>
                    <a:pt x="24922" y="2548"/>
                  </a:lnTo>
                  <a:lnTo>
                    <a:pt x="27163" y="2529"/>
                  </a:lnTo>
                  <a:lnTo>
                    <a:pt x="29328" y="2500"/>
                  </a:lnTo>
                  <a:lnTo>
                    <a:pt x="31407" y="2452"/>
                  </a:lnTo>
                  <a:lnTo>
                    <a:pt x="33380" y="2405"/>
                  </a:lnTo>
                  <a:lnTo>
                    <a:pt x="35247" y="2337"/>
                  </a:lnTo>
                  <a:lnTo>
                    <a:pt x="36991" y="2261"/>
                  </a:lnTo>
                  <a:lnTo>
                    <a:pt x="38590" y="2184"/>
                  </a:lnTo>
                  <a:lnTo>
                    <a:pt x="40056" y="2088"/>
                  </a:lnTo>
                  <a:lnTo>
                    <a:pt x="41358" y="1993"/>
                  </a:lnTo>
                  <a:lnTo>
                    <a:pt x="42488" y="1887"/>
                  </a:lnTo>
                  <a:lnTo>
                    <a:pt x="42986" y="1830"/>
                  </a:lnTo>
                  <a:lnTo>
                    <a:pt x="43437" y="1772"/>
                  </a:lnTo>
                  <a:lnTo>
                    <a:pt x="43839" y="1715"/>
                  </a:lnTo>
                  <a:lnTo>
                    <a:pt x="44193" y="1657"/>
                  </a:lnTo>
                  <a:lnTo>
                    <a:pt x="44500" y="1600"/>
                  </a:lnTo>
                  <a:lnTo>
                    <a:pt x="44758" y="1533"/>
                  </a:lnTo>
                  <a:lnTo>
                    <a:pt x="44950" y="1475"/>
                  </a:lnTo>
                  <a:lnTo>
                    <a:pt x="45036" y="1437"/>
                  </a:lnTo>
                  <a:lnTo>
                    <a:pt x="45094" y="1408"/>
                  </a:lnTo>
                  <a:lnTo>
                    <a:pt x="45151" y="1380"/>
                  </a:lnTo>
                  <a:lnTo>
                    <a:pt x="45189" y="1341"/>
                  </a:lnTo>
                  <a:lnTo>
                    <a:pt x="45209" y="1313"/>
                  </a:lnTo>
                  <a:lnTo>
                    <a:pt x="45218" y="1274"/>
                  </a:lnTo>
                  <a:lnTo>
                    <a:pt x="45209" y="1246"/>
                  </a:lnTo>
                  <a:lnTo>
                    <a:pt x="45189" y="1217"/>
                  </a:lnTo>
                  <a:lnTo>
                    <a:pt x="45151" y="1179"/>
                  </a:lnTo>
                  <a:lnTo>
                    <a:pt x="45094" y="1150"/>
                  </a:lnTo>
                  <a:lnTo>
                    <a:pt x="45036" y="1121"/>
                  </a:lnTo>
                  <a:lnTo>
                    <a:pt x="44950" y="1083"/>
                  </a:lnTo>
                  <a:lnTo>
                    <a:pt x="44758" y="1025"/>
                  </a:lnTo>
                  <a:lnTo>
                    <a:pt x="44500" y="958"/>
                  </a:lnTo>
                  <a:lnTo>
                    <a:pt x="44193" y="901"/>
                  </a:lnTo>
                  <a:lnTo>
                    <a:pt x="43839" y="843"/>
                  </a:lnTo>
                  <a:lnTo>
                    <a:pt x="43437" y="786"/>
                  </a:lnTo>
                  <a:lnTo>
                    <a:pt x="42986" y="728"/>
                  </a:lnTo>
                  <a:lnTo>
                    <a:pt x="42488" y="671"/>
                  </a:lnTo>
                  <a:lnTo>
                    <a:pt x="41358" y="566"/>
                  </a:lnTo>
                  <a:lnTo>
                    <a:pt x="40056" y="470"/>
                  </a:lnTo>
                  <a:lnTo>
                    <a:pt x="38590" y="374"/>
                  </a:lnTo>
                  <a:lnTo>
                    <a:pt x="36991" y="297"/>
                  </a:lnTo>
                  <a:lnTo>
                    <a:pt x="35247" y="221"/>
                  </a:lnTo>
                  <a:lnTo>
                    <a:pt x="33380" y="154"/>
                  </a:lnTo>
                  <a:lnTo>
                    <a:pt x="31407" y="106"/>
                  </a:lnTo>
                  <a:lnTo>
                    <a:pt x="29328" y="58"/>
                  </a:lnTo>
                  <a:lnTo>
                    <a:pt x="27163" y="29"/>
                  </a:lnTo>
                  <a:lnTo>
                    <a:pt x="24922" y="10"/>
                  </a:lnTo>
                  <a:lnTo>
                    <a:pt x="22614" y="0"/>
                  </a:lnTo>
                  <a:close/>
                </a:path>
              </a:pathLst>
            </a:custGeom>
            <a:solidFill>
              <a:srgbClr val="666666">
                <a:alpha val="12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14"/>
            <p:cNvSpPr/>
            <p:nvPr/>
          </p:nvSpPr>
          <p:spPr>
            <a:xfrm>
              <a:off x="5580521" y="4523830"/>
              <a:ext cx="288067" cy="139134"/>
            </a:xfrm>
            <a:custGeom>
              <a:rect b="b" l="l" r="r" t="t"/>
              <a:pathLst>
                <a:path extrusionOk="0" h="3919" w="8114">
                  <a:moveTo>
                    <a:pt x="1447" y="1"/>
                  </a:moveTo>
                  <a:lnTo>
                    <a:pt x="1" y="1007"/>
                  </a:lnTo>
                  <a:lnTo>
                    <a:pt x="2050" y="2826"/>
                  </a:lnTo>
                  <a:lnTo>
                    <a:pt x="2184" y="2932"/>
                  </a:lnTo>
                  <a:lnTo>
                    <a:pt x="2318" y="3037"/>
                  </a:lnTo>
                  <a:lnTo>
                    <a:pt x="2462" y="3123"/>
                  </a:lnTo>
                  <a:lnTo>
                    <a:pt x="2615" y="3210"/>
                  </a:lnTo>
                  <a:lnTo>
                    <a:pt x="2769" y="3277"/>
                  </a:lnTo>
                  <a:lnTo>
                    <a:pt x="2922" y="3344"/>
                  </a:lnTo>
                  <a:lnTo>
                    <a:pt x="3085" y="3392"/>
                  </a:lnTo>
                  <a:lnTo>
                    <a:pt x="3247" y="3439"/>
                  </a:lnTo>
                  <a:lnTo>
                    <a:pt x="3860" y="3564"/>
                  </a:lnTo>
                  <a:lnTo>
                    <a:pt x="4588" y="3698"/>
                  </a:lnTo>
                  <a:lnTo>
                    <a:pt x="4972" y="3765"/>
                  </a:lnTo>
                  <a:lnTo>
                    <a:pt x="5364" y="3813"/>
                  </a:lnTo>
                  <a:lnTo>
                    <a:pt x="5757" y="3861"/>
                  </a:lnTo>
                  <a:lnTo>
                    <a:pt x="6140" y="3899"/>
                  </a:lnTo>
                  <a:lnTo>
                    <a:pt x="6514" y="3918"/>
                  </a:lnTo>
                  <a:lnTo>
                    <a:pt x="6858" y="3918"/>
                  </a:lnTo>
                  <a:lnTo>
                    <a:pt x="7021" y="3909"/>
                  </a:lnTo>
                  <a:lnTo>
                    <a:pt x="7175" y="3899"/>
                  </a:lnTo>
                  <a:lnTo>
                    <a:pt x="7328" y="3880"/>
                  </a:lnTo>
                  <a:lnTo>
                    <a:pt x="7462" y="3861"/>
                  </a:lnTo>
                  <a:lnTo>
                    <a:pt x="7586" y="3832"/>
                  </a:lnTo>
                  <a:lnTo>
                    <a:pt x="7701" y="3794"/>
                  </a:lnTo>
                  <a:lnTo>
                    <a:pt x="7807" y="3746"/>
                  </a:lnTo>
                  <a:lnTo>
                    <a:pt x="7893" y="3698"/>
                  </a:lnTo>
                  <a:lnTo>
                    <a:pt x="7969" y="3641"/>
                  </a:lnTo>
                  <a:lnTo>
                    <a:pt x="8027" y="3574"/>
                  </a:lnTo>
                  <a:lnTo>
                    <a:pt x="8075" y="3497"/>
                  </a:lnTo>
                  <a:lnTo>
                    <a:pt x="8104" y="3420"/>
                  </a:lnTo>
                  <a:lnTo>
                    <a:pt x="8113" y="3353"/>
                  </a:lnTo>
                  <a:lnTo>
                    <a:pt x="8113" y="3296"/>
                  </a:lnTo>
                  <a:lnTo>
                    <a:pt x="8113" y="3238"/>
                  </a:lnTo>
                  <a:lnTo>
                    <a:pt x="8094" y="3181"/>
                  </a:lnTo>
                  <a:lnTo>
                    <a:pt x="8075" y="3123"/>
                  </a:lnTo>
                  <a:lnTo>
                    <a:pt x="8046" y="3076"/>
                  </a:lnTo>
                  <a:lnTo>
                    <a:pt x="7979" y="2961"/>
                  </a:lnTo>
                  <a:lnTo>
                    <a:pt x="7883" y="2855"/>
                  </a:lnTo>
                  <a:lnTo>
                    <a:pt x="7768" y="2750"/>
                  </a:lnTo>
                  <a:lnTo>
                    <a:pt x="7634" y="2654"/>
                  </a:lnTo>
                  <a:lnTo>
                    <a:pt x="7481" y="2549"/>
                  </a:lnTo>
                  <a:lnTo>
                    <a:pt x="7318" y="2453"/>
                  </a:lnTo>
                  <a:lnTo>
                    <a:pt x="7136" y="2367"/>
                  </a:lnTo>
                  <a:lnTo>
                    <a:pt x="6945" y="2271"/>
                  </a:lnTo>
                  <a:lnTo>
                    <a:pt x="6734" y="2185"/>
                  </a:lnTo>
                  <a:lnTo>
                    <a:pt x="6312" y="2022"/>
                  </a:lnTo>
                  <a:lnTo>
                    <a:pt x="5862" y="1878"/>
                  </a:lnTo>
                  <a:lnTo>
                    <a:pt x="5403" y="1744"/>
                  </a:lnTo>
                  <a:lnTo>
                    <a:pt x="4972" y="1629"/>
                  </a:lnTo>
                  <a:lnTo>
                    <a:pt x="4550" y="1524"/>
                  </a:lnTo>
                  <a:lnTo>
                    <a:pt x="4186" y="1438"/>
                  </a:lnTo>
                  <a:lnTo>
                    <a:pt x="3621" y="1323"/>
                  </a:lnTo>
                  <a:lnTo>
                    <a:pt x="3410" y="1284"/>
                  </a:lnTo>
                  <a:lnTo>
                    <a:pt x="144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14"/>
            <p:cNvSpPr/>
            <p:nvPr/>
          </p:nvSpPr>
          <p:spPr>
            <a:xfrm>
              <a:off x="3950723" y="4466034"/>
              <a:ext cx="209181" cy="236376"/>
            </a:xfrm>
            <a:custGeom>
              <a:rect b="b" l="l" r="r" t="t"/>
              <a:pathLst>
                <a:path extrusionOk="0" h="6658" w="5892">
                  <a:moveTo>
                    <a:pt x="5508" y="1"/>
                  </a:moveTo>
                  <a:lnTo>
                    <a:pt x="3047" y="1198"/>
                  </a:lnTo>
                  <a:lnTo>
                    <a:pt x="2893" y="1284"/>
                  </a:lnTo>
                  <a:lnTo>
                    <a:pt x="2750" y="1370"/>
                  </a:lnTo>
                  <a:lnTo>
                    <a:pt x="2616" y="1466"/>
                  </a:lnTo>
                  <a:lnTo>
                    <a:pt x="2481" y="1571"/>
                  </a:lnTo>
                  <a:lnTo>
                    <a:pt x="2357" y="1686"/>
                  </a:lnTo>
                  <a:lnTo>
                    <a:pt x="2242" y="1811"/>
                  </a:lnTo>
                  <a:lnTo>
                    <a:pt x="2127" y="1945"/>
                  </a:lnTo>
                  <a:lnTo>
                    <a:pt x="2022" y="2079"/>
                  </a:lnTo>
                  <a:lnTo>
                    <a:pt x="1677" y="2596"/>
                  </a:lnTo>
                  <a:lnTo>
                    <a:pt x="1275" y="3219"/>
                  </a:lnTo>
                  <a:lnTo>
                    <a:pt x="1064" y="3545"/>
                  </a:lnTo>
                  <a:lnTo>
                    <a:pt x="872" y="3889"/>
                  </a:lnTo>
                  <a:lnTo>
                    <a:pt x="681" y="4234"/>
                  </a:lnTo>
                  <a:lnTo>
                    <a:pt x="499" y="4579"/>
                  </a:lnTo>
                  <a:lnTo>
                    <a:pt x="336" y="4914"/>
                  </a:lnTo>
                  <a:lnTo>
                    <a:pt x="202" y="5230"/>
                  </a:lnTo>
                  <a:lnTo>
                    <a:pt x="154" y="5384"/>
                  </a:lnTo>
                  <a:lnTo>
                    <a:pt x="96" y="5537"/>
                  </a:lnTo>
                  <a:lnTo>
                    <a:pt x="58" y="5680"/>
                  </a:lnTo>
                  <a:lnTo>
                    <a:pt x="29" y="5815"/>
                  </a:lnTo>
                  <a:lnTo>
                    <a:pt x="10" y="5939"/>
                  </a:lnTo>
                  <a:lnTo>
                    <a:pt x="1" y="6064"/>
                  </a:lnTo>
                  <a:lnTo>
                    <a:pt x="1" y="6169"/>
                  </a:lnTo>
                  <a:lnTo>
                    <a:pt x="10" y="6274"/>
                  </a:lnTo>
                  <a:lnTo>
                    <a:pt x="39" y="6370"/>
                  </a:lnTo>
                  <a:lnTo>
                    <a:pt x="77" y="6447"/>
                  </a:lnTo>
                  <a:lnTo>
                    <a:pt x="125" y="6514"/>
                  </a:lnTo>
                  <a:lnTo>
                    <a:pt x="192" y="6571"/>
                  </a:lnTo>
                  <a:lnTo>
                    <a:pt x="250" y="6610"/>
                  </a:lnTo>
                  <a:lnTo>
                    <a:pt x="298" y="6629"/>
                  </a:lnTo>
                  <a:lnTo>
                    <a:pt x="355" y="6648"/>
                  </a:lnTo>
                  <a:lnTo>
                    <a:pt x="413" y="6657"/>
                  </a:lnTo>
                  <a:lnTo>
                    <a:pt x="537" y="6657"/>
                  </a:lnTo>
                  <a:lnTo>
                    <a:pt x="662" y="6629"/>
                  </a:lnTo>
                  <a:lnTo>
                    <a:pt x="796" y="6590"/>
                  </a:lnTo>
                  <a:lnTo>
                    <a:pt x="939" y="6523"/>
                  </a:lnTo>
                  <a:lnTo>
                    <a:pt x="1083" y="6437"/>
                  </a:lnTo>
                  <a:lnTo>
                    <a:pt x="1227" y="6332"/>
                  </a:lnTo>
                  <a:lnTo>
                    <a:pt x="1380" y="6217"/>
                  </a:lnTo>
                  <a:lnTo>
                    <a:pt x="1533" y="6083"/>
                  </a:lnTo>
                  <a:lnTo>
                    <a:pt x="1696" y="5939"/>
                  </a:lnTo>
                  <a:lnTo>
                    <a:pt x="1849" y="5776"/>
                  </a:lnTo>
                  <a:lnTo>
                    <a:pt x="2165" y="5441"/>
                  </a:lnTo>
                  <a:lnTo>
                    <a:pt x="2472" y="5087"/>
                  </a:lnTo>
                  <a:lnTo>
                    <a:pt x="2769" y="4723"/>
                  </a:lnTo>
                  <a:lnTo>
                    <a:pt x="3047" y="4359"/>
                  </a:lnTo>
                  <a:lnTo>
                    <a:pt x="3296" y="4014"/>
                  </a:lnTo>
                  <a:lnTo>
                    <a:pt x="3516" y="3698"/>
                  </a:lnTo>
                  <a:lnTo>
                    <a:pt x="3842" y="3228"/>
                  </a:lnTo>
                  <a:lnTo>
                    <a:pt x="3956" y="3047"/>
                  </a:lnTo>
                  <a:lnTo>
                    <a:pt x="5891" y="1725"/>
                  </a:lnTo>
                  <a:lnTo>
                    <a:pt x="550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14"/>
            <p:cNvSpPr/>
            <p:nvPr/>
          </p:nvSpPr>
          <p:spPr>
            <a:xfrm>
              <a:off x="4109202" y="3262998"/>
              <a:ext cx="1703978" cy="44911"/>
            </a:xfrm>
            <a:custGeom>
              <a:rect b="b" l="l" r="r" t="t"/>
              <a:pathLst>
                <a:path extrusionOk="0" h="1265" w="47996">
                  <a:moveTo>
                    <a:pt x="0" y="0"/>
                  </a:moveTo>
                  <a:lnTo>
                    <a:pt x="0" y="1265"/>
                  </a:lnTo>
                  <a:lnTo>
                    <a:pt x="47996" y="1265"/>
                  </a:lnTo>
                  <a:lnTo>
                    <a:pt x="47996" y="0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14"/>
            <p:cNvSpPr/>
            <p:nvPr/>
          </p:nvSpPr>
          <p:spPr>
            <a:xfrm>
              <a:off x="3841912" y="3228313"/>
              <a:ext cx="534952" cy="1474135"/>
            </a:xfrm>
            <a:custGeom>
              <a:rect b="b" l="l" r="r" t="t"/>
              <a:pathLst>
                <a:path extrusionOk="0" h="41522" w="15068">
                  <a:moveTo>
                    <a:pt x="11130" y="0"/>
                  </a:moveTo>
                  <a:lnTo>
                    <a:pt x="1" y="41521"/>
                  </a:lnTo>
                  <a:lnTo>
                    <a:pt x="1409" y="41521"/>
                  </a:lnTo>
                  <a:lnTo>
                    <a:pt x="15067" y="383"/>
                  </a:lnTo>
                  <a:lnTo>
                    <a:pt x="11130" y="0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14"/>
            <p:cNvSpPr/>
            <p:nvPr/>
          </p:nvSpPr>
          <p:spPr>
            <a:xfrm>
              <a:off x="5515909" y="3228313"/>
              <a:ext cx="534916" cy="1474135"/>
            </a:xfrm>
            <a:custGeom>
              <a:rect b="b" l="l" r="r" t="t"/>
              <a:pathLst>
                <a:path extrusionOk="0" h="41522" w="15067">
                  <a:moveTo>
                    <a:pt x="3928" y="0"/>
                  </a:moveTo>
                  <a:lnTo>
                    <a:pt x="1" y="383"/>
                  </a:lnTo>
                  <a:lnTo>
                    <a:pt x="13649" y="41521"/>
                  </a:lnTo>
                  <a:lnTo>
                    <a:pt x="15067" y="41521"/>
                  </a:lnTo>
                  <a:lnTo>
                    <a:pt x="3928" y="0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14"/>
            <p:cNvSpPr/>
            <p:nvPr/>
          </p:nvSpPr>
          <p:spPr>
            <a:xfrm>
              <a:off x="4007171" y="3158589"/>
              <a:ext cx="1914153" cy="114638"/>
            </a:xfrm>
            <a:custGeom>
              <a:rect b="b" l="l" r="r" t="t"/>
              <a:pathLst>
                <a:path extrusionOk="0" h="3229" w="53916">
                  <a:moveTo>
                    <a:pt x="1" y="1"/>
                  </a:moveTo>
                  <a:lnTo>
                    <a:pt x="1" y="3229"/>
                  </a:lnTo>
                  <a:lnTo>
                    <a:pt x="53916" y="3229"/>
                  </a:lnTo>
                  <a:lnTo>
                    <a:pt x="53916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14"/>
            <p:cNvSpPr/>
            <p:nvPr/>
          </p:nvSpPr>
          <p:spPr>
            <a:xfrm>
              <a:off x="5118400" y="2880435"/>
              <a:ext cx="295203" cy="279227"/>
            </a:xfrm>
            <a:custGeom>
              <a:rect b="b" l="l" r="r" t="t"/>
              <a:pathLst>
                <a:path extrusionOk="0" h="7865" w="8315">
                  <a:moveTo>
                    <a:pt x="1" y="1"/>
                  </a:moveTo>
                  <a:lnTo>
                    <a:pt x="1993" y="7865"/>
                  </a:lnTo>
                  <a:lnTo>
                    <a:pt x="8315" y="7865"/>
                  </a:lnTo>
                  <a:lnTo>
                    <a:pt x="6322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14"/>
            <p:cNvSpPr/>
            <p:nvPr/>
          </p:nvSpPr>
          <p:spPr>
            <a:xfrm>
              <a:off x="4628090" y="2140196"/>
              <a:ext cx="1228600" cy="793374"/>
            </a:xfrm>
            <a:custGeom>
              <a:rect b="b" l="l" r="r" t="t"/>
              <a:pathLst>
                <a:path extrusionOk="0" h="22347" w="34606">
                  <a:moveTo>
                    <a:pt x="4004" y="0"/>
                  </a:moveTo>
                  <a:lnTo>
                    <a:pt x="3841" y="10"/>
                  </a:lnTo>
                  <a:lnTo>
                    <a:pt x="3678" y="29"/>
                  </a:lnTo>
                  <a:lnTo>
                    <a:pt x="3515" y="77"/>
                  </a:lnTo>
                  <a:lnTo>
                    <a:pt x="3362" y="125"/>
                  </a:lnTo>
                  <a:lnTo>
                    <a:pt x="3219" y="202"/>
                  </a:lnTo>
                  <a:lnTo>
                    <a:pt x="3084" y="278"/>
                  </a:lnTo>
                  <a:lnTo>
                    <a:pt x="2960" y="374"/>
                  </a:lnTo>
                  <a:lnTo>
                    <a:pt x="2845" y="479"/>
                  </a:lnTo>
                  <a:lnTo>
                    <a:pt x="2730" y="594"/>
                  </a:lnTo>
                  <a:lnTo>
                    <a:pt x="2634" y="728"/>
                  </a:lnTo>
                  <a:lnTo>
                    <a:pt x="2558" y="862"/>
                  </a:lnTo>
                  <a:lnTo>
                    <a:pt x="2491" y="1006"/>
                  </a:lnTo>
                  <a:lnTo>
                    <a:pt x="2433" y="1159"/>
                  </a:lnTo>
                  <a:lnTo>
                    <a:pt x="2395" y="1313"/>
                  </a:lnTo>
                  <a:lnTo>
                    <a:pt x="2366" y="1475"/>
                  </a:lnTo>
                  <a:lnTo>
                    <a:pt x="2356" y="1648"/>
                  </a:lnTo>
                  <a:lnTo>
                    <a:pt x="0" y="20699"/>
                  </a:lnTo>
                  <a:lnTo>
                    <a:pt x="10" y="20862"/>
                  </a:lnTo>
                  <a:lnTo>
                    <a:pt x="39" y="21024"/>
                  </a:lnTo>
                  <a:lnTo>
                    <a:pt x="77" y="21187"/>
                  </a:lnTo>
                  <a:lnTo>
                    <a:pt x="134" y="21340"/>
                  </a:lnTo>
                  <a:lnTo>
                    <a:pt x="201" y="21484"/>
                  </a:lnTo>
                  <a:lnTo>
                    <a:pt x="288" y="21618"/>
                  </a:lnTo>
                  <a:lnTo>
                    <a:pt x="374" y="21743"/>
                  </a:lnTo>
                  <a:lnTo>
                    <a:pt x="489" y="21858"/>
                  </a:lnTo>
                  <a:lnTo>
                    <a:pt x="604" y="21973"/>
                  </a:lnTo>
                  <a:lnTo>
                    <a:pt x="728" y="22068"/>
                  </a:lnTo>
                  <a:lnTo>
                    <a:pt x="862" y="22145"/>
                  </a:lnTo>
                  <a:lnTo>
                    <a:pt x="1006" y="22212"/>
                  </a:lnTo>
                  <a:lnTo>
                    <a:pt x="1159" y="22269"/>
                  </a:lnTo>
                  <a:lnTo>
                    <a:pt x="1322" y="22308"/>
                  </a:lnTo>
                  <a:lnTo>
                    <a:pt x="1485" y="22337"/>
                  </a:lnTo>
                  <a:lnTo>
                    <a:pt x="1648" y="22346"/>
                  </a:lnTo>
                  <a:lnTo>
                    <a:pt x="30602" y="22346"/>
                  </a:lnTo>
                  <a:lnTo>
                    <a:pt x="30775" y="22337"/>
                  </a:lnTo>
                  <a:lnTo>
                    <a:pt x="30938" y="22308"/>
                  </a:lnTo>
                  <a:lnTo>
                    <a:pt x="31091" y="22269"/>
                  </a:lnTo>
                  <a:lnTo>
                    <a:pt x="31244" y="22212"/>
                  </a:lnTo>
                  <a:lnTo>
                    <a:pt x="31388" y="22145"/>
                  </a:lnTo>
                  <a:lnTo>
                    <a:pt x="31522" y="22068"/>
                  </a:lnTo>
                  <a:lnTo>
                    <a:pt x="31656" y="21973"/>
                  </a:lnTo>
                  <a:lnTo>
                    <a:pt x="31771" y="21858"/>
                  </a:lnTo>
                  <a:lnTo>
                    <a:pt x="31876" y="21743"/>
                  </a:lnTo>
                  <a:lnTo>
                    <a:pt x="31972" y="21618"/>
                  </a:lnTo>
                  <a:lnTo>
                    <a:pt x="32058" y="21484"/>
                  </a:lnTo>
                  <a:lnTo>
                    <a:pt x="32125" y="21340"/>
                  </a:lnTo>
                  <a:lnTo>
                    <a:pt x="32183" y="21187"/>
                  </a:lnTo>
                  <a:lnTo>
                    <a:pt x="32221" y="21024"/>
                  </a:lnTo>
                  <a:lnTo>
                    <a:pt x="32240" y="20862"/>
                  </a:lnTo>
                  <a:lnTo>
                    <a:pt x="32250" y="20699"/>
                  </a:lnTo>
                  <a:lnTo>
                    <a:pt x="34606" y="1648"/>
                  </a:lnTo>
                  <a:lnTo>
                    <a:pt x="34596" y="1475"/>
                  </a:lnTo>
                  <a:lnTo>
                    <a:pt x="34577" y="1313"/>
                  </a:lnTo>
                  <a:lnTo>
                    <a:pt x="34529" y="1159"/>
                  </a:lnTo>
                  <a:lnTo>
                    <a:pt x="34481" y="1006"/>
                  </a:lnTo>
                  <a:lnTo>
                    <a:pt x="34405" y="862"/>
                  </a:lnTo>
                  <a:lnTo>
                    <a:pt x="34328" y="728"/>
                  </a:lnTo>
                  <a:lnTo>
                    <a:pt x="34232" y="594"/>
                  </a:lnTo>
                  <a:lnTo>
                    <a:pt x="34127" y="479"/>
                  </a:lnTo>
                  <a:lnTo>
                    <a:pt x="34012" y="374"/>
                  </a:lnTo>
                  <a:lnTo>
                    <a:pt x="33878" y="278"/>
                  </a:lnTo>
                  <a:lnTo>
                    <a:pt x="33744" y="202"/>
                  </a:lnTo>
                  <a:lnTo>
                    <a:pt x="33600" y="125"/>
                  </a:lnTo>
                  <a:lnTo>
                    <a:pt x="33447" y="77"/>
                  </a:lnTo>
                  <a:lnTo>
                    <a:pt x="33294" y="29"/>
                  </a:lnTo>
                  <a:lnTo>
                    <a:pt x="33131" y="10"/>
                  </a:lnTo>
                  <a:lnTo>
                    <a:pt x="3295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14"/>
            <p:cNvSpPr/>
            <p:nvPr/>
          </p:nvSpPr>
          <p:spPr>
            <a:xfrm>
              <a:off x="4628090" y="2140196"/>
              <a:ext cx="1228600" cy="793374"/>
            </a:xfrm>
            <a:custGeom>
              <a:rect b="b" l="l" r="r" t="t"/>
              <a:pathLst>
                <a:path extrusionOk="0" h="22347" w="34606">
                  <a:moveTo>
                    <a:pt x="32642" y="1916"/>
                  </a:moveTo>
                  <a:lnTo>
                    <a:pt x="30353" y="20430"/>
                  </a:lnTo>
                  <a:lnTo>
                    <a:pt x="1964" y="20430"/>
                  </a:lnTo>
                  <a:lnTo>
                    <a:pt x="4253" y="1916"/>
                  </a:lnTo>
                  <a:close/>
                  <a:moveTo>
                    <a:pt x="4004" y="0"/>
                  </a:moveTo>
                  <a:lnTo>
                    <a:pt x="3841" y="10"/>
                  </a:lnTo>
                  <a:lnTo>
                    <a:pt x="3678" y="29"/>
                  </a:lnTo>
                  <a:lnTo>
                    <a:pt x="3515" y="77"/>
                  </a:lnTo>
                  <a:lnTo>
                    <a:pt x="3362" y="125"/>
                  </a:lnTo>
                  <a:lnTo>
                    <a:pt x="3219" y="202"/>
                  </a:lnTo>
                  <a:lnTo>
                    <a:pt x="3084" y="278"/>
                  </a:lnTo>
                  <a:lnTo>
                    <a:pt x="2960" y="374"/>
                  </a:lnTo>
                  <a:lnTo>
                    <a:pt x="2845" y="479"/>
                  </a:lnTo>
                  <a:lnTo>
                    <a:pt x="2730" y="594"/>
                  </a:lnTo>
                  <a:lnTo>
                    <a:pt x="2634" y="728"/>
                  </a:lnTo>
                  <a:lnTo>
                    <a:pt x="2558" y="862"/>
                  </a:lnTo>
                  <a:lnTo>
                    <a:pt x="2491" y="1006"/>
                  </a:lnTo>
                  <a:lnTo>
                    <a:pt x="2433" y="1159"/>
                  </a:lnTo>
                  <a:lnTo>
                    <a:pt x="2395" y="1313"/>
                  </a:lnTo>
                  <a:lnTo>
                    <a:pt x="2366" y="1475"/>
                  </a:lnTo>
                  <a:lnTo>
                    <a:pt x="2356" y="1648"/>
                  </a:lnTo>
                  <a:lnTo>
                    <a:pt x="0" y="20699"/>
                  </a:lnTo>
                  <a:lnTo>
                    <a:pt x="10" y="20862"/>
                  </a:lnTo>
                  <a:lnTo>
                    <a:pt x="39" y="21024"/>
                  </a:lnTo>
                  <a:lnTo>
                    <a:pt x="77" y="21187"/>
                  </a:lnTo>
                  <a:lnTo>
                    <a:pt x="134" y="21340"/>
                  </a:lnTo>
                  <a:lnTo>
                    <a:pt x="201" y="21484"/>
                  </a:lnTo>
                  <a:lnTo>
                    <a:pt x="288" y="21618"/>
                  </a:lnTo>
                  <a:lnTo>
                    <a:pt x="374" y="21743"/>
                  </a:lnTo>
                  <a:lnTo>
                    <a:pt x="489" y="21858"/>
                  </a:lnTo>
                  <a:lnTo>
                    <a:pt x="604" y="21973"/>
                  </a:lnTo>
                  <a:lnTo>
                    <a:pt x="728" y="22068"/>
                  </a:lnTo>
                  <a:lnTo>
                    <a:pt x="862" y="22145"/>
                  </a:lnTo>
                  <a:lnTo>
                    <a:pt x="1006" y="22212"/>
                  </a:lnTo>
                  <a:lnTo>
                    <a:pt x="1159" y="22269"/>
                  </a:lnTo>
                  <a:lnTo>
                    <a:pt x="1322" y="22308"/>
                  </a:lnTo>
                  <a:lnTo>
                    <a:pt x="1485" y="22337"/>
                  </a:lnTo>
                  <a:lnTo>
                    <a:pt x="1648" y="22346"/>
                  </a:lnTo>
                  <a:lnTo>
                    <a:pt x="30602" y="22346"/>
                  </a:lnTo>
                  <a:lnTo>
                    <a:pt x="30775" y="22337"/>
                  </a:lnTo>
                  <a:lnTo>
                    <a:pt x="30938" y="22308"/>
                  </a:lnTo>
                  <a:lnTo>
                    <a:pt x="31091" y="22269"/>
                  </a:lnTo>
                  <a:lnTo>
                    <a:pt x="31244" y="22212"/>
                  </a:lnTo>
                  <a:lnTo>
                    <a:pt x="31388" y="22145"/>
                  </a:lnTo>
                  <a:lnTo>
                    <a:pt x="31522" y="22068"/>
                  </a:lnTo>
                  <a:lnTo>
                    <a:pt x="31656" y="21973"/>
                  </a:lnTo>
                  <a:lnTo>
                    <a:pt x="31771" y="21858"/>
                  </a:lnTo>
                  <a:lnTo>
                    <a:pt x="31876" y="21743"/>
                  </a:lnTo>
                  <a:lnTo>
                    <a:pt x="31972" y="21618"/>
                  </a:lnTo>
                  <a:lnTo>
                    <a:pt x="32058" y="21484"/>
                  </a:lnTo>
                  <a:lnTo>
                    <a:pt x="32125" y="21340"/>
                  </a:lnTo>
                  <a:lnTo>
                    <a:pt x="32183" y="21187"/>
                  </a:lnTo>
                  <a:lnTo>
                    <a:pt x="32221" y="21024"/>
                  </a:lnTo>
                  <a:lnTo>
                    <a:pt x="32240" y="20862"/>
                  </a:lnTo>
                  <a:lnTo>
                    <a:pt x="32250" y="20699"/>
                  </a:lnTo>
                  <a:lnTo>
                    <a:pt x="34606" y="1648"/>
                  </a:lnTo>
                  <a:lnTo>
                    <a:pt x="34596" y="1475"/>
                  </a:lnTo>
                  <a:lnTo>
                    <a:pt x="34577" y="1313"/>
                  </a:lnTo>
                  <a:lnTo>
                    <a:pt x="34529" y="1159"/>
                  </a:lnTo>
                  <a:lnTo>
                    <a:pt x="34481" y="1006"/>
                  </a:lnTo>
                  <a:lnTo>
                    <a:pt x="34405" y="862"/>
                  </a:lnTo>
                  <a:lnTo>
                    <a:pt x="34328" y="728"/>
                  </a:lnTo>
                  <a:lnTo>
                    <a:pt x="34232" y="594"/>
                  </a:lnTo>
                  <a:lnTo>
                    <a:pt x="34127" y="479"/>
                  </a:lnTo>
                  <a:lnTo>
                    <a:pt x="34012" y="374"/>
                  </a:lnTo>
                  <a:lnTo>
                    <a:pt x="33878" y="278"/>
                  </a:lnTo>
                  <a:lnTo>
                    <a:pt x="33744" y="202"/>
                  </a:lnTo>
                  <a:lnTo>
                    <a:pt x="33600" y="125"/>
                  </a:lnTo>
                  <a:lnTo>
                    <a:pt x="33447" y="77"/>
                  </a:lnTo>
                  <a:lnTo>
                    <a:pt x="33294" y="29"/>
                  </a:lnTo>
                  <a:lnTo>
                    <a:pt x="33131" y="10"/>
                  </a:lnTo>
                  <a:lnTo>
                    <a:pt x="32958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14"/>
            <p:cNvSpPr/>
            <p:nvPr/>
          </p:nvSpPr>
          <p:spPr>
            <a:xfrm>
              <a:off x="4697779" y="2208181"/>
              <a:ext cx="1089217" cy="657364"/>
            </a:xfrm>
            <a:custGeom>
              <a:rect b="b" l="l" r="r" t="t"/>
              <a:pathLst>
                <a:path extrusionOk="0" fill="none" h="18516" w="30680">
                  <a:moveTo>
                    <a:pt x="30679" y="1"/>
                  </a:moveTo>
                  <a:lnTo>
                    <a:pt x="28390" y="18515"/>
                  </a:lnTo>
                  <a:lnTo>
                    <a:pt x="1" y="18515"/>
                  </a:lnTo>
                  <a:lnTo>
                    <a:pt x="2290" y="1"/>
                  </a:lnTo>
                  <a:lnTo>
                    <a:pt x="3067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14"/>
            <p:cNvSpPr/>
            <p:nvPr/>
          </p:nvSpPr>
          <p:spPr>
            <a:xfrm>
              <a:off x="4628090" y="2140196"/>
              <a:ext cx="1228600" cy="793374"/>
            </a:xfrm>
            <a:custGeom>
              <a:rect b="b" l="l" r="r" t="t"/>
              <a:pathLst>
                <a:path extrusionOk="0" fill="none" h="22347" w="34606">
                  <a:moveTo>
                    <a:pt x="32958" y="0"/>
                  </a:moveTo>
                  <a:lnTo>
                    <a:pt x="4004" y="0"/>
                  </a:lnTo>
                  <a:lnTo>
                    <a:pt x="4004" y="0"/>
                  </a:lnTo>
                  <a:lnTo>
                    <a:pt x="3841" y="10"/>
                  </a:lnTo>
                  <a:lnTo>
                    <a:pt x="3678" y="29"/>
                  </a:lnTo>
                  <a:lnTo>
                    <a:pt x="3515" y="77"/>
                  </a:lnTo>
                  <a:lnTo>
                    <a:pt x="3362" y="125"/>
                  </a:lnTo>
                  <a:lnTo>
                    <a:pt x="3219" y="202"/>
                  </a:lnTo>
                  <a:lnTo>
                    <a:pt x="3084" y="278"/>
                  </a:lnTo>
                  <a:lnTo>
                    <a:pt x="2960" y="374"/>
                  </a:lnTo>
                  <a:lnTo>
                    <a:pt x="2845" y="479"/>
                  </a:lnTo>
                  <a:lnTo>
                    <a:pt x="2730" y="594"/>
                  </a:lnTo>
                  <a:lnTo>
                    <a:pt x="2634" y="728"/>
                  </a:lnTo>
                  <a:lnTo>
                    <a:pt x="2558" y="862"/>
                  </a:lnTo>
                  <a:lnTo>
                    <a:pt x="2491" y="1006"/>
                  </a:lnTo>
                  <a:lnTo>
                    <a:pt x="2433" y="1159"/>
                  </a:lnTo>
                  <a:lnTo>
                    <a:pt x="2395" y="1313"/>
                  </a:lnTo>
                  <a:lnTo>
                    <a:pt x="2366" y="1475"/>
                  </a:lnTo>
                  <a:lnTo>
                    <a:pt x="2356" y="1648"/>
                  </a:lnTo>
                  <a:lnTo>
                    <a:pt x="0" y="20699"/>
                  </a:lnTo>
                  <a:lnTo>
                    <a:pt x="0" y="20699"/>
                  </a:lnTo>
                  <a:lnTo>
                    <a:pt x="10" y="20862"/>
                  </a:lnTo>
                  <a:lnTo>
                    <a:pt x="39" y="21024"/>
                  </a:lnTo>
                  <a:lnTo>
                    <a:pt x="77" y="21187"/>
                  </a:lnTo>
                  <a:lnTo>
                    <a:pt x="134" y="21340"/>
                  </a:lnTo>
                  <a:lnTo>
                    <a:pt x="201" y="21484"/>
                  </a:lnTo>
                  <a:lnTo>
                    <a:pt x="288" y="21618"/>
                  </a:lnTo>
                  <a:lnTo>
                    <a:pt x="374" y="21743"/>
                  </a:lnTo>
                  <a:lnTo>
                    <a:pt x="489" y="21858"/>
                  </a:lnTo>
                  <a:lnTo>
                    <a:pt x="604" y="21973"/>
                  </a:lnTo>
                  <a:lnTo>
                    <a:pt x="728" y="22068"/>
                  </a:lnTo>
                  <a:lnTo>
                    <a:pt x="862" y="22145"/>
                  </a:lnTo>
                  <a:lnTo>
                    <a:pt x="1006" y="22212"/>
                  </a:lnTo>
                  <a:lnTo>
                    <a:pt x="1159" y="22269"/>
                  </a:lnTo>
                  <a:lnTo>
                    <a:pt x="1322" y="22308"/>
                  </a:lnTo>
                  <a:lnTo>
                    <a:pt x="1485" y="22337"/>
                  </a:lnTo>
                  <a:lnTo>
                    <a:pt x="1648" y="22346"/>
                  </a:lnTo>
                  <a:lnTo>
                    <a:pt x="30602" y="22346"/>
                  </a:lnTo>
                  <a:lnTo>
                    <a:pt x="30602" y="22346"/>
                  </a:lnTo>
                  <a:lnTo>
                    <a:pt x="30775" y="22337"/>
                  </a:lnTo>
                  <a:lnTo>
                    <a:pt x="30938" y="22308"/>
                  </a:lnTo>
                  <a:lnTo>
                    <a:pt x="31091" y="22269"/>
                  </a:lnTo>
                  <a:lnTo>
                    <a:pt x="31244" y="22212"/>
                  </a:lnTo>
                  <a:lnTo>
                    <a:pt x="31388" y="22145"/>
                  </a:lnTo>
                  <a:lnTo>
                    <a:pt x="31522" y="22068"/>
                  </a:lnTo>
                  <a:lnTo>
                    <a:pt x="31656" y="21973"/>
                  </a:lnTo>
                  <a:lnTo>
                    <a:pt x="31771" y="21858"/>
                  </a:lnTo>
                  <a:lnTo>
                    <a:pt x="31876" y="21743"/>
                  </a:lnTo>
                  <a:lnTo>
                    <a:pt x="31972" y="21618"/>
                  </a:lnTo>
                  <a:lnTo>
                    <a:pt x="32058" y="21484"/>
                  </a:lnTo>
                  <a:lnTo>
                    <a:pt x="32125" y="21340"/>
                  </a:lnTo>
                  <a:lnTo>
                    <a:pt x="32183" y="21187"/>
                  </a:lnTo>
                  <a:lnTo>
                    <a:pt x="32221" y="21024"/>
                  </a:lnTo>
                  <a:lnTo>
                    <a:pt x="32240" y="20862"/>
                  </a:lnTo>
                  <a:lnTo>
                    <a:pt x="32250" y="20699"/>
                  </a:lnTo>
                  <a:lnTo>
                    <a:pt x="34606" y="1648"/>
                  </a:lnTo>
                  <a:lnTo>
                    <a:pt x="34606" y="1648"/>
                  </a:lnTo>
                  <a:lnTo>
                    <a:pt x="34596" y="1475"/>
                  </a:lnTo>
                  <a:lnTo>
                    <a:pt x="34577" y="1313"/>
                  </a:lnTo>
                  <a:lnTo>
                    <a:pt x="34529" y="1159"/>
                  </a:lnTo>
                  <a:lnTo>
                    <a:pt x="34481" y="1006"/>
                  </a:lnTo>
                  <a:lnTo>
                    <a:pt x="34405" y="862"/>
                  </a:lnTo>
                  <a:lnTo>
                    <a:pt x="34328" y="728"/>
                  </a:lnTo>
                  <a:lnTo>
                    <a:pt x="34232" y="594"/>
                  </a:lnTo>
                  <a:lnTo>
                    <a:pt x="34127" y="479"/>
                  </a:lnTo>
                  <a:lnTo>
                    <a:pt x="34012" y="374"/>
                  </a:lnTo>
                  <a:lnTo>
                    <a:pt x="33878" y="278"/>
                  </a:lnTo>
                  <a:lnTo>
                    <a:pt x="33744" y="202"/>
                  </a:lnTo>
                  <a:lnTo>
                    <a:pt x="33600" y="125"/>
                  </a:lnTo>
                  <a:lnTo>
                    <a:pt x="33447" y="77"/>
                  </a:lnTo>
                  <a:lnTo>
                    <a:pt x="33294" y="29"/>
                  </a:lnTo>
                  <a:lnTo>
                    <a:pt x="33131" y="10"/>
                  </a:lnTo>
                  <a:lnTo>
                    <a:pt x="32958" y="0"/>
                  </a:lnTo>
                  <a:lnTo>
                    <a:pt x="32958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14"/>
            <p:cNvSpPr/>
            <p:nvPr/>
          </p:nvSpPr>
          <p:spPr>
            <a:xfrm>
              <a:off x="5022866" y="3079385"/>
              <a:ext cx="390741" cy="80271"/>
            </a:xfrm>
            <a:custGeom>
              <a:rect b="b" l="l" r="r" t="t"/>
              <a:pathLst>
                <a:path extrusionOk="0" h="2261" w="11006">
                  <a:moveTo>
                    <a:pt x="2165" y="0"/>
                  </a:moveTo>
                  <a:lnTo>
                    <a:pt x="1945" y="10"/>
                  </a:lnTo>
                  <a:lnTo>
                    <a:pt x="1734" y="48"/>
                  </a:lnTo>
                  <a:lnTo>
                    <a:pt x="1523" y="96"/>
                  </a:lnTo>
                  <a:lnTo>
                    <a:pt x="1322" y="173"/>
                  </a:lnTo>
                  <a:lnTo>
                    <a:pt x="1131" y="259"/>
                  </a:lnTo>
                  <a:lnTo>
                    <a:pt x="958" y="374"/>
                  </a:lnTo>
                  <a:lnTo>
                    <a:pt x="786" y="498"/>
                  </a:lnTo>
                  <a:lnTo>
                    <a:pt x="633" y="632"/>
                  </a:lnTo>
                  <a:lnTo>
                    <a:pt x="499" y="786"/>
                  </a:lnTo>
                  <a:lnTo>
                    <a:pt x="374" y="958"/>
                  </a:lnTo>
                  <a:lnTo>
                    <a:pt x="259" y="1140"/>
                  </a:lnTo>
                  <a:lnTo>
                    <a:pt x="173" y="1322"/>
                  </a:lnTo>
                  <a:lnTo>
                    <a:pt x="96" y="1523"/>
                  </a:lnTo>
                  <a:lnTo>
                    <a:pt x="48" y="1734"/>
                  </a:lnTo>
                  <a:lnTo>
                    <a:pt x="10" y="1944"/>
                  </a:lnTo>
                  <a:lnTo>
                    <a:pt x="0" y="2165"/>
                  </a:lnTo>
                  <a:lnTo>
                    <a:pt x="0" y="2261"/>
                  </a:lnTo>
                  <a:lnTo>
                    <a:pt x="11006" y="2261"/>
                  </a:lnTo>
                  <a:lnTo>
                    <a:pt x="11006" y="2165"/>
                  </a:lnTo>
                  <a:lnTo>
                    <a:pt x="10996" y="1944"/>
                  </a:lnTo>
                  <a:lnTo>
                    <a:pt x="10967" y="1734"/>
                  </a:lnTo>
                  <a:lnTo>
                    <a:pt x="10910" y="1523"/>
                  </a:lnTo>
                  <a:lnTo>
                    <a:pt x="10843" y="1322"/>
                  </a:lnTo>
                  <a:lnTo>
                    <a:pt x="10747" y="1140"/>
                  </a:lnTo>
                  <a:lnTo>
                    <a:pt x="10642" y="958"/>
                  </a:lnTo>
                  <a:lnTo>
                    <a:pt x="10517" y="786"/>
                  </a:lnTo>
                  <a:lnTo>
                    <a:pt x="10374" y="632"/>
                  </a:lnTo>
                  <a:lnTo>
                    <a:pt x="10220" y="498"/>
                  </a:lnTo>
                  <a:lnTo>
                    <a:pt x="10057" y="374"/>
                  </a:lnTo>
                  <a:lnTo>
                    <a:pt x="9875" y="259"/>
                  </a:lnTo>
                  <a:lnTo>
                    <a:pt x="9684" y="173"/>
                  </a:lnTo>
                  <a:lnTo>
                    <a:pt x="9483" y="96"/>
                  </a:lnTo>
                  <a:lnTo>
                    <a:pt x="9282" y="48"/>
                  </a:lnTo>
                  <a:lnTo>
                    <a:pt x="9061" y="10"/>
                  </a:lnTo>
                  <a:lnTo>
                    <a:pt x="884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14"/>
            <p:cNvSpPr/>
            <p:nvPr/>
          </p:nvSpPr>
          <p:spPr>
            <a:xfrm>
              <a:off x="4852494" y="2303395"/>
              <a:ext cx="320375" cy="46970"/>
            </a:xfrm>
            <a:custGeom>
              <a:rect b="b" l="l" r="r" t="t"/>
              <a:pathLst>
                <a:path extrusionOk="0" h="1323" w="9024">
                  <a:moveTo>
                    <a:pt x="173" y="1"/>
                  </a:moveTo>
                  <a:lnTo>
                    <a:pt x="1" y="1323"/>
                  </a:lnTo>
                  <a:lnTo>
                    <a:pt x="8861" y="1323"/>
                  </a:lnTo>
                  <a:lnTo>
                    <a:pt x="902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14"/>
            <p:cNvSpPr/>
            <p:nvPr/>
          </p:nvSpPr>
          <p:spPr>
            <a:xfrm>
              <a:off x="5336733" y="2406456"/>
              <a:ext cx="320339" cy="47289"/>
            </a:xfrm>
            <a:custGeom>
              <a:rect b="b" l="l" r="r" t="t"/>
              <a:pathLst>
                <a:path extrusionOk="0" h="1332" w="9023">
                  <a:moveTo>
                    <a:pt x="163" y="0"/>
                  </a:moveTo>
                  <a:lnTo>
                    <a:pt x="0" y="1331"/>
                  </a:lnTo>
                  <a:lnTo>
                    <a:pt x="8860" y="1331"/>
                  </a:lnTo>
                  <a:lnTo>
                    <a:pt x="902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14"/>
            <p:cNvSpPr/>
            <p:nvPr/>
          </p:nvSpPr>
          <p:spPr>
            <a:xfrm>
              <a:off x="5160220" y="2509801"/>
              <a:ext cx="343842" cy="47325"/>
            </a:xfrm>
            <a:custGeom>
              <a:rect b="b" l="l" r="r" t="t"/>
              <a:pathLst>
                <a:path extrusionOk="0" h="1333" w="9685">
                  <a:moveTo>
                    <a:pt x="164" y="1"/>
                  </a:moveTo>
                  <a:lnTo>
                    <a:pt x="1" y="1332"/>
                  </a:lnTo>
                  <a:lnTo>
                    <a:pt x="9522" y="1332"/>
                  </a:lnTo>
                  <a:lnTo>
                    <a:pt x="968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14"/>
            <p:cNvSpPr/>
            <p:nvPr/>
          </p:nvSpPr>
          <p:spPr>
            <a:xfrm>
              <a:off x="4842305" y="2406456"/>
              <a:ext cx="440053" cy="47289"/>
            </a:xfrm>
            <a:custGeom>
              <a:rect b="b" l="l" r="r" t="t"/>
              <a:pathLst>
                <a:path extrusionOk="0" h="1332" w="12395">
                  <a:moveTo>
                    <a:pt x="163" y="0"/>
                  </a:moveTo>
                  <a:lnTo>
                    <a:pt x="0" y="1331"/>
                  </a:lnTo>
                  <a:lnTo>
                    <a:pt x="12232" y="1331"/>
                  </a:lnTo>
                  <a:lnTo>
                    <a:pt x="1239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14"/>
            <p:cNvSpPr/>
            <p:nvPr/>
          </p:nvSpPr>
          <p:spPr>
            <a:xfrm>
              <a:off x="4831087" y="2509801"/>
              <a:ext cx="274789" cy="47325"/>
            </a:xfrm>
            <a:custGeom>
              <a:rect b="b" l="l" r="r" t="t"/>
              <a:pathLst>
                <a:path extrusionOk="0" h="1333" w="7740">
                  <a:moveTo>
                    <a:pt x="163" y="1"/>
                  </a:moveTo>
                  <a:lnTo>
                    <a:pt x="0" y="1332"/>
                  </a:lnTo>
                  <a:lnTo>
                    <a:pt x="7577" y="1332"/>
                  </a:lnTo>
                  <a:lnTo>
                    <a:pt x="773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14"/>
            <p:cNvSpPr/>
            <p:nvPr/>
          </p:nvSpPr>
          <p:spPr>
            <a:xfrm>
              <a:off x="4816105" y="2613181"/>
              <a:ext cx="369333" cy="47289"/>
            </a:xfrm>
            <a:custGeom>
              <a:rect b="b" l="l" r="r" t="t"/>
              <a:pathLst>
                <a:path extrusionOk="0" h="1332" w="10403">
                  <a:moveTo>
                    <a:pt x="164" y="1"/>
                  </a:moveTo>
                  <a:lnTo>
                    <a:pt x="1" y="1332"/>
                  </a:lnTo>
                  <a:lnTo>
                    <a:pt x="10240" y="1332"/>
                  </a:lnTo>
                  <a:lnTo>
                    <a:pt x="1040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14"/>
            <p:cNvSpPr/>
            <p:nvPr/>
          </p:nvSpPr>
          <p:spPr>
            <a:xfrm>
              <a:off x="5229271" y="2613181"/>
              <a:ext cx="180246" cy="47289"/>
            </a:xfrm>
            <a:custGeom>
              <a:rect b="b" l="l" r="r" t="t"/>
              <a:pathLst>
                <a:path extrusionOk="0" h="1332" w="5077">
                  <a:moveTo>
                    <a:pt x="163" y="1"/>
                  </a:moveTo>
                  <a:lnTo>
                    <a:pt x="0" y="1332"/>
                  </a:lnTo>
                  <a:lnTo>
                    <a:pt x="4914" y="1332"/>
                  </a:lnTo>
                  <a:lnTo>
                    <a:pt x="507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14"/>
            <p:cNvSpPr/>
            <p:nvPr/>
          </p:nvSpPr>
          <p:spPr>
            <a:xfrm>
              <a:off x="4802863" y="2716561"/>
              <a:ext cx="204068" cy="47289"/>
            </a:xfrm>
            <a:custGeom>
              <a:rect b="b" l="l" r="r" t="t"/>
              <a:pathLst>
                <a:path extrusionOk="0" h="1332" w="5748">
                  <a:moveTo>
                    <a:pt x="163" y="0"/>
                  </a:moveTo>
                  <a:lnTo>
                    <a:pt x="0" y="1332"/>
                  </a:lnTo>
                  <a:lnTo>
                    <a:pt x="5584" y="1332"/>
                  </a:lnTo>
                  <a:lnTo>
                    <a:pt x="574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14"/>
            <p:cNvSpPr/>
            <p:nvPr/>
          </p:nvSpPr>
          <p:spPr>
            <a:xfrm>
              <a:off x="4439365" y="3464966"/>
              <a:ext cx="1235771" cy="1133772"/>
            </a:xfrm>
            <a:custGeom>
              <a:rect b="b" l="l" r="r" t="t"/>
              <a:pathLst>
                <a:path extrusionOk="0" h="31935" w="34808">
                  <a:moveTo>
                    <a:pt x="6092" y="1"/>
                  </a:moveTo>
                  <a:lnTo>
                    <a:pt x="5814" y="20"/>
                  </a:lnTo>
                  <a:lnTo>
                    <a:pt x="5537" y="39"/>
                  </a:lnTo>
                  <a:lnTo>
                    <a:pt x="5268" y="77"/>
                  </a:lnTo>
                  <a:lnTo>
                    <a:pt x="4991" y="135"/>
                  </a:lnTo>
                  <a:lnTo>
                    <a:pt x="4713" y="192"/>
                  </a:lnTo>
                  <a:lnTo>
                    <a:pt x="4445" y="269"/>
                  </a:lnTo>
                  <a:lnTo>
                    <a:pt x="4176" y="365"/>
                  </a:lnTo>
                  <a:lnTo>
                    <a:pt x="3918" y="460"/>
                  </a:lnTo>
                  <a:lnTo>
                    <a:pt x="3650" y="575"/>
                  </a:lnTo>
                  <a:lnTo>
                    <a:pt x="3391" y="700"/>
                  </a:lnTo>
                  <a:lnTo>
                    <a:pt x="3142" y="844"/>
                  </a:lnTo>
                  <a:lnTo>
                    <a:pt x="2893" y="997"/>
                  </a:lnTo>
                  <a:lnTo>
                    <a:pt x="2711" y="1112"/>
                  </a:lnTo>
                  <a:lnTo>
                    <a:pt x="2548" y="1227"/>
                  </a:lnTo>
                  <a:lnTo>
                    <a:pt x="2385" y="1351"/>
                  </a:lnTo>
                  <a:lnTo>
                    <a:pt x="2223" y="1485"/>
                  </a:lnTo>
                  <a:lnTo>
                    <a:pt x="2069" y="1619"/>
                  </a:lnTo>
                  <a:lnTo>
                    <a:pt x="1926" y="1753"/>
                  </a:lnTo>
                  <a:lnTo>
                    <a:pt x="1782" y="1897"/>
                  </a:lnTo>
                  <a:lnTo>
                    <a:pt x="1648" y="2041"/>
                  </a:lnTo>
                  <a:lnTo>
                    <a:pt x="1514" y="2185"/>
                  </a:lnTo>
                  <a:lnTo>
                    <a:pt x="1389" y="2338"/>
                  </a:lnTo>
                  <a:lnTo>
                    <a:pt x="1265" y="2491"/>
                  </a:lnTo>
                  <a:lnTo>
                    <a:pt x="1150" y="2644"/>
                  </a:lnTo>
                  <a:lnTo>
                    <a:pt x="1044" y="2807"/>
                  </a:lnTo>
                  <a:lnTo>
                    <a:pt x="939" y="2960"/>
                  </a:lnTo>
                  <a:lnTo>
                    <a:pt x="843" y="3133"/>
                  </a:lnTo>
                  <a:lnTo>
                    <a:pt x="748" y="3296"/>
                  </a:lnTo>
                  <a:lnTo>
                    <a:pt x="661" y="3468"/>
                  </a:lnTo>
                  <a:lnTo>
                    <a:pt x="575" y="3640"/>
                  </a:lnTo>
                  <a:lnTo>
                    <a:pt x="498" y="3813"/>
                  </a:lnTo>
                  <a:lnTo>
                    <a:pt x="431" y="3985"/>
                  </a:lnTo>
                  <a:lnTo>
                    <a:pt x="307" y="4340"/>
                  </a:lnTo>
                  <a:lnTo>
                    <a:pt x="202" y="4704"/>
                  </a:lnTo>
                  <a:lnTo>
                    <a:pt x="115" y="5068"/>
                  </a:lnTo>
                  <a:lnTo>
                    <a:pt x="58" y="5441"/>
                  </a:lnTo>
                  <a:lnTo>
                    <a:pt x="20" y="5815"/>
                  </a:lnTo>
                  <a:lnTo>
                    <a:pt x="0" y="6188"/>
                  </a:lnTo>
                  <a:lnTo>
                    <a:pt x="10" y="6562"/>
                  </a:lnTo>
                  <a:lnTo>
                    <a:pt x="29" y="6935"/>
                  </a:lnTo>
                  <a:lnTo>
                    <a:pt x="87" y="7309"/>
                  </a:lnTo>
                  <a:lnTo>
                    <a:pt x="154" y="7673"/>
                  </a:lnTo>
                  <a:lnTo>
                    <a:pt x="249" y="8037"/>
                  </a:lnTo>
                  <a:lnTo>
                    <a:pt x="364" y="8401"/>
                  </a:lnTo>
                  <a:lnTo>
                    <a:pt x="431" y="8573"/>
                  </a:lnTo>
                  <a:lnTo>
                    <a:pt x="498" y="8746"/>
                  </a:lnTo>
                  <a:lnTo>
                    <a:pt x="575" y="8928"/>
                  </a:lnTo>
                  <a:lnTo>
                    <a:pt x="661" y="9100"/>
                  </a:lnTo>
                  <a:lnTo>
                    <a:pt x="748" y="9263"/>
                  </a:lnTo>
                  <a:lnTo>
                    <a:pt x="843" y="9435"/>
                  </a:lnTo>
                  <a:lnTo>
                    <a:pt x="939" y="9598"/>
                  </a:lnTo>
                  <a:lnTo>
                    <a:pt x="1044" y="9761"/>
                  </a:lnTo>
                  <a:lnTo>
                    <a:pt x="1150" y="9924"/>
                  </a:lnTo>
                  <a:lnTo>
                    <a:pt x="1265" y="10077"/>
                  </a:lnTo>
                  <a:lnTo>
                    <a:pt x="1389" y="10230"/>
                  </a:lnTo>
                  <a:lnTo>
                    <a:pt x="1514" y="10383"/>
                  </a:lnTo>
                  <a:lnTo>
                    <a:pt x="1648" y="10527"/>
                  </a:lnTo>
                  <a:lnTo>
                    <a:pt x="1782" y="10671"/>
                  </a:lnTo>
                  <a:lnTo>
                    <a:pt x="1926" y="10814"/>
                  </a:lnTo>
                  <a:lnTo>
                    <a:pt x="2079" y="10948"/>
                  </a:lnTo>
                  <a:lnTo>
                    <a:pt x="2232" y="11083"/>
                  </a:lnTo>
                  <a:lnTo>
                    <a:pt x="2395" y="11217"/>
                  </a:lnTo>
                  <a:lnTo>
                    <a:pt x="2558" y="11341"/>
                  </a:lnTo>
                  <a:lnTo>
                    <a:pt x="2730" y="11466"/>
                  </a:lnTo>
                  <a:lnTo>
                    <a:pt x="32566" y="31934"/>
                  </a:lnTo>
                  <a:lnTo>
                    <a:pt x="32767" y="31838"/>
                  </a:lnTo>
                  <a:lnTo>
                    <a:pt x="32968" y="31723"/>
                  </a:lnTo>
                  <a:lnTo>
                    <a:pt x="33150" y="31618"/>
                  </a:lnTo>
                  <a:lnTo>
                    <a:pt x="33332" y="31503"/>
                  </a:lnTo>
                  <a:lnTo>
                    <a:pt x="33505" y="31388"/>
                  </a:lnTo>
                  <a:lnTo>
                    <a:pt x="33677" y="31264"/>
                  </a:lnTo>
                  <a:lnTo>
                    <a:pt x="33830" y="31139"/>
                  </a:lnTo>
                  <a:lnTo>
                    <a:pt x="33974" y="31015"/>
                  </a:lnTo>
                  <a:lnTo>
                    <a:pt x="34118" y="30881"/>
                  </a:lnTo>
                  <a:lnTo>
                    <a:pt x="34242" y="30737"/>
                  </a:lnTo>
                  <a:lnTo>
                    <a:pt x="34367" y="30603"/>
                  </a:lnTo>
                  <a:lnTo>
                    <a:pt x="34472" y="30459"/>
                  </a:lnTo>
                  <a:lnTo>
                    <a:pt x="34568" y="30306"/>
                  </a:lnTo>
                  <a:lnTo>
                    <a:pt x="34664" y="30153"/>
                  </a:lnTo>
                  <a:lnTo>
                    <a:pt x="34740" y="29990"/>
                  </a:lnTo>
                  <a:lnTo>
                    <a:pt x="34807" y="29827"/>
                  </a:lnTo>
                  <a:lnTo>
                    <a:pt x="11054" y="2185"/>
                  </a:lnTo>
                  <a:lnTo>
                    <a:pt x="10852" y="1964"/>
                  </a:lnTo>
                  <a:lnTo>
                    <a:pt x="10651" y="1763"/>
                  </a:lnTo>
                  <a:lnTo>
                    <a:pt x="10441" y="1572"/>
                  </a:lnTo>
                  <a:lnTo>
                    <a:pt x="10220" y="1380"/>
                  </a:lnTo>
                  <a:lnTo>
                    <a:pt x="10000" y="1208"/>
                  </a:lnTo>
                  <a:lnTo>
                    <a:pt x="9761" y="1045"/>
                  </a:lnTo>
                  <a:lnTo>
                    <a:pt x="9531" y="901"/>
                  </a:lnTo>
                  <a:lnTo>
                    <a:pt x="9282" y="757"/>
                  </a:lnTo>
                  <a:lnTo>
                    <a:pt x="9033" y="633"/>
                  </a:lnTo>
                  <a:lnTo>
                    <a:pt x="8784" y="518"/>
                  </a:lnTo>
                  <a:lnTo>
                    <a:pt x="8525" y="413"/>
                  </a:lnTo>
                  <a:lnTo>
                    <a:pt x="8266" y="317"/>
                  </a:lnTo>
                  <a:lnTo>
                    <a:pt x="7998" y="240"/>
                  </a:lnTo>
                  <a:lnTo>
                    <a:pt x="7730" y="164"/>
                  </a:lnTo>
                  <a:lnTo>
                    <a:pt x="7462" y="106"/>
                  </a:lnTo>
                  <a:lnTo>
                    <a:pt x="7194" y="68"/>
                  </a:lnTo>
                  <a:lnTo>
                    <a:pt x="6916" y="29"/>
                  </a:lnTo>
                  <a:lnTo>
                    <a:pt x="6648" y="10"/>
                  </a:lnTo>
                  <a:lnTo>
                    <a:pt x="6370" y="1"/>
                  </a:lnTo>
                  <a:close/>
                </a:path>
              </a:pathLst>
            </a:custGeom>
            <a:solidFill>
              <a:srgbClr val="6F1AD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14"/>
            <p:cNvSpPr/>
            <p:nvPr/>
          </p:nvSpPr>
          <p:spPr>
            <a:xfrm>
              <a:off x="4195221" y="2199696"/>
              <a:ext cx="205772" cy="324777"/>
            </a:xfrm>
            <a:custGeom>
              <a:rect b="b" l="l" r="r" t="t"/>
              <a:pathLst>
                <a:path extrusionOk="0" h="9148" w="5796">
                  <a:moveTo>
                    <a:pt x="3573" y="1"/>
                  </a:moveTo>
                  <a:lnTo>
                    <a:pt x="3228" y="796"/>
                  </a:lnTo>
                  <a:lnTo>
                    <a:pt x="2893" y="1543"/>
                  </a:lnTo>
                  <a:lnTo>
                    <a:pt x="2567" y="2232"/>
                  </a:lnTo>
                  <a:lnTo>
                    <a:pt x="2242" y="2874"/>
                  </a:lnTo>
                  <a:lnTo>
                    <a:pt x="1935" y="3458"/>
                  </a:lnTo>
                  <a:lnTo>
                    <a:pt x="1638" y="3995"/>
                  </a:lnTo>
                  <a:lnTo>
                    <a:pt x="1360" y="4483"/>
                  </a:lnTo>
                  <a:lnTo>
                    <a:pt x="1102" y="4914"/>
                  </a:lnTo>
                  <a:lnTo>
                    <a:pt x="862" y="5297"/>
                  </a:lnTo>
                  <a:lnTo>
                    <a:pt x="652" y="5632"/>
                  </a:lnTo>
                  <a:lnTo>
                    <a:pt x="460" y="5910"/>
                  </a:lnTo>
                  <a:lnTo>
                    <a:pt x="307" y="6140"/>
                  </a:lnTo>
                  <a:lnTo>
                    <a:pt x="87" y="6447"/>
                  </a:lnTo>
                  <a:lnTo>
                    <a:pt x="0" y="6552"/>
                  </a:lnTo>
                  <a:lnTo>
                    <a:pt x="230" y="6542"/>
                  </a:lnTo>
                  <a:lnTo>
                    <a:pt x="451" y="6562"/>
                  </a:lnTo>
                  <a:lnTo>
                    <a:pt x="680" y="6590"/>
                  </a:lnTo>
                  <a:lnTo>
                    <a:pt x="920" y="6638"/>
                  </a:lnTo>
                  <a:lnTo>
                    <a:pt x="1159" y="6705"/>
                  </a:lnTo>
                  <a:lnTo>
                    <a:pt x="1399" y="6782"/>
                  </a:lnTo>
                  <a:lnTo>
                    <a:pt x="1638" y="6868"/>
                  </a:lnTo>
                  <a:lnTo>
                    <a:pt x="1878" y="6973"/>
                  </a:lnTo>
                  <a:lnTo>
                    <a:pt x="2117" y="7079"/>
                  </a:lnTo>
                  <a:lnTo>
                    <a:pt x="2357" y="7194"/>
                  </a:lnTo>
                  <a:lnTo>
                    <a:pt x="2586" y="7318"/>
                  </a:lnTo>
                  <a:lnTo>
                    <a:pt x="2826" y="7452"/>
                  </a:lnTo>
                  <a:lnTo>
                    <a:pt x="3286" y="7720"/>
                  </a:lnTo>
                  <a:lnTo>
                    <a:pt x="3717" y="7989"/>
                  </a:lnTo>
                  <a:lnTo>
                    <a:pt x="4512" y="8506"/>
                  </a:lnTo>
                  <a:lnTo>
                    <a:pt x="4856" y="8736"/>
                  </a:lnTo>
                  <a:lnTo>
                    <a:pt x="5153" y="8918"/>
                  </a:lnTo>
                  <a:lnTo>
                    <a:pt x="5278" y="8994"/>
                  </a:lnTo>
                  <a:lnTo>
                    <a:pt x="5402" y="9052"/>
                  </a:lnTo>
                  <a:lnTo>
                    <a:pt x="5498" y="9100"/>
                  </a:lnTo>
                  <a:lnTo>
                    <a:pt x="5594" y="9128"/>
                  </a:lnTo>
                  <a:lnTo>
                    <a:pt x="5661" y="9148"/>
                  </a:lnTo>
                  <a:lnTo>
                    <a:pt x="5728" y="9138"/>
                  </a:lnTo>
                  <a:lnTo>
                    <a:pt x="5747" y="9128"/>
                  </a:lnTo>
                  <a:lnTo>
                    <a:pt x="5766" y="9109"/>
                  </a:lnTo>
                  <a:lnTo>
                    <a:pt x="5776" y="9090"/>
                  </a:lnTo>
                  <a:lnTo>
                    <a:pt x="5786" y="9061"/>
                  </a:lnTo>
                  <a:lnTo>
                    <a:pt x="5795" y="1361"/>
                  </a:lnTo>
                  <a:lnTo>
                    <a:pt x="3573" y="1"/>
                  </a:lnTo>
                  <a:close/>
                </a:path>
              </a:pathLst>
            </a:custGeom>
            <a:solidFill>
              <a:srgbClr val="FFAF8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14"/>
            <p:cNvSpPr/>
            <p:nvPr/>
          </p:nvSpPr>
          <p:spPr>
            <a:xfrm>
              <a:off x="4350256" y="2323134"/>
              <a:ext cx="50733" cy="169027"/>
            </a:xfrm>
            <a:custGeom>
              <a:rect b="b" l="l" r="r" t="t"/>
              <a:pathLst>
                <a:path extrusionOk="0" h="4761" w="1429">
                  <a:moveTo>
                    <a:pt x="384" y="0"/>
                  </a:moveTo>
                  <a:lnTo>
                    <a:pt x="365" y="10"/>
                  </a:lnTo>
                  <a:lnTo>
                    <a:pt x="346" y="29"/>
                  </a:lnTo>
                  <a:lnTo>
                    <a:pt x="336" y="48"/>
                  </a:lnTo>
                  <a:lnTo>
                    <a:pt x="307" y="106"/>
                  </a:lnTo>
                  <a:lnTo>
                    <a:pt x="240" y="269"/>
                  </a:lnTo>
                  <a:lnTo>
                    <a:pt x="183" y="441"/>
                  </a:lnTo>
                  <a:lnTo>
                    <a:pt x="135" y="613"/>
                  </a:lnTo>
                  <a:lnTo>
                    <a:pt x="97" y="786"/>
                  </a:lnTo>
                  <a:lnTo>
                    <a:pt x="58" y="958"/>
                  </a:lnTo>
                  <a:lnTo>
                    <a:pt x="30" y="1140"/>
                  </a:lnTo>
                  <a:lnTo>
                    <a:pt x="20" y="1313"/>
                  </a:lnTo>
                  <a:lnTo>
                    <a:pt x="11" y="1495"/>
                  </a:lnTo>
                  <a:lnTo>
                    <a:pt x="1" y="1667"/>
                  </a:lnTo>
                  <a:lnTo>
                    <a:pt x="11" y="1849"/>
                  </a:lnTo>
                  <a:lnTo>
                    <a:pt x="20" y="2021"/>
                  </a:lnTo>
                  <a:lnTo>
                    <a:pt x="39" y="2194"/>
                  </a:lnTo>
                  <a:lnTo>
                    <a:pt x="58" y="2366"/>
                  </a:lnTo>
                  <a:lnTo>
                    <a:pt x="97" y="2539"/>
                  </a:lnTo>
                  <a:lnTo>
                    <a:pt x="125" y="2711"/>
                  </a:lnTo>
                  <a:lnTo>
                    <a:pt x="173" y="2874"/>
                  </a:lnTo>
                  <a:lnTo>
                    <a:pt x="221" y="3037"/>
                  </a:lnTo>
                  <a:lnTo>
                    <a:pt x="269" y="3190"/>
                  </a:lnTo>
                  <a:lnTo>
                    <a:pt x="327" y="3343"/>
                  </a:lnTo>
                  <a:lnTo>
                    <a:pt x="394" y="3496"/>
                  </a:lnTo>
                  <a:lnTo>
                    <a:pt x="461" y="3640"/>
                  </a:lnTo>
                  <a:lnTo>
                    <a:pt x="528" y="3774"/>
                  </a:lnTo>
                  <a:lnTo>
                    <a:pt x="604" y="3908"/>
                  </a:lnTo>
                  <a:lnTo>
                    <a:pt x="681" y="4033"/>
                  </a:lnTo>
                  <a:lnTo>
                    <a:pt x="767" y="4157"/>
                  </a:lnTo>
                  <a:lnTo>
                    <a:pt x="853" y="4263"/>
                  </a:lnTo>
                  <a:lnTo>
                    <a:pt x="940" y="4368"/>
                  </a:lnTo>
                  <a:lnTo>
                    <a:pt x="1035" y="4464"/>
                  </a:lnTo>
                  <a:lnTo>
                    <a:pt x="1122" y="4560"/>
                  </a:lnTo>
                  <a:lnTo>
                    <a:pt x="1217" y="4636"/>
                  </a:lnTo>
                  <a:lnTo>
                    <a:pt x="1323" y="4703"/>
                  </a:lnTo>
                  <a:lnTo>
                    <a:pt x="1419" y="4761"/>
                  </a:lnTo>
                  <a:lnTo>
                    <a:pt x="1428" y="1092"/>
                  </a:lnTo>
                  <a:lnTo>
                    <a:pt x="1237" y="872"/>
                  </a:lnTo>
                  <a:lnTo>
                    <a:pt x="1055" y="652"/>
                  </a:lnTo>
                  <a:lnTo>
                    <a:pt x="882" y="431"/>
                  </a:lnTo>
                  <a:lnTo>
                    <a:pt x="719" y="240"/>
                  </a:lnTo>
                  <a:lnTo>
                    <a:pt x="643" y="163"/>
                  </a:lnTo>
                  <a:lnTo>
                    <a:pt x="576" y="96"/>
                  </a:lnTo>
                  <a:lnTo>
                    <a:pt x="509" y="48"/>
                  </a:lnTo>
                  <a:lnTo>
                    <a:pt x="451" y="20"/>
                  </a:lnTo>
                  <a:lnTo>
                    <a:pt x="403" y="0"/>
                  </a:lnTo>
                  <a:close/>
                </a:path>
              </a:pathLst>
            </a:custGeom>
            <a:solidFill>
              <a:srgbClr val="FF96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14"/>
            <p:cNvSpPr/>
            <p:nvPr/>
          </p:nvSpPr>
          <p:spPr>
            <a:xfrm>
              <a:off x="4349262" y="2111972"/>
              <a:ext cx="225121" cy="345865"/>
            </a:xfrm>
            <a:custGeom>
              <a:rect b="b" l="l" r="r" t="t"/>
              <a:pathLst>
                <a:path extrusionOk="0" h="9742" w="6341">
                  <a:moveTo>
                    <a:pt x="153" y="0"/>
                  </a:moveTo>
                  <a:lnTo>
                    <a:pt x="96" y="20"/>
                  </a:lnTo>
                  <a:lnTo>
                    <a:pt x="58" y="39"/>
                  </a:lnTo>
                  <a:lnTo>
                    <a:pt x="29" y="67"/>
                  </a:lnTo>
                  <a:lnTo>
                    <a:pt x="10" y="106"/>
                  </a:lnTo>
                  <a:lnTo>
                    <a:pt x="0" y="154"/>
                  </a:lnTo>
                  <a:lnTo>
                    <a:pt x="10" y="211"/>
                  </a:lnTo>
                  <a:lnTo>
                    <a:pt x="39" y="364"/>
                  </a:lnTo>
                  <a:lnTo>
                    <a:pt x="106" y="556"/>
                  </a:lnTo>
                  <a:lnTo>
                    <a:pt x="182" y="795"/>
                  </a:lnTo>
                  <a:lnTo>
                    <a:pt x="268" y="1083"/>
                  </a:lnTo>
                  <a:lnTo>
                    <a:pt x="355" y="1428"/>
                  </a:lnTo>
                  <a:lnTo>
                    <a:pt x="393" y="1610"/>
                  </a:lnTo>
                  <a:lnTo>
                    <a:pt x="431" y="1811"/>
                  </a:lnTo>
                  <a:lnTo>
                    <a:pt x="470" y="2031"/>
                  </a:lnTo>
                  <a:lnTo>
                    <a:pt x="498" y="2261"/>
                  </a:lnTo>
                  <a:lnTo>
                    <a:pt x="517" y="2500"/>
                  </a:lnTo>
                  <a:lnTo>
                    <a:pt x="537" y="2759"/>
                  </a:lnTo>
                  <a:lnTo>
                    <a:pt x="537" y="3037"/>
                  </a:lnTo>
                  <a:lnTo>
                    <a:pt x="537" y="3324"/>
                  </a:lnTo>
                  <a:lnTo>
                    <a:pt x="527" y="3630"/>
                  </a:lnTo>
                  <a:lnTo>
                    <a:pt x="498" y="3947"/>
                  </a:lnTo>
                  <a:lnTo>
                    <a:pt x="460" y="4282"/>
                  </a:lnTo>
                  <a:lnTo>
                    <a:pt x="403" y="4636"/>
                  </a:lnTo>
                  <a:lnTo>
                    <a:pt x="364" y="4952"/>
                  </a:lnTo>
                  <a:lnTo>
                    <a:pt x="326" y="5268"/>
                  </a:lnTo>
                  <a:lnTo>
                    <a:pt x="316" y="5575"/>
                  </a:lnTo>
                  <a:lnTo>
                    <a:pt x="316" y="5872"/>
                  </a:lnTo>
                  <a:lnTo>
                    <a:pt x="326" y="6159"/>
                  </a:lnTo>
                  <a:lnTo>
                    <a:pt x="355" y="6437"/>
                  </a:lnTo>
                  <a:lnTo>
                    <a:pt x="393" y="6705"/>
                  </a:lnTo>
                  <a:lnTo>
                    <a:pt x="441" y="6964"/>
                  </a:lnTo>
                  <a:lnTo>
                    <a:pt x="498" y="7222"/>
                  </a:lnTo>
                  <a:lnTo>
                    <a:pt x="565" y="7462"/>
                  </a:lnTo>
                  <a:lnTo>
                    <a:pt x="652" y="7692"/>
                  </a:lnTo>
                  <a:lnTo>
                    <a:pt x="738" y="7912"/>
                  </a:lnTo>
                  <a:lnTo>
                    <a:pt x="824" y="8113"/>
                  </a:lnTo>
                  <a:lnTo>
                    <a:pt x="929" y="8314"/>
                  </a:lnTo>
                  <a:lnTo>
                    <a:pt x="1035" y="8496"/>
                  </a:lnTo>
                  <a:lnTo>
                    <a:pt x="1140" y="8678"/>
                  </a:lnTo>
                  <a:lnTo>
                    <a:pt x="1255" y="8831"/>
                  </a:lnTo>
                  <a:lnTo>
                    <a:pt x="1379" y="8985"/>
                  </a:lnTo>
                  <a:lnTo>
                    <a:pt x="1504" y="9119"/>
                  </a:lnTo>
                  <a:lnTo>
                    <a:pt x="1619" y="9243"/>
                  </a:lnTo>
                  <a:lnTo>
                    <a:pt x="1743" y="9358"/>
                  </a:lnTo>
                  <a:lnTo>
                    <a:pt x="1878" y="9454"/>
                  </a:lnTo>
                  <a:lnTo>
                    <a:pt x="2002" y="9540"/>
                  </a:lnTo>
                  <a:lnTo>
                    <a:pt x="2117" y="9607"/>
                  </a:lnTo>
                  <a:lnTo>
                    <a:pt x="2242" y="9665"/>
                  </a:lnTo>
                  <a:lnTo>
                    <a:pt x="2366" y="9703"/>
                  </a:lnTo>
                  <a:lnTo>
                    <a:pt x="2481" y="9732"/>
                  </a:lnTo>
                  <a:lnTo>
                    <a:pt x="2586" y="9741"/>
                  </a:lnTo>
                  <a:lnTo>
                    <a:pt x="2692" y="9741"/>
                  </a:lnTo>
                  <a:lnTo>
                    <a:pt x="2797" y="9722"/>
                  </a:lnTo>
                  <a:lnTo>
                    <a:pt x="2893" y="9684"/>
                  </a:lnTo>
                  <a:lnTo>
                    <a:pt x="2979" y="9626"/>
                  </a:lnTo>
                  <a:lnTo>
                    <a:pt x="3247" y="9416"/>
                  </a:lnTo>
                  <a:lnTo>
                    <a:pt x="3506" y="9186"/>
                  </a:lnTo>
                  <a:lnTo>
                    <a:pt x="3745" y="8946"/>
                  </a:lnTo>
                  <a:lnTo>
                    <a:pt x="3975" y="8688"/>
                  </a:lnTo>
                  <a:lnTo>
                    <a:pt x="4186" y="8420"/>
                  </a:lnTo>
                  <a:lnTo>
                    <a:pt x="4387" y="8132"/>
                  </a:lnTo>
                  <a:lnTo>
                    <a:pt x="4579" y="7845"/>
                  </a:lnTo>
                  <a:lnTo>
                    <a:pt x="4751" y="7548"/>
                  </a:lnTo>
                  <a:lnTo>
                    <a:pt x="4914" y="7251"/>
                  </a:lnTo>
                  <a:lnTo>
                    <a:pt x="5067" y="6945"/>
                  </a:lnTo>
                  <a:lnTo>
                    <a:pt x="5211" y="6638"/>
                  </a:lnTo>
                  <a:lnTo>
                    <a:pt x="5345" y="6332"/>
                  </a:lnTo>
                  <a:lnTo>
                    <a:pt x="5460" y="6015"/>
                  </a:lnTo>
                  <a:lnTo>
                    <a:pt x="5575" y="5709"/>
                  </a:lnTo>
                  <a:lnTo>
                    <a:pt x="5670" y="5412"/>
                  </a:lnTo>
                  <a:lnTo>
                    <a:pt x="5766" y="5115"/>
                  </a:lnTo>
                  <a:lnTo>
                    <a:pt x="5852" y="4818"/>
                  </a:lnTo>
                  <a:lnTo>
                    <a:pt x="5920" y="4531"/>
                  </a:lnTo>
                  <a:lnTo>
                    <a:pt x="6054" y="3994"/>
                  </a:lnTo>
                  <a:lnTo>
                    <a:pt x="6149" y="3506"/>
                  </a:lnTo>
                  <a:lnTo>
                    <a:pt x="6226" y="3075"/>
                  </a:lnTo>
                  <a:lnTo>
                    <a:pt x="6274" y="2730"/>
                  </a:lnTo>
                  <a:lnTo>
                    <a:pt x="6303" y="2462"/>
                  </a:lnTo>
                  <a:lnTo>
                    <a:pt x="6331" y="2232"/>
                  </a:lnTo>
                  <a:lnTo>
                    <a:pt x="6341" y="2146"/>
                  </a:lnTo>
                  <a:lnTo>
                    <a:pt x="6341" y="2069"/>
                  </a:lnTo>
                  <a:lnTo>
                    <a:pt x="6341" y="1993"/>
                  </a:lnTo>
                  <a:lnTo>
                    <a:pt x="6331" y="1916"/>
                  </a:lnTo>
                  <a:lnTo>
                    <a:pt x="6312" y="1849"/>
                  </a:lnTo>
                  <a:lnTo>
                    <a:pt x="6293" y="1772"/>
                  </a:lnTo>
                  <a:lnTo>
                    <a:pt x="6264" y="1705"/>
                  </a:lnTo>
                  <a:lnTo>
                    <a:pt x="6226" y="1638"/>
                  </a:lnTo>
                  <a:lnTo>
                    <a:pt x="6188" y="1571"/>
                  </a:lnTo>
                  <a:lnTo>
                    <a:pt x="6140" y="1514"/>
                  </a:lnTo>
                  <a:lnTo>
                    <a:pt x="6034" y="1389"/>
                  </a:lnTo>
                  <a:lnTo>
                    <a:pt x="5910" y="1284"/>
                  </a:lnTo>
                  <a:lnTo>
                    <a:pt x="5766" y="1178"/>
                  </a:lnTo>
                  <a:lnTo>
                    <a:pt x="5594" y="1083"/>
                  </a:lnTo>
                  <a:lnTo>
                    <a:pt x="5421" y="987"/>
                  </a:lnTo>
                  <a:lnTo>
                    <a:pt x="5220" y="910"/>
                  </a:lnTo>
                  <a:lnTo>
                    <a:pt x="5019" y="824"/>
                  </a:lnTo>
                  <a:lnTo>
                    <a:pt x="4799" y="757"/>
                  </a:lnTo>
                  <a:lnTo>
                    <a:pt x="4569" y="690"/>
                  </a:lnTo>
                  <a:lnTo>
                    <a:pt x="4339" y="623"/>
                  </a:lnTo>
                  <a:lnTo>
                    <a:pt x="4090" y="565"/>
                  </a:lnTo>
                  <a:lnTo>
                    <a:pt x="3592" y="470"/>
                  </a:lnTo>
                  <a:lnTo>
                    <a:pt x="3084" y="374"/>
                  </a:lnTo>
                  <a:lnTo>
                    <a:pt x="2586" y="307"/>
                  </a:lnTo>
                  <a:lnTo>
                    <a:pt x="2098" y="240"/>
                  </a:lnTo>
                  <a:lnTo>
                    <a:pt x="1217" y="134"/>
                  </a:lnTo>
                  <a:lnTo>
                    <a:pt x="853" y="87"/>
                  </a:lnTo>
                  <a:lnTo>
                    <a:pt x="546" y="39"/>
                  </a:lnTo>
                  <a:lnTo>
                    <a:pt x="316" y="0"/>
                  </a:lnTo>
                  <a:close/>
                </a:path>
              </a:pathLst>
            </a:custGeom>
            <a:solidFill>
              <a:srgbClr val="FFAF8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14"/>
            <p:cNvSpPr/>
            <p:nvPr/>
          </p:nvSpPr>
          <p:spPr>
            <a:xfrm>
              <a:off x="4182618" y="1985800"/>
              <a:ext cx="505378" cy="302694"/>
            </a:xfrm>
            <a:custGeom>
              <a:rect b="b" l="l" r="r" t="t"/>
              <a:pathLst>
                <a:path extrusionOk="0" h="8526" w="14235">
                  <a:moveTo>
                    <a:pt x="4800" y="1"/>
                  </a:moveTo>
                  <a:lnTo>
                    <a:pt x="4646" y="10"/>
                  </a:lnTo>
                  <a:lnTo>
                    <a:pt x="4484" y="20"/>
                  </a:lnTo>
                  <a:lnTo>
                    <a:pt x="4302" y="49"/>
                  </a:lnTo>
                  <a:lnTo>
                    <a:pt x="4129" y="87"/>
                  </a:lnTo>
                  <a:lnTo>
                    <a:pt x="3957" y="125"/>
                  </a:lnTo>
                  <a:lnTo>
                    <a:pt x="3784" y="164"/>
                  </a:lnTo>
                  <a:lnTo>
                    <a:pt x="3621" y="221"/>
                  </a:lnTo>
                  <a:lnTo>
                    <a:pt x="3459" y="279"/>
                  </a:lnTo>
                  <a:lnTo>
                    <a:pt x="3305" y="336"/>
                  </a:lnTo>
                  <a:lnTo>
                    <a:pt x="3152" y="403"/>
                  </a:lnTo>
                  <a:lnTo>
                    <a:pt x="2999" y="480"/>
                  </a:lnTo>
                  <a:lnTo>
                    <a:pt x="2855" y="556"/>
                  </a:lnTo>
                  <a:lnTo>
                    <a:pt x="2712" y="643"/>
                  </a:lnTo>
                  <a:lnTo>
                    <a:pt x="2568" y="729"/>
                  </a:lnTo>
                  <a:lnTo>
                    <a:pt x="2434" y="825"/>
                  </a:lnTo>
                  <a:lnTo>
                    <a:pt x="2309" y="920"/>
                  </a:lnTo>
                  <a:lnTo>
                    <a:pt x="2051" y="1131"/>
                  </a:lnTo>
                  <a:lnTo>
                    <a:pt x="1811" y="1361"/>
                  </a:lnTo>
                  <a:lnTo>
                    <a:pt x="1591" y="1600"/>
                  </a:lnTo>
                  <a:lnTo>
                    <a:pt x="1380" y="1849"/>
                  </a:lnTo>
                  <a:lnTo>
                    <a:pt x="1189" y="2118"/>
                  </a:lnTo>
                  <a:lnTo>
                    <a:pt x="1007" y="2395"/>
                  </a:lnTo>
                  <a:lnTo>
                    <a:pt x="844" y="2683"/>
                  </a:lnTo>
                  <a:lnTo>
                    <a:pt x="691" y="2980"/>
                  </a:lnTo>
                  <a:lnTo>
                    <a:pt x="557" y="3286"/>
                  </a:lnTo>
                  <a:lnTo>
                    <a:pt x="442" y="3593"/>
                  </a:lnTo>
                  <a:lnTo>
                    <a:pt x="336" y="3909"/>
                  </a:lnTo>
                  <a:lnTo>
                    <a:pt x="240" y="4225"/>
                  </a:lnTo>
                  <a:lnTo>
                    <a:pt x="164" y="4551"/>
                  </a:lnTo>
                  <a:lnTo>
                    <a:pt x="106" y="4876"/>
                  </a:lnTo>
                  <a:lnTo>
                    <a:pt x="58" y="5192"/>
                  </a:lnTo>
                  <a:lnTo>
                    <a:pt x="20" y="5518"/>
                  </a:lnTo>
                  <a:lnTo>
                    <a:pt x="1" y="5834"/>
                  </a:lnTo>
                  <a:lnTo>
                    <a:pt x="1" y="6150"/>
                  </a:lnTo>
                  <a:lnTo>
                    <a:pt x="11" y="6457"/>
                  </a:lnTo>
                  <a:lnTo>
                    <a:pt x="39" y="6763"/>
                  </a:lnTo>
                  <a:lnTo>
                    <a:pt x="78" y="7050"/>
                  </a:lnTo>
                  <a:lnTo>
                    <a:pt x="135" y="7338"/>
                  </a:lnTo>
                  <a:lnTo>
                    <a:pt x="202" y="7616"/>
                  </a:lnTo>
                  <a:lnTo>
                    <a:pt x="288" y="7884"/>
                  </a:lnTo>
                  <a:lnTo>
                    <a:pt x="394" y="8133"/>
                  </a:lnTo>
                  <a:lnTo>
                    <a:pt x="432" y="8229"/>
                  </a:lnTo>
                  <a:lnTo>
                    <a:pt x="489" y="8305"/>
                  </a:lnTo>
                  <a:lnTo>
                    <a:pt x="547" y="8372"/>
                  </a:lnTo>
                  <a:lnTo>
                    <a:pt x="604" y="8430"/>
                  </a:lnTo>
                  <a:lnTo>
                    <a:pt x="662" y="8468"/>
                  </a:lnTo>
                  <a:lnTo>
                    <a:pt x="729" y="8497"/>
                  </a:lnTo>
                  <a:lnTo>
                    <a:pt x="806" y="8516"/>
                  </a:lnTo>
                  <a:lnTo>
                    <a:pt x="882" y="8525"/>
                  </a:lnTo>
                  <a:lnTo>
                    <a:pt x="959" y="8525"/>
                  </a:lnTo>
                  <a:lnTo>
                    <a:pt x="1045" y="8516"/>
                  </a:lnTo>
                  <a:lnTo>
                    <a:pt x="1131" y="8487"/>
                  </a:lnTo>
                  <a:lnTo>
                    <a:pt x="1217" y="8458"/>
                  </a:lnTo>
                  <a:lnTo>
                    <a:pt x="1313" y="8420"/>
                  </a:lnTo>
                  <a:lnTo>
                    <a:pt x="1409" y="8372"/>
                  </a:lnTo>
                  <a:lnTo>
                    <a:pt x="1610" y="8257"/>
                  </a:lnTo>
                  <a:lnTo>
                    <a:pt x="1830" y="8114"/>
                  </a:lnTo>
                  <a:lnTo>
                    <a:pt x="2051" y="7951"/>
                  </a:lnTo>
                  <a:lnTo>
                    <a:pt x="2290" y="7759"/>
                  </a:lnTo>
                  <a:lnTo>
                    <a:pt x="2539" y="7558"/>
                  </a:lnTo>
                  <a:lnTo>
                    <a:pt x="3066" y="7127"/>
                  </a:lnTo>
                  <a:lnTo>
                    <a:pt x="3621" y="6667"/>
                  </a:lnTo>
                  <a:lnTo>
                    <a:pt x="3909" y="6447"/>
                  </a:lnTo>
                  <a:lnTo>
                    <a:pt x="4196" y="6227"/>
                  </a:lnTo>
                  <a:lnTo>
                    <a:pt x="4493" y="6016"/>
                  </a:lnTo>
                  <a:lnTo>
                    <a:pt x="4800" y="5824"/>
                  </a:lnTo>
                  <a:lnTo>
                    <a:pt x="5106" y="5642"/>
                  </a:lnTo>
                  <a:lnTo>
                    <a:pt x="5413" y="5489"/>
                  </a:lnTo>
                  <a:lnTo>
                    <a:pt x="5566" y="5422"/>
                  </a:lnTo>
                  <a:lnTo>
                    <a:pt x="5729" y="5355"/>
                  </a:lnTo>
                  <a:lnTo>
                    <a:pt x="5882" y="5298"/>
                  </a:lnTo>
                  <a:lnTo>
                    <a:pt x="6035" y="5250"/>
                  </a:lnTo>
                  <a:lnTo>
                    <a:pt x="6198" y="5211"/>
                  </a:lnTo>
                  <a:lnTo>
                    <a:pt x="6351" y="5183"/>
                  </a:lnTo>
                  <a:lnTo>
                    <a:pt x="6514" y="5154"/>
                  </a:lnTo>
                  <a:lnTo>
                    <a:pt x="6667" y="5144"/>
                  </a:lnTo>
                  <a:lnTo>
                    <a:pt x="6983" y="5144"/>
                  </a:lnTo>
                  <a:lnTo>
                    <a:pt x="7137" y="5164"/>
                  </a:lnTo>
                  <a:lnTo>
                    <a:pt x="7290" y="5192"/>
                  </a:lnTo>
                  <a:lnTo>
                    <a:pt x="7443" y="5231"/>
                  </a:lnTo>
                  <a:lnTo>
                    <a:pt x="7596" y="5288"/>
                  </a:lnTo>
                  <a:lnTo>
                    <a:pt x="7750" y="5355"/>
                  </a:lnTo>
                  <a:lnTo>
                    <a:pt x="7903" y="5432"/>
                  </a:lnTo>
                  <a:lnTo>
                    <a:pt x="8056" y="5527"/>
                  </a:lnTo>
                  <a:lnTo>
                    <a:pt x="8209" y="5633"/>
                  </a:lnTo>
                  <a:lnTo>
                    <a:pt x="8363" y="5748"/>
                  </a:lnTo>
                  <a:lnTo>
                    <a:pt x="8506" y="5882"/>
                  </a:lnTo>
                  <a:lnTo>
                    <a:pt x="8765" y="6121"/>
                  </a:lnTo>
                  <a:lnTo>
                    <a:pt x="9014" y="6322"/>
                  </a:lnTo>
                  <a:lnTo>
                    <a:pt x="9263" y="6504"/>
                  </a:lnTo>
                  <a:lnTo>
                    <a:pt x="9502" y="6667"/>
                  </a:lnTo>
                  <a:lnTo>
                    <a:pt x="9742" y="6801"/>
                  </a:lnTo>
                  <a:lnTo>
                    <a:pt x="9981" y="6916"/>
                  </a:lnTo>
                  <a:lnTo>
                    <a:pt x="10211" y="7003"/>
                  </a:lnTo>
                  <a:lnTo>
                    <a:pt x="10441" y="7079"/>
                  </a:lnTo>
                  <a:lnTo>
                    <a:pt x="10661" y="7127"/>
                  </a:lnTo>
                  <a:lnTo>
                    <a:pt x="10882" y="7165"/>
                  </a:lnTo>
                  <a:lnTo>
                    <a:pt x="11102" y="7175"/>
                  </a:lnTo>
                  <a:lnTo>
                    <a:pt x="11303" y="7175"/>
                  </a:lnTo>
                  <a:lnTo>
                    <a:pt x="11514" y="7156"/>
                  </a:lnTo>
                  <a:lnTo>
                    <a:pt x="11705" y="7127"/>
                  </a:lnTo>
                  <a:lnTo>
                    <a:pt x="11897" y="7079"/>
                  </a:lnTo>
                  <a:lnTo>
                    <a:pt x="12089" y="7022"/>
                  </a:lnTo>
                  <a:lnTo>
                    <a:pt x="12271" y="6945"/>
                  </a:lnTo>
                  <a:lnTo>
                    <a:pt x="12443" y="6859"/>
                  </a:lnTo>
                  <a:lnTo>
                    <a:pt x="12606" y="6763"/>
                  </a:lnTo>
                  <a:lnTo>
                    <a:pt x="12769" y="6658"/>
                  </a:lnTo>
                  <a:lnTo>
                    <a:pt x="12922" y="6543"/>
                  </a:lnTo>
                  <a:lnTo>
                    <a:pt x="13065" y="6418"/>
                  </a:lnTo>
                  <a:lnTo>
                    <a:pt x="13200" y="6294"/>
                  </a:lnTo>
                  <a:lnTo>
                    <a:pt x="13324" y="6150"/>
                  </a:lnTo>
                  <a:lnTo>
                    <a:pt x="13449" y="6016"/>
                  </a:lnTo>
                  <a:lnTo>
                    <a:pt x="13564" y="5863"/>
                  </a:lnTo>
                  <a:lnTo>
                    <a:pt x="13669" y="5709"/>
                  </a:lnTo>
                  <a:lnTo>
                    <a:pt x="13765" y="5556"/>
                  </a:lnTo>
                  <a:lnTo>
                    <a:pt x="13851" y="5403"/>
                  </a:lnTo>
                  <a:lnTo>
                    <a:pt x="13928" y="5240"/>
                  </a:lnTo>
                  <a:lnTo>
                    <a:pt x="13995" y="5077"/>
                  </a:lnTo>
                  <a:lnTo>
                    <a:pt x="14052" y="4924"/>
                  </a:lnTo>
                  <a:lnTo>
                    <a:pt x="14100" y="4742"/>
                  </a:lnTo>
                  <a:lnTo>
                    <a:pt x="14148" y="4531"/>
                  </a:lnTo>
                  <a:lnTo>
                    <a:pt x="14196" y="4292"/>
                  </a:lnTo>
                  <a:lnTo>
                    <a:pt x="14224" y="4033"/>
                  </a:lnTo>
                  <a:lnTo>
                    <a:pt x="14234" y="3765"/>
                  </a:lnTo>
                  <a:lnTo>
                    <a:pt x="14234" y="3478"/>
                  </a:lnTo>
                  <a:lnTo>
                    <a:pt x="14224" y="3334"/>
                  </a:lnTo>
                  <a:lnTo>
                    <a:pt x="14205" y="3190"/>
                  </a:lnTo>
                  <a:lnTo>
                    <a:pt x="14177" y="3047"/>
                  </a:lnTo>
                  <a:lnTo>
                    <a:pt x="14148" y="2903"/>
                  </a:lnTo>
                  <a:lnTo>
                    <a:pt x="14110" y="2759"/>
                  </a:lnTo>
                  <a:lnTo>
                    <a:pt x="14071" y="2616"/>
                  </a:lnTo>
                  <a:lnTo>
                    <a:pt x="14014" y="2472"/>
                  </a:lnTo>
                  <a:lnTo>
                    <a:pt x="13956" y="2338"/>
                  </a:lnTo>
                  <a:lnTo>
                    <a:pt x="13880" y="2204"/>
                  </a:lnTo>
                  <a:lnTo>
                    <a:pt x="13803" y="2070"/>
                  </a:lnTo>
                  <a:lnTo>
                    <a:pt x="13707" y="1945"/>
                  </a:lnTo>
                  <a:lnTo>
                    <a:pt x="13602" y="1830"/>
                  </a:lnTo>
                  <a:lnTo>
                    <a:pt x="13497" y="1715"/>
                  </a:lnTo>
                  <a:lnTo>
                    <a:pt x="13372" y="1610"/>
                  </a:lnTo>
                  <a:lnTo>
                    <a:pt x="13228" y="1514"/>
                  </a:lnTo>
                  <a:lnTo>
                    <a:pt x="13085" y="1418"/>
                  </a:lnTo>
                  <a:lnTo>
                    <a:pt x="12922" y="1332"/>
                  </a:lnTo>
                  <a:lnTo>
                    <a:pt x="12749" y="1265"/>
                  </a:lnTo>
                  <a:lnTo>
                    <a:pt x="12558" y="1198"/>
                  </a:lnTo>
                  <a:lnTo>
                    <a:pt x="12357" y="1141"/>
                  </a:lnTo>
                  <a:lnTo>
                    <a:pt x="12280" y="1131"/>
                  </a:lnTo>
                  <a:lnTo>
                    <a:pt x="12203" y="1122"/>
                  </a:lnTo>
                  <a:lnTo>
                    <a:pt x="12041" y="1122"/>
                  </a:lnTo>
                  <a:lnTo>
                    <a:pt x="11887" y="1150"/>
                  </a:lnTo>
                  <a:lnTo>
                    <a:pt x="11715" y="1189"/>
                  </a:lnTo>
                  <a:lnTo>
                    <a:pt x="11543" y="1246"/>
                  </a:lnTo>
                  <a:lnTo>
                    <a:pt x="11351" y="1304"/>
                  </a:lnTo>
                  <a:lnTo>
                    <a:pt x="11150" y="1371"/>
                  </a:lnTo>
                  <a:lnTo>
                    <a:pt x="10939" y="1438"/>
                  </a:lnTo>
                  <a:lnTo>
                    <a:pt x="10700" y="1505"/>
                  </a:lnTo>
                  <a:lnTo>
                    <a:pt x="10451" y="1562"/>
                  </a:lnTo>
                  <a:lnTo>
                    <a:pt x="10173" y="1610"/>
                  </a:lnTo>
                  <a:lnTo>
                    <a:pt x="9866" y="1639"/>
                  </a:lnTo>
                  <a:lnTo>
                    <a:pt x="9704" y="1639"/>
                  </a:lnTo>
                  <a:lnTo>
                    <a:pt x="9541" y="1648"/>
                  </a:lnTo>
                  <a:lnTo>
                    <a:pt x="9368" y="1639"/>
                  </a:lnTo>
                  <a:lnTo>
                    <a:pt x="9186" y="1629"/>
                  </a:lnTo>
                  <a:lnTo>
                    <a:pt x="8995" y="1610"/>
                  </a:lnTo>
                  <a:lnTo>
                    <a:pt x="8803" y="1591"/>
                  </a:lnTo>
                  <a:lnTo>
                    <a:pt x="8593" y="1553"/>
                  </a:lnTo>
                  <a:lnTo>
                    <a:pt x="8382" y="1514"/>
                  </a:lnTo>
                  <a:lnTo>
                    <a:pt x="8296" y="1495"/>
                  </a:lnTo>
                  <a:lnTo>
                    <a:pt x="8209" y="1466"/>
                  </a:lnTo>
                  <a:lnTo>
                    <a:pt x="8037" y="1390"/>
                  </a:lnTo>
                  <a:lnTo>
                    <a:pt x="7845" y="1284"/>
                  </a:lnTo>
                  <a:lnTo>
                    <a:pt x="7644" y="1169"/>
                  </a:lnTo>
                  <a:lnTo>
                    <a:pt x="7223" y="901"/>
                  </a:lnTo>
                  <a:lnTo>
                    <a:pt x="6993" y="758"/>
                  </a:lnTo>
                  <a:lnTo>
                    <a:pt x="6754" y="614"/>
                  </a:lnTo>
                  <a:lnTo>
                    <a:pt x="6504" y="480"/>
                  </a:lnTo>
                  <a:lnTo>
                    <a:pt x="6246" y="346"/>
                  </a:lnTo>
                  <a:lnTo>
                    <a:pt x="5978" y="231"/>
                  </a:lnTo>
                  <a:lnTo>
                    <a:pt x="5844" y="183"/>
                  </a:lnTo>
                  <a:lnTo>
                    <a:pt x="5700" y="135"/>
                  </a:lnTo>
                  <a:lnTo>
                    <a:pt x="5556" y="97"/>
                  </a:lnTo>
                  <a:lnTo>
                    <a:pt x="5413" y="58"/>
                  </a:lnTo>
                  <a:lnTo>
                    <a:pt x="5259" y="30"/>
                  </a:lnTo>
                  <a:lnTo>
                    <a:pt x="5116" y="10"/>
                  </a:lnTo>
                  <a:lnTo>
                    <a:pt x="495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14"/>
            <p:cNvSpPr/>
            <p:nvPr/>
          </p:nvSpPr>
          <p:spPr>
            <a:xfrm>
              <a:off x="4517219" y="2289124"/>
              <a:ext cx="35751" cy="87088"/>
            </a:xfrm>
            <a:custGeom>
              <a:rect b="b" l="l" r="r" t="t"/>
              <a:pathLst>
                <a:path extrusionOk="0" h="2453" w="1007">
                  <a:moveTo>
                    <a:pt x="1007" y="1"/>
                  </a:moveTo>
                  <a:lnTo>
                    <a:pt x="30" y="1907"/>
                  </a:lnTo>
                  <a:lnTo>
                    <a:pt x="10" y="1974"/>
                  </a:lnTo>
                  <a:lnTo>
                    <a:pt x="1" y="2041"/>
                  </a:lnTo>
                  <a:lnTo>
                    <a:pt x="1" y="2108"/>
                  </a:lnTo>
                  <a:lnTo>
                    <a:pt x="20" y="2175"/>
                  </a:lnTo>
                  <a:lnTo>
                    <a:pt x="49" y="2232"/>
                  </a:lnTo>
                  <a:lnTo>
                    <a:pt x="97" y="2290"/>
                  </a:lnTo>
                  <a:lnTo>
                    <a:pt x="144" y="2338"/>
                  </a:lnTo>
                  <a:lnTo>
                    <a:pt x="202" y="2366"/>
                  </a:lnTo>
                  <a:lnTo>
                    <a:pt x="326" y="2414"/>
                  </a:lnTo>
                  <a:lnTo>
                    <a:pt x="451" y="2443"/>
                  </a:lnTo>
                  <a:lnTo>
                    <a:pt x="499" y="2453"/>
                  </a:lnTo>
                  <a:lnTo>
                    <a:pt x="547" y="2453"/>
                  </a:lnTo>
                  <a:lnTo>
                    <a:pt x="643" y="2443"/>
                  </a:lnTo>
                  <a:lnTo>
                    <a:pt x="729" y="2405"/>
                  </a:lnTo>
                  <a:lnTo>
                    <a:pt x="805" y="2357"/>
                  </a:lnTo>
                  <a:lnTo>
                    <a:pt x="882" y="2290"/>
                  </a:lnTo>
                  <a:lnTo>
                    <a:pt x="930" y="2213"/>
                  </a:lnTo>
                  <a:lnTo>
                    <a:pt x="968" y="2127"/>
                  </a:lnTo>
                  <a:lnTo>
                    <a:pt x="987" y="2031"/>
                  </a:lnTo>
                  <a:lnTo>
                    <a:pt x="100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14"/>
            <p:cNvSpPr/>
            <p:nvPr/>
          </p:nvSpPr>
          <p:spPr>
            <a:xfrm>
              <a:off x="4495457" y="2269066"/>
              <a:ext cx="20804" cy="32343"/>
            </a:xfrm>
            <a:custGeom>
              <a:rect b="b" l="l" r="r" t="t"/>
              <a:pathLst>
                <a:path extrusionOk="0" h="911" w="586">
                  <a:moveTo>
                    <a:pt x="441" y="0"/>
                  </a:moveTo>
                  <a:lnTo>
                    <a:pt x="384" y="10"/>
                  </a:lnTo>
                  <a:lnTo>
                    <a:pt x="326" y="29"/>
                  </a:lnTo>
                  <a:lnTo>
                    <a:pt x="279" y="77"/>
                  </a:lnTo>
                  <a:lnTo>
                    <a:pt x="221" y="125"/>
                  </a:lnTo>
                  <a:lnTo>
                    <a:pt x="164" y="192"/>
                  </a:lnTo>
                  <a:lnTo>
                    <a:pt x="116" y="269"/>
                  </a:lnTo>
                  <a:lnTo>
                    <a:pt x="68" y="364"/>
                  </a:lnTo>
                  <a:lnTo>
                    <a:pt x="39" y="451"/>
                  </a:lnTo>
                  <a:lnTo>
                    <a:pt x="10" y="537"/>
                  </a:lnTo>
                  <a:lnTo>
                    <a:pt x="1" y="623"/>
                  </a:lnTo>
                  <a:lnTo>
                    <a:pt x="1" y="700"/>
                  </a:lnTo>
                  <a:lnTo>
                    <a:pt x="1" y="767"/>
                  </a:lnTo>
                  <a:lnTo>
                    <a:pt x="20" y="824"/>
                  </a:lnTo>
                  <a:lnTo>
                    <a:pt x="49" y="872"/>
                  </a:lnTo>
                  <a:lnTo>
                    <a:pt x="97" y="901"/>
                  </a:lnTo>
                  <a:lnTo>
                    <a:pt x="144" y="910"/>
                  </a:lnTo>
                  <a:lnTo>
                    <a:pt x="192" y="901"/>
                  </a:lnTo>
                  <a:lnTo>
                    <a:pt x="250" y="882"/>
                  </a:lnTo>
                  <a:lnTo>
                    <a:pt x="307" y="843"/>
                  </a:lnTo>
                  <a:lnTo>
                    <a:pt x="355" y="786"/>
                  </a:lnTo>
                  <a:lnTo>
                    <a:pt x="413" y="719"/>
                  </a:lnTo>
                  <a:lnTo>
                    <a:pt x="461" y="642"/>
                  </a:lnTo>
                  <a:lnTo>
                    <a:pt x="508" y="556"/>
                  </a:lnTo>
                  <a:lnTo>
                    <a:pt x="537" y="460"/>
                  </a:lnTo>
                  <a:lnTo>
                    <a:pt x="566" y="374"/>
                  </a:lnTo>
                  <a:lnTo>
                    <a:pt x="576" y="288"/>
                  </a:lnTo>
                  <a:lnTo>
                    <a:pt x="585" y="211"/>
                  </a:lnTo>
                  <a:lnTo>
                    <a:pt x="576" y="144"/>
                  </a:lnTo>
                  <a:lnTo>
                    <a:pt x="556" y="87"/>
                  </a:lnTo>
                  <a:lnTo>
                    <a:pt x="528" y="39"/>
                  </a:lnTo>
                  <a:lnTo>
                    <a:pt x="489" y="10"/>
                  </a:lnTo>
                  <a:lnTo>
                    <a:pt x="4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14"/>
            <p:cNvSpPr/>
            <p:nvPr/>
          </p:nvSpPr>
          <p:spPr>
            <a:xfrm>
              <a:off x="4493433" y="2231647"/>
              <a:ext cx="39798" cy="18745"/>
            </a:xfrm>
            <a:custGeom>
              <a:rect b="b" l="l" r="r" t="t"/>
              <a:pathLst>
                <a:path extrusionOk="0" h="528" w="1121">
                  <a:moveTo>
                    <a:pt x="403" y="1"/>
                  </a:moveTo>
                  <a:lnTo>
                    <a:pt x="307" y="10"/>
                  </a:lnTo>
                  <a:lnTo>
                    <a:pt x="221" y="30"/>
                  </a:lnTo>
                  <a:lnTo>
                    <a:pt x="134" y="68"/>
                  </a:lnTo>
                  <a:lnTo>
                    <a:pt x="96" y="97"/>
                  </a:lnTo>
                  <a:lnTo>
                    <a:pt x="67" y="125"/>
                  </a:lnTo>
                  <a:lnTo>
                    <a:pt x="0" y="192"/>
                  </a:lnTo>
                  <a:lnTo>
                    <a:pt x="163" y="250"/>
                  </a:lnTo>
                  <a:lnTo>
                    <a:pt x="297" y="307"/>
                  </a:lnTo>
                  <a:lnTo>
                    <a:pt x="537" y="394"/>
                  </a:lnTo>
                  <a:lnTo>
                    <a:pt x="671" y="432"/>
                  </a:lnTo>
                  <a:lnTo>
                    <a:pt x="805" y="470"/>
                  </a:lnTo>
                  <a:lnTo>
                    <a:pt x="949" y="509"/>
                  </a:lnTo>
                  <a:lnTo>
                    <a:pt x="1121" y="528"/>
                  </a:lnTo>
                  <a:lnTo>
                    <a:pt x="1102" y="441"/>
                  </a:lnTo>
                  <a:lnTo>
                    <a:pt x="1064" y="355"/>
                  </a:lnTo>
                  <a:lnTo>
                    <a:pt x="1016" y="288"/>
                  </a:lnTo>
                  <a:lnTo>
                    <a:pt x="958" y="221"/>
                  </a:lnTo>
                  <a:lnTo>
                    <a:pt x="891" y="164"/>
                  </a:lnTo>
                  <a:lnTo>
                    <a:pt x="824" y="116"/>
                  </a:lnTo>
                  <a:lnTo>
                    <a:pt x="747" y="68"/>
                  </a:lnTo>
                  <a:lnTo>
                    <a:pt x="661" y="39"/>
                  </a:lnTo>
                  <a:lnTo>
                    <a:pt x="575" y="10"/>
                  </a:lnTo>
                  <a:lnTo>
                    <a:pt x="4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14"/>
            <p:cNvSpPr/>
            <p:nvPr/>
          </p:nvSpPr>
          <p:spPr>
            <a:xfrm>
              <a:off x="4192168" y="2071500"/>
              <a:ext cx="302339" cy="282280"/>
            </a:xfrm>
            <a:custGeom>
              <a:rect b="b" l="l" r="r" t="t"/>
              <a:pathLst>
                <a:path extrusionOk="0" h="7951" w="8516">
                  <a:moveTo>
                    <a:pt x="4828" y="1"/>
                  </a:moveTo>
                  <a:lnTo>
                    <a:pt x="4569" y="10"/>
                  </a:lnTo>
                  <a:lnTo>
                    <a:pt x="4320" y="20"/>
                  </a:lnTo>
                  <a:lnTo>
                    <a:pt x="4080" y="29"/>
                  </a:lnTo>
                  <a:lnTo>
                    <a:pt x="3630" y="77"/>
                  </a:lnTo>
                  <a:lnTo>
                    <a:pt x="3218" y="135"/>
                  </a:lnTo>
                  <a:lnTo>
                    <a:pt x="2854" y="192"/>
                  </a:lnTo>
                  <a:lnTo>
                    <a:pt x="2567" y="259"/>
                  </a:lnTo>
                  <a:lnTo>
                    <a:pt x="2337" y="307"/>
                  </a:lnTo>
                  <a:lnTo>
                    <a:pt x="2146" y="355"/>
                  </a:lnTo>
                  <a:lnTo>
                    <a:pt x="1964" y="566"/>
                  </a:lnTo>
                  <a:lnTo>
                    <a:pt x="1763" y="815"/>
                  </a:lnTo>
                  <a:lnTo>
                    <a:pt x="1504" y="1150"/>
                  </a:lnTo>
                  <a:lnTo>
                    <a:pt x="1226" y="1543"/>
                  </a:lnTo>
                  <a:lnTo>
                    <a:pt x="1082" y="1763"/>
                  </a:lnTo>
                  <a:lnTo>
                    <a:pt x="939" y="2002"/>
                  </a:lnTo>
                  <a:lnTo>
                    <a:pt x="795" y="2251"/>
                  </a:lnTo>
                  <a:lnTo>
                    <a:pt x="651" y="2510"/>
                  </a:lnTo>
                  <a:lnTo>
                    <a:pt x="517" y="2778"/>
                  </a:lnTo>
                  <a:lnTo>
                    <a:pt x="402" y="3056"/>
                  </a:lnTo>
                  <a:lnTo>
                    <a:pt x="288" y="3343"/>
                  </a:lnTo>
                  <a:lnTo>
                    <a:pt x="192" y="3631"/>
                  </a:lnTo>
                  <a:lnTo>
                    <a:pt x="115" y="3928"/>
                  </a:lnTo>
                  <a:lnTo>
                    <a:pt x="48" y="4225"/>
                  </a:lnTo>
                  <a:lnTo>
                    <a:pt x="10" y="4521"/>
                  </a:lnTo>
                  <a:lnTo>
                    <a:pt x="0" y="4665"/>
                  </a:lnTo>
                  <a:lnTo>
                    <a:pt x="0" y="4818"/>
                  </a:lnTo>
                  <a:lnTo>
                    <a:pt x="0" y="4972"/>
                  </a:lnTo>
                  <a:lnTo>
                    <a:pt x="10" y="5115"/>
                  </a:lnTo>
                  <a:lnTo>
                    <a:pt x="29" y="5269"/>
                  </a:lnTo>
                  <a:lnTo>
                    <a:pt x="48" y="5412"/>
                  </a:lnTo>
                  <a:lnTo>
                    <a:pt x="77" y="5556"/>
                  </a:lnTo>
                  <a:lnTo>
                    <a:pt x="115" y="5709"/>
                  </a:lnTo>
                  <a:lnTo>
                    <a:pt x="163" y="5853"/>
                  </a:lnTo>
                  <a:lnTo>
                    <a:pt x="220" y="5996"/>
                  </a:lnTo>
                  <a:lnTo>
                    <a:pt x="288" y="6131"/>
                  </a:lnTo>
                  <a:lnTo>
                    <a:pt x="364" y="6274"/>
                  </a:lnTo>
                  <a:lnTo>
                    <a:pt x="441" y="6408"/>
                  </a:lnTo>
                  <a:lnTo>
                    <a:pt x="537" y="6542"/>
                  </a:lnTo>
                  <a:lnTo>
                    <a:pt x="642" y="6677"/>
                  </a:lnTo>
                  <a:lnTo>
                    <a:pt x="757" y="6811"/>
                  </a:lnTo>
                  <a:lnTo>
                    <a:pt x="881" y="6945"/>
                  </a:lnTo>
                  <a:lnTo>
                    <a:pt x="1015" y="7069"/>
                  </a:lnTo>
                  <a:lnTo>
                    <a:pt x="1159" y="7184"/>
                  </a:lnTo>
                  <a:lnTo>
                    <a:pt x="1322" y="7309"/>
                  </a:lnTo>
                  <a:lnTo>
                    <a:pt x="1494" y="7424"/>
                  </a:lnTo>
                  <a:lnTo>
                    <a:pt x="1676" y="7539"/>
                  </a:lnTo>
                  <a:lnTo>
                    <a:pt x="1916" y="7673"/>
                  </a:lnTo>
                  <a:lnTo>
                    <a:pt x="2146" y="7768"/>
                  </a:lnTo>
                  <a:lnTo>
                    <a:pt x="2366" y="7855"/>
                  </a:lnTo>
                  <a:lnTo>
                    <a:pt x="2577" y="7903"/>
                  </a:lnTo>
                  <a:lnTo>
                    <a:pt x="2778" y="7941"/>
                  </a:lnTo>
                  <a:lnTo>
                    <a:pt x="2979" y="7950"/>
                  </a:lnTo>
                  <a:lnTo>
                    <a:pt x="3161" y="7941"/>
                  </a:lnTo>
                  <a:lnTo>
                    <a:pt x="3343" y="7922"/>
                  </a:lnTo>
                  <a:lnTo>
                    <a:pt x="3515" y="7874"/>
                  </a:lnTo>
                  <a:lnTo>
                    <a:pt x="3678" y="7816"/>
                  </a:lnTo>
                  <a:lnTo>
                    <a:pt x="3831" y="7740"/>
                  </a:lnTo>
                  <a:lnTo>
                    <a:pt x="3985" y="7644"/>
                  </a:lnTo>
                  <a:lnTo>
                    <a:pt x="4119" y="7548"/>
                  </a:lnTo>
                  <a:lnTo>
                    <a:pt x="4253" y="7433"/>
                  </a:lnTo>
                  <a:lnTo>
                    <a:pt x="4377" y="7309"/>
                  </a:lnTo>
                  <a:lnTo>
                    <a:pt x="4502" y="7175"/>
                  </a:lnTo>
                  <a:lnTo>
                    <a:pt x="4607" y="7031"/>
                  </a:lnTo>
                  <a:lnTo>
                    <a:pt x="4713" y="6887"/>
                  </a:lnTo>
                  <a:lnTo>
                    <a:pt x="4808" y="6734"/>
                  </a:lnTo>
                  <a:lnTo>
                    <a:pt x="4895" y="6581"/>
                  </a:lnTo>
                  <a:lnTo>
                    <a:pt x="4971" y="6418"/>
                  </a:lnTo>
                  <a:lnTo>
                    <a:pt x="5048" y="6255"/>
                  </a:lnTo>
                  <a:lnTo>
                    <a:pt x="5115" y="6092"/>
                  </a:lnTo>
                  <a:lnTo>
                    <a:pt x="5172" y="5929"/>
                  </a:lnTo>
                  <a:lnTo>
                    <a:pt x="5230" y="5767"/>
                  </a:lnTo>
                  <a:lnTo>
                    <a:pt x="5278" y="5604"/>
                  </a:lnTo>
                  <a:lnTo>
                    <a:pt x="5345" y="5307"/>
                  </a:lnTo>
                  <a:lnTo>
                    <a:pt x="5393" y="5029"/>
                  </a:lnTo>
                  <a:lnTo>
                    <a:pt x="5412" y="4780"/>
                  </a:lnTo>
                  <a:lnTo>
                    <a:pt x="5431" y="4579"/>
                  </a:lnTo>
                  <a:lnTo>
                    <a:pt x="5460" y="4387"/>
                  </a:lnTo>
                  <a:lnTo>
                    <a:pt x="5508" y="4196"/>
                  </a:lnTo>
                  <a:lnTo>
                    <a:pt x="5565" y="4014"/>
                  </a:lnTo>
                  <a:lnTo>
                    <a:pt x="5642" y="3841"/>
                  </a:lnTo>
                  <a:lnTo>
                    <a:pt x="5728" y="3679"/>
                  </a:lnTo>
                  <a:lnTo>
                    <a:pt x="5814" y="3516"/>
                  </a:lnTo>
                  <a:lnTo>
                    <a:pt x="5919" y="3363"/>
                  </a:lnTo>
                  <a:lnTo>
                    <a:pt x="6034" y="3219"/>
                  </a:lnTo>
                  <a:lnTo>
                    <a:pt x="6149" y="3085"/>
                  </a:lnTo>
                  <a:lnTo>
                    <a:pt x="6274" y="2951"/>
                  </a:lnTo>
                  <a:lnTo>
                    <a:pt x="6408" y="2826"/>
                  </a:lnTo>
                  <a:lnTo>
                    <a:pt x="6542" y="2711"/>
                  </a:lnTo>
                  <a:lnTo>
                    <a:pt x="6676" y="2596"/>
                  </a:lnTo>
                  <a:lnTo>
                    <a:pt x="6820" y="2500"/>
                  </a:lnTo>
                  <a:lnTo>
                    <a:pt x="6954" y="2395"/>
                  </a:lnTo>
                  <a:lnTo>
                    <a:pt x="7241" y="2223"/>
                  </a:lnTo>
                  <a:lnTo>
                    <a:pt x="7509" y="2069"/>
                  </a:lnTo>
                  <a:lnTo>
                    <a:pt x="7758" y="1945"/>
                  </a:lnTo>
                  <a:lnTo>
                    <a:pt x="7979" y="1840"/>
                  </a:lnTo>
                  <a:lnTo>
                    <a:pt x="8170" y="1763"/>
                  </a:lnTo>
                  <a:lnTo>
                    <a:pt x="8314" y="1715"/>
                  </a:lnTo>
                  <a:lnTo>
                    <a:pt x="8448" y="1667"/>
                  </a:lnTo>
                  <a:lnTo>
                    <a:pt x="8515" y="1370"/>
                  </a:lnTo>
                  <a:lnTo>
                    <a:pt x="8410" y="1265"/>
                  </a:lnTo>
                  <a:lnTo>
                    <a:pt x="8314" y="1169"/>
                  </a:lnTo>
                  <a:lnTo>
                    <a:pt x="8103" y="987"/>
                  </a:lnTo>
                  <a:lnTo>
                    <a:pt x="7883" y="815"/>
                  </a:lnTo>
                  <a:lnTo>
                    <a:pt x="7653" y="671"/>
                  </a:lnTo>
                  <a:lnTo>
                    <a:pt x="7414" y="537"/>
                  </a:lnTo>
                  <a:lnTo>
                    <a:pt x="7174" y="432"/>
                  </a:lnTo>
                  <a:lnTo>
                    <a:pt x="6916" y="326"/>
                  </a:lnTo>
                  <a:lnTo>
                    <a:pt x="6657" y="250"/>
                  </a:lnTo>
                  <a:lnTo>
                    <a:pt x="6398" y="173"/>
                  </a:lnTo>
                  <a:lnTo>
                    <a:pt x="6140" y="125"/>
                  </a:lnTo>
                  <a:lnTo>
                    <a:pt x="5872" y="77"/>
                  </a:lnTo>
                  <a:lnTo>
                    <a:pt x="5603" y="48"/>
                  </a:lnTo>
                  <a:lnTo>
                    <a:pt x="5345" y="20"/>
                  </a:lnTo>
                  <a:lnTo>
                    <a:pt x="5077" y="10"/>
                  </a:lnTo>
                  <a:lnTo>
                    <a:pt x="482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14"/>
            <p:cNvSpPr/>
            <p:nvPr/>
          </p:nvSpPr>
          <p:spPr>
            <a:xfrm>
              <a:off x="4192168" y="2071500"/>
              <a:ext cx="302339" cy="282280"/>
            </a:xfrm>
            <a:custGeom>
              <a:rect b="b" l="l" r="r" t="t"/>
              <a:pathLst>
                <a:path extrusionOk="0" fill="none" h="7951" w="8516">
                  <a:moveTo>
                    <a:pt x="8448" y="1667"/>
                  </a:moveTo>
                  <a:lnTo>
                    <a:pt x="8448" y="1667"/>
                  </a:lnTo>
                  <a:lnTo>
                    <a:pt x="8314" y="1715"/>
                  </a:lnTo>
                  <a:lnTo>
                    <a:pt x="8170" y="1763"/>
                  </a:lnTo>
                  <a:lnTo>
                    <a:pt x="7979" y="1840"/>
                  </a:lnTo>
                  <a:lnTo>
                    <a:pt x="7758" y="1945"/>
                  </a:lnTo>
                  <a:lnTo>
                    <a:pt x="7509" y="2069"/>
                  </a:lnTo>
                  <a:lnTo>
                    <a:pt x="7241" y="2223"/>
                  </a:lnTo>
                  <a:lnTo>
                    <a:pt x="6954" y="2395"/>
                  </a:lnTo>
                  <a:lnTo>
                    <a:pt x="6820" y="2500"/>
                  </a:lnTo>
                  <a:lnTo>
                    <a:pt x="6676" y="2596"/>
                  </a:lnTo>
                  <a:lnTo>
                    <a:pt x="6542" y="2711"/>
                  </a:lnTo>
                  <a:lnTo>
                    <a:pt x="6408" y="2826"/>
                  </a:lnTo>
                  <a:lnTo>
                    <a:pt x="6274" y="2951"/>
                  </a:lnTo>
                  <a:lnTo>
                    <a:pt x="6149" y="3085"/>
                  </a:lnTo>
                  <a:lnTo>
                    <a:pt x="6034" y="3219"/>
                  </a:lnTo>
                  <a:lnTo>
                    <a:pt x="5919" y="3363"/>
                  </a:lnTo>
                  <a:lnTo>
                    <a:pt x="5814" y="3516"/>
                  </a:lnTo>
                  <a:lnTo>
                    <a:pt x="5728" y="3679"/>
                  </a:lnTo>
                  <a:lnTo>
                    <a:pt x="5642" y="3841"/>
                  </a:lnTo>
                  <a:lnTo>
                    <a:pt x="5565" y="4014"/>
                  </a:lnTo>
                  <a:lnTo>
                    <a:pt x="5508" y="4196"/>
                  </a:lnTo>
                  <a:lnTo>
                    <a:pt x="5460" y="4387"/>
                  </a:lnTo>
                  <a:lnTo>
                    <a:pt x="5431" y="4579"/>
                  </a:lnTo>
                  <a:lnTo>
                    <a:pt x="5412" y="4780"/>
                  </a:lnTo>
                  <a:lnTo>
                    <a:pt x="5412" y="4780"/>
                  </a:lnTo>
                  <a:lnTo>
                    <a:pt x="5393" y="5029"/>
                  </a:lnTo>
                  <a:lnTo>
                    <a:pt x="5345" y="5307"/>
                  </a:lnTo>
                  <a:lnTo>
                    <a:pt x="5278" y="5604"/>
                  </a:lnTo>
                  <a:lnTo>
                    <a:pt x="5230" y="5767"/>
                  </a:lnTo>
                  <a:lnTo>
                    <a:pt x="5172" y="5929"/>
                  </a:lnTo>
                  <a:lnTo>
                    <a:pt x="5115" y="6092"/>
                  </a:lnTo>
                  <a:lnTo>
                    <a:pt x="5048" y="6255"/>
                  </a:lnTo>
                  <a:lnTo>
                    <a:pt x="4971" y="6418"/>
                  </a:lnTo>
                  <a:lnTo>
                    <a:pt x="4895" y="6581"/>
                  </a:lnTo>
                  <a:lnTo>
                    <a:pt x="4808" y="6734"/>
                  </a:lnTo>
                  <a:lnTo>
                    <a:pt x="4713" y="6887"/>
                  </a:lnTo>
                  <a:lnTo>
                    <a:pt x="4607" y="7031"/>
                  </a:lnTo>
                  <a:lnTo>
                    <a:pt x="4502" y="7175"/>
                  </a:lnTo>
                  <a:lnTo>
                    <a:pt x="4377" y="7309"/>
                  </a:lnTo>
                  <a:lnTo>
                    <a:pt x="4253" y="7433"/>
                  </a:lnTo>
                  <a:lnTo>
                    <a:pt x="4119" y="7548"/>
                  </a:lnTo>
                  <a:lnTo>
                    <a:pt x="3985" y="7644"/>
                  </a:lnTo>
                  <a:lnTo>
                    <a:pt x="3831" y="7740"/>
                  </a:lnTo>
                  <a:lnTo>
                    <a:pt x="3678" y="7816"/>
                  </a:lnTo>
                  <a:lnTo>
                    <a:pt x="3515" y="7874"/>
                  </a:lnTo>
                  <a:lnTo>
                    <a:pt x="3343" y="7922"/>
                  </a:lnTo>
                  <a:lnTo>
                    <a:pt x="3161" y="7941"/>
                  </a:lnTo>
                  <a:lnTo>
                    <a:pt x="2979" y="7950"/>
                  </a:lnTo>
                  <a:lnTo>
                    <a:pt x="2778" y="7941"/>
                  </a:lnTo>
                  <a:lnTo>
                    <a:pt x="2577" y="7903"/>
                  </a:lnTo>
                  <a:lnTo>
                    <a:pt x="2366" y="7855"/>
                  </a:lnTo>
                  <a:lnTo>
                    <a:pt x="2146" y="7768"/>
                  </a:lnTo>
                  <a:lnTo>
                    <a:pt x="1916" y="7673"/>
                  </a:lnTo>
                  <a:lnTo>
                    <a:pt x="1676" y="7539"/>
                  </a:lnTo>
                  <a:lnTo>
                    <a:pt x="1676" y="7539"/>
                  </a:lnTo>
                  <a:lnTo>
                    <a:pt x="1494" y="7424"/>
                  </a:lnTo>
                  <a:lnTo>
                    <a:pt x="1322" y="7309"/>
                  </a:lnTo>
                  <a:lnTo>
                    <a:pt x="1159" y="7184"/>
                  </a:lnTo>
                  <a:lnTo>
                    <a:pt x="1015" y="7069"/>
                  </a:lnTo>
                  <a:lnTo>
                    <a:pt x="881" y="6945"/>
                  </a:lnTo>
                  <a:lnTo>
                    <a:pt x="757" y="6811"/>
                  </a:lnTo>
                  <a:lnTo>
                    <a:pt x="642" y="6677"/>
                  </a:lnTo>
                  <a:lnTo>
                    <a:pt x="537" y="6542"/>
                  </a:lnTo>
                  <a:lnTo>
                    <a:pt x="441" y="6408"/>
                  </a:lnTo>
                  <a:lnTo>
                    <a:pt x="364" y="6274"/>
                  </a:lnTo>
                  <a:lnTo>
                    <a:pt x="288" y="6131"/>
                  </a:lnTo>
                  <a:lnTo>
                    <a:pt x="220" y="5996"/>
                  </a:lnTo>
                  <a:lnTo>
                    <a:pt x="163" y="5853"/>
                  </a:lnTo>
                  <a:lnTo>
                    <a:pt x="115" y="5709"/>
                  </a:lnTo>
                  <a:lnTo>
                    <a:pt x="77" y="5556"/>
                  </a:lnTo>
                  <a:lnTo>
                    <a:pt x="48" y="5412"/>
                  </a:lnTo>
                  <a:lnTo>
                    <a:pt x="29" y="5269"/>
                  </a:lnTo>
                  <a:lnTo>
                    <a:pt x="10" y="5115"/>
                  </a:lnTo>
                  <a:lnTo>
                    <a:pt x="0" y="4972"/>
                  </a:lnTo>
                  <a:lnTo>
                    <a:pt x="0" y="4818"/>
                  </a:lnTo>
                  <a:lnTo>
                    <a:pt x="0" y="4665"/>
                  </a:lnTo>
                  <a:lnTo>
                    <a:pt x="10" y="4521"/>
                  </a:lnTo>
                  <a:lnTo>
                    <a:pt x="48" y="4225"/>
                  </a:lnTo>
                  <a:lnTo>
                    <a:pt x="115" y="3928"/>
                  </a:lnTo>
                  <a:lnTo>
                    <a:pt x="192" y="3631"/>
                  </a:lnTo>
                  <a:lnTo>
                    <a:pt x="288" y="3343"/>
                  </a:lnTo>
                  <a:lnTo>
                    <a:pt x="402" y="3056"/>
                  </a:lnTo>
                  <a:lnTo>
                    <a:pt x="517" y="2778"/>
                  </a:lnTo>
                  <a:lnTo>
                    <a:pt x="651" y="2510"/>
                  </a:lnTo>
                  <a:lnTo>
                    <a:pt x="795" y="2251"/>
                  </a:lnTo>
                  <a:lnTo>
                    <a:pt x="939" y="2002"/>
                  </a:lnTo>
                  <a:lnTo>
                    <a:pt x="1082" y="1763"/>
                  </a:lnTo>
                  <a:lnTo>
                    <a:pt x="1226" y="1543"/>
                  </a:lnTo>
                  <a:lnTo>
                    <a:pt x="1504" y="1150"/>
                  </a:lnTo>
                  <a:lnTo>
                    <a:pt x="1763" y="815"/>
                  </a:lnTo>
                  <a:lnTo>
                    <a:pt x="1964" y="566"/>
                  </a:lnTo>
                  <a:lnTo>
                    <a:pt x="2146" y="355"/>
                  </a:lnTo>
                  <a:lnTo>
                    <a:pt x="2146" y="355"/>
                  </a:lnTo>
                  <a:lnTo>
                    <a:pt x="2337" y="307"/>
                  </a:lnTo>
                  <a:lnTo>
                    <a:pt x="2567" y="259"/>
                  </a:lnTo>
                  <a:lnTo>
                    <a:pt x="2854" y="192"/>
                  </a:lnTo>
                  <a:lnTo>
                    <a:pt x="3218" y="135"/>
                  </a:lnTo>
                  <a:lnTo>
                    <a:pt x="3630" y="77"/>
                  </a:lnTo>
                  <a:lnTo>
                    <a:pt x="4080" y="29"/>
                  </a:lnTo>
                  <a:lnTo>
                    <a:pt x="4320" y="20"/>
                  </a:lnTo>
                  <a:lnTo>
                    <a:pt x="4569" y="10"/>
                  </a:lnTo>
                  <a:lnTo>
                    <a:pt x="4828" y="1"/>
                  </a:lnTo>
                  <a:lnTo>
                    <a:pt x="5077" y="10"/>
                  </a:lnTo>
                  <a:lnTo>
                    <a:pt x="5345" y="20"/>
                  </a:lnTo>
                  <a:lnTo>
                    <a:pt x="5603" y="48"/>
                  </a:lnTo>
                  <a:lnTo>
                    <a:pt x="5872" y="77"/>
                  </a:lnTo>
                  <a:lnTo>
                    <a:pt x="6140" y="125"/>
                  </a:lnTo>
                  <a:lnTo>
                    <a:pt x="6398" y="173"/>
                  </a:lnTo>
                  <a:lnTo>
                    <a:pt x="6657" y="250"/>
                  </a:lnTo>
                  <a:lnTo>
                    <a:pt x="6916" y="326"/>
                  </a:lnTo>
                  <a:lnTo>
                    <a:pt x="7174" y="432"/>
                  </a:lnTo>
                  <a:lnTo>
                    <a:pt x="7414" y="537"/>
                  </a:lnTo>
                  <a:lnTo>
                    <a:pt x="7653" y="671"/>
                  </a:lnTo>
                  <a:lnTo>
                    <a:pt x="7883" y="815"/>
                  </a:lnTo>
                  <a:lnTo>
                    <a:pt x="8103" y="987"/>
                  </a:lnTo>
                  <a:lnTo>
                    <a:pt x="8314" y="1169"/>
                  </a:lnTo>
                  <a:lnTo>
                    <a:pt x="8410" y="1265"/>
                  </a:lnTo>
                  <a:lnTo>
                    <a:pt x="8515" y="137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14"/>
            <p:cNvSpPr/>
            <p:nvPr/>
          </p:nvSpPr>
          <p:spPr>
            <a:xfrm>
              <a:off x="4351286" y="2191211"/>
              <a:ext cx="65999" cy="113253"/>
            </a:xfrm>
            <a:custGeom>
              <a:rect b="b" l="l" r="r" t="t"/>
              <a:pathLst>
                <a:path extrusionOk="0" h="3190" w="1859">
                  <a:moveTo>
                    <a:pt x="1188" y="0"/>
                  </a:moveTo>
                  <a:lnTo>
                    <a:pt x="1093" y="19"/>
                  </a:lnTo>
                  <a:lnTo>
                    <a:pt x="987" y="48"/>
                  </a:lnTo>
                  <a:lnTo>
                    <a:pt x="891" y="86"/>
                  </a:lnTo>
                  <a:lnTo>
                    <a:pt x="796" y="134"/>
                  </a:lnTo>
                  <a:lnTo>
                    <a:pt x="690" y="211"/>
                  </a:lnTo>
                  <a:lnTo>
                    <a:pt x="595" y="287"/>
                  </a:lnTo>
                  <a:lnTo>
                    <a:pt x="499" y="393"/>
                  </a:lnTo>
                  <a:lnTo>
                    <a:pt x="403" y="508"/>
                  </a:lnTo>
                  <a:lnTo>
                    <a:pt x="317" y="642"/>
                  </a:lnTo>
                  <a:lnTo>
                    <a:pt x="240" y="795"/>
                  </a:lnTo>
                  <a:lnTo>
                    <a:pt x="164" y="967"/>
                  </a:lnTo>
                  <a:lnTo>
                    <a:pt x="96" y="1159"/>
                  </a:lnTo>
                  <a:lnTo>
                    <a:pt x="39" y="1370"/>
                  </a:lnTo>
                  <a:lnTo>
                    <a:pt x="10" y="1523"/>
                  </a:lnTo>
                  <a:lnTo>
                    <a:pt x="1" y="1676"/>
                  </a:lnTo>
                  <a:lnTo>
                    <a:pt x="1" y="1830"/>
                  </a:lnTo>
                  <a:lnTo>
                    <a:pt x="20" y="1983"/>
                  </a:lnTo>
                  <a:lnTo>
                    <a:pt x="49" y="2126"/>
                  </a:lnTo>
                  <a:lnTo>
                    <a:pt x="87" y="2270"/>
                  </a:lnTo>
                  <a:lnTo>
                    <a:pt x="135" y="2404"/>
                  </a:lnTo>
                  <a:lnTo>
                    <a:pt x="183" y="2538"/>
                  </a:lnTo>
                  <a:lnTo>
                    <a:pt x="250" y="2653"/>
                  </a:lnTo>
                  <a:lnTo>
                    <a:pt x="317" y="2768"/>
                  </a:lnTo>
                  <a:lnTo>
                    <a:pt x="393" y="2874"/>
                  </a:lnTo>
                  <a:lnTo>
                    <a:pt x="460" y="2960"/>
                  </a:lnTo>
                  <a:lnTo>
                    <a:pt x="547" y="3036"/>
                  </a:lnTo>
                  <a:lnTo>
                    <a:pt x="623" y="3103"/>
                  </a:lnTo>
                  <a:lnTo>
                    <a:pt x="700" y="3151"/>
                  </a:lnTo>
                  <a:lnTo>
                    <a:pt x="777" y="3180"/>
                  </a:lnTo>
                  <a:lnTo>
                    <a:pt x="853" y="3190"/>
                  </a:lnTo>
                  <a:lnTo>
                    <a:pt x="930" y="3190"/>
                  </a:lnTo>
                  <a:lnTo>
                    <a:pt x="997" y="3161"/>
                  </a:lnTo>
                  <a:lnTo>
                    <a:pt x="1064" y="3123"/>
                  </a:lnTo>
                  <a:lnTo>
                    <a:pt x="1131" y="3075"/>
                  </a:lnTo>
                  <a:lnTo>
                    <a:pt x="1198" y="3008"/>
                  </a:lnTo>
                  <a:lnTo>
                    <a:pt x="1255" y="2921"/>
                  </a:lnTo>
                  <a:lnTo>
                    <a:pt x="1313" y="2826"/>
                  </a:lnTo>
                  <a:lnTo>
                    <a:pt x="1370" y="2720"/>
                  </a:lnTo>
                  <a:lnTo>
                    <a:pt x="1428" y="2605"/>
                  </a:lnTo>
                  <a:lnTo>
                    <a:pt x="1533" y="2347"/>
                  </a:lnTo>
                  <a:lnTo>
                    <a:pt x="1639" y="2069"/>
                  </a:lnTo>
                  <a:lnTo>
                    <a:pt x="1734" y="1762"/>
                  </a:lnTo>
                  <a:lnTo>
                    <a:pt x="1773" y="1600"/>
                  </a:lnTo>
                  <a:lnTo>
                    <a:pt x="1811" y="1446"/>
                  </a:lnTo>
                  <a:lnTo>
                    <a:pt x="1830" y="1303"/>
                  </a:lnTo>
                  <a:lnTo>
                    <a:pt x="1849" y="1149"/>
                  </a:lnTo>
                  <a:lnTo>
                    <a:pt x="1859" y="1015"/>
                  </a:lnTo>
                  <a:lnTo>
                    <a:pt x="1859" y="881"/>
                  </a:lnTo>
                  <a:lnTo>
                    <a:pt x="1849" y="747"/>
                  </a:lnTo>
                  <a:lnTo>
                    <a:pt x="1840" y="623"/>
                  </a:lnTo>
                  <a:lnTo>
                    <a:pt x="1811" y="517"/>
                  </a:lnTo>
                  <a:lnTo>
                    <a:pt x="1782" y="412"/>
                  </a:lnTo>
                  <a:lnTo>
                    <a:pt x="1744" y="316"/>
                  </a:lnTo>
                  <a:lnTo>
                    <a:pt x="1696" y="230"/>
                  </a:lnTo>
                  <a:lnTo>
                    <a:pt x="1648" y="163"/>
                  </a:lnTo>
                  <a:lnTo>
                    <a:pt x="1581" y="105"/>
                  </a:lnTo>
                  <a:lnTo>
                    <a:pt x="1514" y="58"/>
                  </a:lnTo>
                  <a:lnTo>
                    <a:pt x="1447" y="29"/>
                  </a:lnTo>
                  <a:lnTo>
                    <a:pt x="1361" y="10"/>
                  </a:lnTo>
                  <a:lnTo>
                    <a:pt x="1275" y="0"/>
                  </a:lnTo>
                  <a:close/>
                </a:path>
              </a:pathLst>
            </a:custGeom>
            <a:solidFill>
              <a:srgbClr val="FFAF8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14"/>
            <p:cNvSpPr/>
            <p:nvPr/>
          </p:nvSpPr>
          <p:spPr>
            <a:xfrm>
              <a:off x="4401272" y="2145308"/>
              <a:ext cx="55455" cy="109170"/>
            </a:xfrm>
            <a:custGeom>
              <a:rect b="b" l="l" r="r" t="t"/>
              <a:pathLst>
                <a:path extrusionOk="0" h="3075" w="1562">
                  <a:moveTo>
                    <a:pt x="1514" y="0"/>
                  </a:moveTo>
                  <a:lnTo>
                    <a:pt x="1390" y="10"/>
                  </a:lnTo>
                  <a:lnTo>
                    <a:pt x="1294" y="19"/>
                  </a:lnTo>
                  <a:lnTo>
                    <a:pt x="1188" y="48"/>
                  </a:lnTo>
                  <a:lnTo>
                    <a:pt x="1083" y="77"/>
                  </a:lnTo>
                  <a:lnTo>
                    <a:pt x="958" y="115"/>
                  </a:lnTo>
                  <a:lnTo>
                    <a:pt x="834" y="172"/>
                  </a:lnTo>
                  <a:lnTo>
                    <a:pt x="700" y="239"/>
                  </a:lnTo>
                  <a:lnTo>
                    <a:pt x="575" y="326"/>
                  </a:lnTo>
                  <a:lnTo>
                    <a:pt x="441" y="441"/>
                  </a:lnTo>
                  <a:lnTo>
                    <a:pt x="326" y="565"/>
                  </a:lnTo>
                  <a:lnTo>
                    <a:pt x="211" y="718"/>
                  </a:lnTo>
                  <a:lnTo>
                    <a:pt x="154" y="795"/>
                  </a:lnTo>
                  <a:lnTo>
                    <a:pt x="106" y="891"/>
                  </a:lnTo>
                  <a:lnTo>
                    <a:pt x="58" y="987"/>
                  </a:lnTo>
                  <a:lnTo>
                    <a:pt x="10" y="1092"/>
                  </a:lnTo>
                  <a:lnTo>
                    <a:pt x="1" y="1379"/>
                  </a:lnTo>
                  <a:lnTo>
                    <a:pt x="1" y="1676"/>
                  </a:lnTo>
                  <a:lnTo>
                    <a:pt x="10" y="2021"/>
                  </a:lnTo>
                  <a:lnTo>
                    <a:pt x="29" y="2375"/>
                  </a:lnTo>
                  <a:lnTo>
                    <a:pt x="49" y="2538"/>
                  </a:lnTo>
                  <a:lnTo>
                    <a:pt x="68" y="2691"/>
                  </a:lnTo>
                  <a:lnTo>
                    <a:pt x="96" y="2826"/>
                  </a:lnTo>
                  <a:lnTo>
                    <a:pt x="135" y="2941"/>
                  </a:lnTo>
                  <a:lnTo>
                    <a:pt x="173" y="3017"/>
                  </a:lnTo>
                  <a:lnTo>
                    <a:pt x="202" y="3046"/>
                  </a:lnTo>
                  <a:lnTo>
                    <a:pt x="231" y="3075"/>
                  </a:lnTo>
                  <a:lnTo>
                    <a:pt x="259" y="3075"/>
                  </a:lnTo>
                  <a:lnTo>
                    <a:pt x="288" y="3065"/>
                  </a:lnTo>
                  <a:lnTo>
                    <a:pt x="326" y="3036"/>
                  </a:lnTo>
                  <a:lnTo>
                    <a:pt x="374" y="2988"/>
                  </a:lnTo>
                  <a:lnTo>
                    <a:pt x="460" y="2845"/>
                  </a:lnTo>
                  <a:lnTo>
                    <a:pt x="566" y="2663"/>
                  </a:lnTo>
                  <a:lnTo>
                    <a:pt x="671" y="2433"/>
                  </a:lnTo>
                  <a:lnTo>
                    <a:pt x="786" y="2174"/>
                  </a:lnTo>
                  <a:lnTo>
                    <a:pt x="1006" y="1600"/>
                  </a:lnTo>
                  <a:lnTo>
                    <a:pt x="1217" y="1015"/>
                  </a:lnTo>
                  <a:lnTo>
                    <a:pt x="1399" y="508"/>
                  </a:lnTo>
                  <a:lnTo>
                    <a:pt x="156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14"/>
            <p:cNvSpPr/>
            <p:nvPr/>
          </p:nvSpPr>
          <p:spPr>
            <a:xfrm>
              <a:off x="4969826" y="2855300"/>
              <a:ext cx="235666" cy="113928"/>
            </a:xfrm>
            <a:custGeom>
              <a:rect b="b" l="l" r="r" t="t"/>
              <a:pathLst>
                <a:path extrusionOk="0" h="3209" w="6638">
                  <a:moveTo>
                    <a:pt x="3190" y="0"/>
                  </a:moveTo>
                  <a:lnTo>
                    <a:pt x="3113" y="10"/>
                  </a:lnTo>
                  <a:lnTo>
                    <a:pt x="3037" y="48"/>
                  </a:lnTo>
                  <a:lnTo>
                    <a:pt x="2912" y="115"/>
                  </a:lnTo>
                  <a:lnTo>
                    <a:pt x="2519" y="335"/>
                  </a:lnTo>
                  <a:lnTo>
                    <a:pt x="1466" y="968"/>
                  </a:lnTo>
                  <a:lnTo>
                    <a:pt x="0" y="1849"/>
                  </a:lnTo>
                  <a:lnTo>
                    <a:pt x="326" y="3046"/>
                  </a:lnTo>
                  <a:lnTo>
                    <a:pt x="680" y="3094"/>
                  </a:lnTo>
                  <a:lnTo>
                    <a:pt x="1073" y="3132"/>
                  </a:lnTo>
                  <a:lnTo>
                    <a:pt x="1542" y="3170"/>
                  </a:lnTo>
                  <a:lnTo>
                    <a:pt x="2040" y="3199"/>
                  </a:lnTo>
                  <a:lnTo>
                    <a:pt x="2289" y="3199"/>
                  </a:lnTo>
                  <a:lnTo>
                    <a:pt x="2538" y="3209"/>
                  </a:lnTo>
                  <a:lnTo>
                    <a:pt x="2768" y="3199"/>
                  </a:lnTo>
                  <a:lnTo>
                    <a:pt x="2979" y="3180"/>
                  </a:lnTo>
                  <a:lnTo>
                    <a:pt x="3161" y="3161"/>
                  </a:lnTo>
                  <a:lnTo>
                    <a:pt x="3324" y="3123"/>
                  </a:lnTo>
                  <a:lnTo>
                    <a:pt x="3650" y="3046"/>
                  </a:lnTo>
                  <a:lnTo>
                    <a:pt x="4052" y="2950"/>
                  </a:lnTo>
                  <a:lnTo>
                    <a:pt x="4981" y="2759"/>
                  </a:lnTo>
                  <a:lnTo>
                    <a:pt x="5450" y="2653"/>
                  </a:lnTo>
                  <a:lnTo>
                    <a:pt x="5881" y="2538"/>
                  </a:lnTo>
                  <a:lnTo>
                    <a:pt x="6082" y="2481"/>
                  </a:lnTo>
                  <a:lnTo>
                    <a:pt x="6255" y="2414"/>
                  </a:lnTo>
                  <a:lnTo>
                    <a:pt x="6408" y="2356"/>
                  </a:lnTo>
                  <a:lnTo>
                    <a:pt x="6533" y="2289"/>
                  </a:lnTo>
                  <a:lnTo>
                    <a:pt x="6561" y="2270"/>
                  </a:lnTo>
                  <a:lnTo>
                    <a:pt x="6590" y="2241"/>
                  </a:lnTo>
                  <a:lnTo>
                    <a:pt x="6619" y="2194"/>
                  </a:lnTo>
                  <a:lnTo>
                    <a:pt x="6638" y="2126"/>
                  </a:lnTo>
                  <a:lnTo>
                    <a:pt x="6638" y="2069"/>
                  </a:lnTo>
                  <a:lnTo>
                    <a:pt x="6619" y="2012"/>
                  </a:lnTo>
                  <a:lnTo>
                    <a:pt x="6580" y="1964"/>
                  </a:lnTo>
                  <a:lnTo>
                    <a:pt x="6533" y="1925"/>
                  </a:lnTo>
                  <a:lnTo>
                    <a:pt x="6494" y="1906"/>
                  </a:lnTo>
                  <a:lnTo>
                    <a:pt x="6465" y="1906"/>
                  </a:lnTo>
                  <a:lnTo>
                    <a:pt x="6092" y="1858"/>
                  </a:lnTo>
                  <a:lnTo>
                    <a:pt x="5603" y="1810"/>
                  </a:lnTo>
                  <a:lnTo>
                    <a:pt x="4473" y="1705"/>
                  </a:lnTo>
                  <a:lnTo>
                    <a:pt x="3927" y="1638"/>
                  </a:lnTo>
                  <a:lnTo>
                    <a:pt x="3678" y="1600"/>
                  </a:lnTo>
                  <a:lnTo>
                    <a:pt x="3458" y="1561"/>
                  </a:lnTo>
                  <a:lnTo>
                    <a:pt x="3276" y="1523"/>
                  </a:lnTo>
                  <a:lnTo>
                    <a:pt x="3132" y="1485"/>
                  </a:lnTo>
                  <a:lnTo>
                    <a:pt x="3075" y="1456"/>
                  </a:lnTo>
                  <a:lnTo>
                    <a:pt x="3027" y="1437"/>
                  </a:lnTo>
                  <a:lnTo>
                    <a:pt x="2998" y="1408"/>
                  </a:lnTo>
                  <a:lnTo>
                    <a:pt x="2989" y="1389"/>
                  </a:lnTo>
                  <a:lnTo>
                    <a:pt x="2979" y="1341"/>
                  </a:lnTo>
                  <a:lnTo>
                    <a:pt x="2989" y="1284"/>
                  </a:lnTo>
                  <a:lnTo>
                    <a:pt x="3017" y="1236"/>
                  </a:lnTo>
                  <a:lnTo>
                    <a:pt x="3056" y="1178"/>
                  </a:lnTo>
                  <a:lnTo>
                    <a:pt x="3113" y="1121"/>
                  </a:lnTo>
                  <a:lnTo>
                    <a:pt x="3180" y="1073"/>
                  </a:lnTo>
                  <a:lnTo>
                    <a:pt x="3343" y="958"/>
                  </a:lnTo>
                  <a:lnTo>
                    <a:pt x="3544" y="853"/>
                  </a:lnTo>
                  <a:lnTo>
                    <a:pt x="3755" y="747"/>
                  </a:lnTo>
                  <a:lnTo>
                    <a:pt x="3975" y="651"/>
                  </a:lnTo>
                  <a:lnTo>
                    <a:pt x="4176" y="565"/>
                  </a:lnTo>
                  <a:lnTo>
                    <a:pt x="4234" y="537"/>
                  </a:lnTo>
                  <a:lnTo>
                    <a:pt x="4272" y="489"/>
                  </a:lnTo>
                  <a:lnTo>
                    <a:pt x="4291" y="441"/>
                  </a:lnTo>
                  <a:lnTo>
                    <a:pt x="4301" y="383"/>
                  </a:lnTo>
                  <a:lnTo>
                    <a:pt x="4291" y="326"/>
                  </a:lnTo>
                  <a:lnTo>
                    <a:pt x="4263" y="278"/>
                  </a:lnTo>
                  <a:lnTo>
                    <a:pt x="4224" y="240"/>
                  </a:lnTo>
                  <a:lnTo>
                    <a:pt x="4167" y="211"/>
                  </a:lnTo>
                  <a:lnTo>
                    <a:pt x="3860" y="125"/>
                  </a:lnTo>
                  <a:lnTo>
                    <a:pt x="3554" y="48"/>
                  </a:lnTo>
                  <a:lnTo>
                    <a:pt x="3410" y="19"/>
                  </a:lnTo>
                  <a:lnTo>
                    <a:pt x="3286" y="0"/>
                  </a:lnTo>
                  <a:close/>
                </a:path>
              </a:pathLst>
            </a:custGeom>
            <a:solidFill>
              <a:srgbClr val="FFAF8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14"/>
            <p:cNvSpPr/>
            <p:nvPr/>
          </p:nvSpPr>
          <p:spPr>
            <a:xfrm>
              <a:off x="4092516" y="2444194"/>
              <a:ext cx="542407" cy="686583"/>
            </a:xfrm>
            <a:custGeom>
              <a:rect b="b" l="l" r="r" t="t"/>
              <a:pathLst>
                <a:path extrusionOk="0" h="19339" w="15278">
                  <a:moveTo>
                    <a:pt x="4455" y="0"/>
                  </a:moveTo>
                  <a:lnTo>
                    <a:pt x="4301" y="10"/>
                  </a:lnTo>
                  <a:lnTo>
                    <a:pt x="4148" y="19"/>
                  </a:lnTo>
                  <a:lnTo>
                    <a:pt x="3995" y="29"/>
                  </a:lnTo>
                  <a:lnTo>
                    <a:pt x="3842" y="48"/>
                  </a:lnTo>
                  <a:lnTo>
                    <a:pt x="3688" y="77"/>
                  </a:lnTo>
                  <a:lnTo>
                    <a:pt x="3535" y="115"/>
                  </a:lnTo>
                  <a:lnTo>
                    <a:pt x="3382" y="153"/>
                  </a:lnTo>
                  <a:lnTo>
                    <a:pt x="3219" y="201"/>
                  </a:lnTo>
                  <a:lnTo>
                    <a:pt x="3066" y="259"/>
                  </a:lnTo>
                  <a:lnTo>
                    <a:pt x="2913" y="316"/>
                  </a:lnTo>
                  <a:lnTo>
                    <a:pt x="2750" y="383"/>
                  </a:lnTo>
                  <a:lnTo>
                    <a:pt x="2577" y="460"/>
                  </a:lnTo>
                  <a:lnTo>
                    <a:pt x="2443" y="527"/>
                  </a:lnTo>
                  <a:lnTo>
                    <a:pt x="2319" y="594"/>
                  </a:lnTo>
                  <a:lnTo>
                    <a:pt x="2194" y="671"/>
                  </a:lnTo>
                  <a:lnTo>
                    <a:pt x="2070" y="747"/>
                  </a:lnTo>
                  <a:lnTo>
                    <a:pt x="1849" y="910"/>
                  </a:lnTo>
                  <a:lnTo>
                    <a:pt x="1629" y="1102"/>
                  </a:lnTo>
                  <a:lnTo>
                    <a:pt x="1428" y="1303"/>
                  </a:lnTo>
                  <a:lnTo>
                    <a:pt x="1246" y="1523"/>
                  </a:lnTo>
                  <a:lnTo>
                    <a:pt x="1074" y="1753"/>
                  </a:lnTo>
                  <a:lnTo>
                    <a:pt x="920" y="2002"/>
                  </a:lnTo>
                  <a:lnTo>
                    <a:pt x="777" y="2261"/>
                  </a:lnTo>
                  <a:lnTo>
                    <a:pt x="652" y="2529"/>
                  </a:lnTo>
                  <a:lnTo>
                    <a:pt x="528" y="2816"/>
                  </a:lnTo>
                  <a:lnTo>
                    <a:pt x="432" y="3113"/>
                  </a:lnTo>
                  <a:lnTo>
                    <a:pt x="336" y="3420"/>
                  </a:lnTo>
                  <a:lnTo>
                    <a:pt x="259" y="3745"/>
                  </a:lnTo>
                  <a:lnTo>
                    <a:pt x="192" y="4071"/>
                  </a:lnTo>
                  <a:lnTo>
                    <a:pt x="135" y="4406"/>
                  </a:lnTo>
                  <a:lnTo>
                    <a:pt x="87" y="4761"/>
                  </a:lnTo>
                  <a:lnTo>
                    <a:pt x="49" y="5115"/>
                  </a:lnTo>
                  <a:lnTo>
                    <a:pt x="20" y="5469"/>
                  </a:lnTo>
                  <a:lnTo>
                    <a:pt x="10" y="5843"/>
                  </a:lnTo>
                  <a:lnTo>
                    <a:pt x="1" y="6216"/>
                  </a:lnTo>
                  <a:lnTo>
                    <a:pt x="1" y="6600"/>
                  </a:lnTo>
                  <a:lnTo>
                    <a:pt x="10" y="6983"/>
                  </a:lnTo>
                  <a:lnTo>
                    <a:pt x="39" y="7366"/>
                  </a:lnTo>
                  <a:lnTo>
                    <a:pt x="58" y="7758"/>
                  </a:lnTo>
                  <a:lnTo>
                    <a:pt x="97" y="8161"/>
                  </a:lnTo>
                  <a:lnTo>
                    <a:pt x="144" y="8553"/>
                  </a:lnTo>
                  <a:lnTo>
                    <a:pt x="192" y="8956"/>
                  </a:lnTo>
                  <a:lnTo>
                    <a:pt x="250" y="9358"/>
                  </a:lnTo>
                  <a:lnTo>
                    <a:pt x="307" y="9760"/>
                  </a:lnTo>
                  <a:lnTo>
                    <a:pt x="384" y="10163"/>
                  </a:lnTo>
                  <a:lnTo>
                    <a:pt x="451" y="10565"/>
                  </a:lnTo>
                  <a:lnTo>
                    <a:pt x="623" y="11360"/>
                  </a:lnTo>
                  <a:lnTo>
                    <a:pt x="805" y="12145"/>
                  </a:lnTo>
                  <a:lnTo>
                    <a:pt x="1006" y="12911"/>
                  </a:lnTo>
                  <a:lnTo>
                    <a:pt x="1217" y="13668"/>
                  </a:lnTo>
                  <a:lnTo>
                    <a:pt x="1437" y="14396"/>
                  </a:lnTo>
                  <a:lnTo>
                    <a:pt x="1667" y="15086"/>
                  </a:lnTo>
                  <a:lnTo>
                    <a:pt x="1897" y="15747"/>
                  </a:lnTo>
                  <a:lnTo>
                    <a:pt x="2137" y="16369"/>
                  </a:lnTo>
                  <a:lnTo>
                    <a:pt x="2376" y="16944"/>
                  </a:lnTo>
                  <a:lnTo>
                    <a:pt x="2606" y="17471"/>
                  </a:lnTo>
                  <a:lnTo>
                    <a:pt x="2826" y="17940"/>
                  </a:lnTo>
                  <a:lnTo>
                    <a:pt x="3047" y="18342"/>
                  </a:lnTo>
                  <a:lnTo>
                    <a:pt x="3248" y="18687"/>
                  </a:lnTo>
                  <a:lnTo>
                    <a:pt x="3344" y="18840"/>
                  </a:lnTo>
                  <a:lnTo>
                    <a:pt x="3439" y="18965"/>
                  </a:lnTo>
                  <a:lnTo>
                    <a:pt x="3526" y="19070"/>
                  </a:lnTo>
                  <a:lnTo>
                    <a:pt x="3612" y="19166"/>
                  </a:lnTo>
                  <a:lnTo>
                    <a:pt x="3688" y="19233"/>
                  </a:lnTo>
                  <a:lnTo>
                    <a:pt x="3765" y="19281"/>
                  </a:lnTo>
                  <a:lnTo>
                    <a:pt x="3851" y="19319"/>
                  </a:lnTo>
                  <a:lnTo>
                    <a:pt x="3947" y="19338"/>
                  </a:lnTo>
                  <a:lnTo>
                    <a:pt x="4052" y="19338"/>
                  </a:lnTo>
                  <a:lnTo>
                    <a:pt x="4167" y="19329"/>
                  </a:lnTo>
                  <a:lnTo>
                    <a:pt x="4301" y="19300"/>
                  </a:lnTo>
                  <a:lnTo>
                    <a:pt x="4435" y="19252"/>
                  </a:lnTo>
                  <a:lnTo>
                    <a:pt x="4589" y="19195"/>
                  </a:lnTo>
                  <a:lnTo>
                    <a:pt x="4742" y="19118"/>
                  </a:lnTo>
                  <a:lnTo>
                    <a:pt x="4914" y="19032"/>
                  </a:lnTo>
                  <a:lnTo>
                    <a:pt x="5087" y="18936"/>
                  </a:lnTo>
                  <a:lnTo>
                    <a:pt x="5269" y="18821"/>
                  </a:lnTo>
                  <a:lnTo>
                    <a:pt x="5460" y="18697"/>
                  </a:lnTo>
                  <a:lnTo>
                    <a:pt x="5853" y="18419"/>
                  </a:lnTo>
                  <a:lnTo>
                    <a:pt x="6274" y="18093"/>
                  </a:lnTo>
                  <a:lnTo>
                    <a:pt x="6725" y="17739"/>
                  </a:lnTo>
                  <a:lnTo>
                    <a:pt x="7184" y="17346"/>
                  </a:lnTo>
                  <a:lnTo>
                    <a:pt x="7663" y="16925"/>
                  </a:lnTo>
                  <a:lnTo>
                    <a:pt x="8152" y="16484"/>
                  </a:lnTo>
                  <a:lnTo>
                    <a:pt x="8650" y="16015"/>
                  </a:lnTo>
                  <a:lnTo>
                    <a:pt x="9148" y="15545"/>
                  </a:lnTo>
                  <a:lnTo>
                    <a:pt x="9655" y="15047"/>
                  </a:lnTo>
                  <a:lnTo>
                    <a:pt x="10154" y="14559"/>
                  </a:lnTo>
                  <a:lnTo>
                    <a:pt x="11140" y="13553"/>
                  </a:lnTo>
                  <a:lnTo>
                    <a:pt x="12079" y="12586"/>
                  </a:lnTo>
                  <a:lnTo>
                    <a:pt x="12950" y="11666"/>
                  </a:lnTo>
                  <a:lnTo>
                    <a:pt x="13717" y="10833"/>
                  </a:lnTo>
                  <a:lnTo>
                    <a:pt x="14358" y="10134"/>
                  </a:lnTo>
                  <a:lnTo>
                    <a:pt x="14847" y="9588"/>
                  </a:lnTo>
                  <a:lnTo>
                    <a:pt x="15278" y="9119"/>
                  </a:lnTo>
                  <a:lnTo>
                    <a:pt x="15249" y="8917"/>
                  </a:lnTo>
                  <a:lnTo>
                    <a:pt x="15211" y="8726"/>
                  </a:lnTo>
                  <a:lnTo>
                    <a:pt x="15153" y="8544"/>
                  </a:lnTo>
                  <a:lnTo>
                    <a:pt x="15077" y="8371"/>
                  </a:lnTo>
                  <a:lnTo>
                    <a:pt x="15000" y="8209"/>
                  </a:lnTo>
                  <a:lnTo>
                    <a:pt x="14904" y="8046"/>
                  </a:lnTo>
                  <a:lnTo>
                    <a:pt x="14799" y="7902"/>
                  </a:lnTo>
                  <a:lnTo>
                    <a:pt x="14694" y="7768"/>
                  </a:lnTo>
                  <a:lnTo>
                    <a:pt x="14579" y="7644"/>
                  </a:lnTo>
                  <a:lnTo>
                    <a:pt x="14473" y="7519"/>
                  </a:lnTo>
                  <a:lnTo>
                    <a:pt x="14358" y="7414"/>
                  </a:lnTo>
                  <a:lnTo>
                    <a:pt x="14253" y="7327"/>
                  </a:lnTo>
                  <a:lnTo>
                    <a:pt x="14052" y="7174"/>
                  </a:lnTo>
                  <a:lnTo>
                    <a:pt x="13889" y="7069"/>
                  </a:lnTo>
                  <a:lnTo>
                    <a:pt x="7280" y="11724"/>
                  </a:lnTo>
                  <a:lnTo>
                    <a:pt x="7318" y="11293"/>
                  </a:lnTo>
                  <a:lnTo>
                    <a:pt x="7376" y="10891"/>
                  </a:lnTo>
                  <a:lnTo>
                    <a:pt x="7443" y="10507"/>
                  </a:lnTo>
                  <a:lnTo>
                    <a:pt x="7520" y="10153"/>
                  </a:lnTo>
                  <a:lnTo>
                    <a:pt x="7606" y="9799"/>
                  </a:lnTo>
                  <a:lnTo>
                    <a:pt x="7692" y="9454"/>
                  </a:lnTo>
                  <a:lnTo>
                    <a:pt x="7893" y="8783"/>
                  </a:lnTo>
                  <a:lnTo>
                    <a:pt x="8113" y="8084"/>
                  </a:lnTo>
                  <a:lnTo>
                    <a:pt x="8219" y="7720"/>
                  </a:lnTo>
                  <a:lnTo>
                    <a:pt x="8334" y="7337"/>
                  </a:lnTo>
                  <a:lnTo>
                    <a:pt x="8439" y="6925"/>
                  </a:lnTo>
                  <a:lnTo>
                    <a:pt x="8544" y="6485"/>
                  </a:lnTo>
                  <a:lnTo>
                    <a:pt x="8650" y="6015"/>
                  </a:lnTo>
                  <a:lnTo>
                    <a:pt x="8746" y="5508"/>
                  </a:lnTo>
                  <a:lnTo>
                    <a:pt x="8793" y="5182"/>
                  </a:lnTo>
                  <a:lnTo>
                    <a:pt x="8813" y="4866"/>
                  </a:lnTo>
                  <a:lnTo>
                    <a:pt x="8813" y="4540"/>
                  </a:lnTo>
                  <a:lnTo>
                    <a:pt x="8803" y="4234"/>
                  </a:lnTo>
                  <a:lnTo>
                    <a:pt x="8765" y="3927"/>
                  </a:lnTo>
                  <a:lnTo>
                    <a:pt x="8707" y="3621"/>
                  </a:lnTo>
                  <a:lnTo>
                    <a:pt x="8631" y="3324"/>
                  </a:lnTo>
                  <a:lnTo>
                    <a:pt x="8535" y="3036"/>
                  </a:lnTo>
                  <a:lnTo>
                    <a:pt x="8420" y="2759"/>
                  </a:lnTo>
                  <a:lnTo>
                    <a:pt x="8295" y="2491"/>
                  </a:lnTo>
                  <a:lnTo>
                    <a:pt x="8152" y="2222"/>
                  </a:lnTo>
                  <a:lnTo>
                    <a:pt x="7998" y="1973"/>
                  </a:lnTo>
                  <a:lnTo>
                    <a:pt x="7826" y="1734"/>
                  </a:lnTo>
                  <a:lnTo>
                    <a:pt x="7644" y="1504"/>
                  </a:lnTo>
                  <a:lnTo>
                    <a:pt x="7443" y="1293"/>
                  </a:lnTo>
                  <a:lnTo>
                    <a:pt x="7232" y="1092"/>
                  </a:lnTo>
                  <a:lnTo>
                    <a:pt x="7012" y="901"/>
                  </a:lnTo>
                  <a:lnTo>
                    <a:pt x="6772" y="728"/>
                  </a:lnTo>
                  <a:lnTo>
                    <a:pt x="6533" y="575"/>
                  </a:lnTo>
                  <a:lnTo>
                    <a:pt x="6274" y="441"/>
                  </a:lnTo>
                  <a:lnTo>
                    <a:pt x="6016" y="316"/>
                  </a:lnTo>
                  <a:lnTo>
                    <a:pt x="5748" y="211"/>
                  </a:lnTo>
                  <a:lnTo>
                    <a:pt x="5470" y="134"/>
                  </a:lnTo>
                  <a:lnTo>
                    <a:pt x="5183" y="67"/>
                  </a:lnTo>
                  <a:lnTo>
                    <a:pt x="4895" y="29"/>
                  </a:lnTo>
                  <a:lnTo>
                    <a:pt x="45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14"/>
            <p:cNvSpPr/>
            <p:nvPr/>
          </p:nvSpPr>
          <p:spPr>
            <a:xfrm>
              <a:off x="3891223" y="3263673"/>
              <a:ext cx="1204138" cy="596833"/>
            </a:xfrm>
            <a:custGeom>
              <a:rect b="b" l="l" r="r" t="t"/>
              <a:pathLst>
                <a:path extrusionOk="0" h="16811" w="33917">
                  <a:moveTo>
                    <a:pt x="13314" y="0"/>
                  </a:moveTo>
                  <a:lnTo>
                    <a:pt x="12644" y="125"/>
                  </a:lnTo>
                  <a:lnTo>
                    <a:pt x="11887" y="278"/>
                  </a:lnTo>
                  <a:lnTo>
                    <a:pt x="10910" y="489"/>
                  </a:lnTo>
                  <a:lnTo>
                    <a:pt x="9761" y="748"/>
                  </a:lnTo>
                  <a:lnTo>
                    <a:pt x="9138" y="901"/>
                  </a:lnTo>
                  <a:lnTo>
                    <a:pt x="8496" y="1064"/>
                  </a:lnTo>
                  <a:lnTo>
                    <a:pt x="7835" y="1236"/>
                  </a:lnTo>
                  <a:lnTo>
                    <a:pt x="7165" y="1428"/>
                  </a:lnTo>
                  <a:lnTo>
                    <a:pt x="6485" y="1629"/>
                  </a:lnTo>
                  <a:lnTo>
                    <a:pt x="5814" y="1839"/>
                  </a:lnTo>
                  <a:lnTo>
                    <a:pt x="5144" y="2060"/>
                  </a:lnTo>
                  <a:lnTo>
                    <a:pt x="4493" y="2290"/>
                  </a:lnTo>
                  <a:lnTo>
                    <a:pt x="3861" y="2529"/>
                  </a:lnTo>
                  <a:lnTo>
                    <a:pt x="3248" y="2778"/>
                  </a:lnTo>
                  <a:lnTo>
                    <a:pt x="2960" y="2912"/>
                  </a:lnTo>
                  <a:lnTo>
                    <a:pt x="2673" y="3046"/>
                  </a:lnTo>
                  <a:lnTo>
                    <a:pt x="2405" y="3180"/>
                  </a:lnTo>
                  <a:lnTo>
                    <a:pt x="2146" y="3314"/>
                  </a:lnTo>
                  <a:lnTo>
                    <a:pt x="1887" y="3449"/>
                  </a:lnTo>
                  <a:lnTo>
                    <a:pt x="1658" y="3592"/>
                  </a:lnTo>
                  <a:lnTo>
                    <a:pt x="1428" y="3736"/>
                  </a:lnTo>
                  <a:lnTo>
                    <a:pt x="1217" y="3880"/>
                  </a:lnTo>
                  <a:lnTo>
                    <a:pt x="1016" y="4023"/>
                  </a:lnTo>
                  <a:lnTo>
                    <a:pt x="834" y="4177"/>
                  </a:lnTo>
                  <a:lnTo>
                    <a:pt x="671" y="4330"/>
                  </a:lnTo>
                  <a:lnTo>
                    <a:pt x="518" y="4483"/>
                  </a:lnTo>
                  <a:lnTo>
                    <a:pt x="384" y="4636"/>
                  </a:lnTo>
                  <a:lnTo>
                    <a:pt x="269" y="4790"/>
                  </a:lnTo>
                  <a:lnTo>
                    <a:pt x="173" y="4952"/>
                  </a:lnTo>
                  <a:lnTo>
                    <a:pt x="106" y="5115"/>
                  </a:lnTo>
                  <a:lnTo>
                    <a:pt x="48" y="5278"/>
                  </a:lnTo>
                  <a:lnTo>
                    <a:pt x="10" y="5441"/>
                  </a:lnTo>
                  <a:lnTo>
                    <a:pt x="1" y="5604"/>
                  </a:lnTo>
                  <a:lnTo>
                    <a:pt x="10" y="5690"/>
                  </a:lnTo>
                  <a:lnTo>
                    <a:pt x="20" y="5776"/>
                  </a:lnTo>
                  <a:lnTo>
                    <a:pt x="29" y="5853"/>
                  </a:lnTo>
                  <a:lnTo>
                    <a:pt x="48" y="5939"/>
                  </a:lnTo>
                  <a:lnTo>
                    <a:pt x="77" y="6025"/>
                  </a:lnTo>
                  <a:lnTo>
                    <a:pt x="115" y="6111"/>
                  </a:lnTo>
                  <a:lnTo>
                    <a:pt x="202" y="6284"/>
                  </a:lnTo>
                  <a:lnTo>
                    <a:pt x="307" y="6456"/>
                  </a:lnTo>
                  <a:lnTo>
                    <a:pt x="259" y="6743"/>
                  </a:lnTo>
                  <a:lnTo>
                    <a:pt x="230" y="7012"/>
                  </a:lnTo>
                  <a:lnTo>
                    <a:pt x="221" y="7280"/>
                  </a:lnTo>
                  <a:lnTo>
                    <a:pt x="221" y="7529"/>
                  </a:lnTo>
                  <a:lnTo>
                    <a:pt x="240" y="7778"/>
                  </a:lnTo>
                  <a:lnTo>
                    <a:pt x="269" y="8008"/>
                  </a:lnTo>
                  <a:lnTo>
                    <a:pt x="317" y="8238"/>
                  </a:lnTo>
                  <a:lnTo>
                    <a:pt x="374" y="8458"/>
                  </a:lnTo>
                  <a:lnTo>
                    <a:pt x="451" y="8669"/>
                  </a:lnTo>
                  <a:lnTo>
                    <a:pt x="547" y="8870"/>
                  </a:lnTo>
                  <a:lnTo>
                    <a:pt x="642" y="9061"/>
                  </a:lnTo>
                  <a:lnTo>
                    <a:pt x="757" y="9253"/>
                  </a:lnTo>
                  <a:lnTo>
                    <a:pt x="882" y="9425"/>
                  </a:lnTo>
                  <a:lnTo>
                    <a:pt x="1025" y="9598"/>
                  </a:lnTo>
                  <a:lnTo>
                    <a:pt x="1169" y="9761"/>
                  </a:lnTo>
                  <a:lnTo>
                    <a:pt x="1332" y="9914"/>
                  </a:lnTo>
                  <a:lnTo>
                    <a:pt x="1504" y="10067"/>
                  </a:lnTo>
                  <a:lnTo>
                    <a:pt x="1677" y="10211"/>
                  </a:lnTo>
                  <a:lnTo>
                    <a:pt x="1868" y="10345"/>
                  </a:lnTo>
                  <a:lnTo>
                    <a:pt x="2069" y="10469"/>
                  </a:lnTo>
                  <a:lnTo>
                    <a:pt x="2271" y="10594"/>
                  </a:lnTo>
                  <a:lnTo>
                    <a:pt x="2491" y="10709"/>
                  </a:lnTo>
                  <a:lnTo>
                    <a:pt x="2711" y="10824"/>
                  </a:lnTo>
                  <a:lnTo>
                    <a:pt x="2941" y="10929"/>
                  </a:lnTo>
                  <a:lnTo>
                    <a:pt x="3180" y="11025"/>
                  </a:lnTo>
                  <a:lnTo>
                    <a:pt x="3420" y="11121"/>
                  </a:lnTo>
                  <a:lnTo>
                    <a:pt x="3669" y="11207"/>
                  </a:lnTo>
                  <a:lnTo>
                    <a:pt x="3918" y="11293"/>
                  </a:lnTo>
                  <a:lnTo>
                    <a:pt x="4177" y="11370"/>
                  </a:lnTo>
                  <a:lnTo>
                    <a:pt x="4435" y="11446"/>
                  </a:lnTo>
                  <a:lnTo>
                    <a:pt x="4972" y="11580"/>
                  </a:lnTo>
                  <a:lnTo>
                    <a:pt x="5527" y="11705"/>
                  </a:lnTo>
                  <a:lnTo>
                    <a:pt x="6083" y="11810"/>
                  </a:lnTo>
                  <a:lnTo>
                    <a:pt x="6638" y="11896"/>
                  </a:lnTo>
                  <a:lnTo>
                    <a:pt x="7203" y="11983"/>
                  </a:lnTo>
                  <a:lnTo>
                    <a:pt x="7768" y="12050"/>
                  </a:lnTo>
                  <a:lnTo>
                    <a:pt x="8324" y="12107"/>
                  </a:lnTo>
                  <a:lnTo>
                    <a:pt x="9397" y="12213"/>
                  </a:lnTo>
                  <a:lnTo>
                    <a:pt x="10412" y="12299"/>
                  </a:lnTo>
                  <a:lnTo>
                    <a:pt x="11331" y="12375"/>
                  </a:lnTo>
                  <a:lnTo>
                    <a:pt x="11743" y="12423"/>
                  </a:lnTo>
                  <a:lnTo>
                    <a:pt x="12126" y="12462"/>
                  </a:lnTo>
                  <a:lnTo>
                    <a:pt x="12471" y="12519"/>
                  </a:lnTo>
                  <a:lnTo>
                    <a:pt x="12768" y="12567"/>
                  </a:lnTo>
                  <a:lnTo>
                    <a:pt x="13898" y="12806"/>
                  </a:lnTo>
                  <a:lnTo>
                    <a:pt x="15393" y="13132"/>
                  </a:lnTo>
                  <a:lnTo>
                    <a:pt x="16235" y="13324"/>
                  </a:lnTo>
                  <a:lnTo>
                    <a:pt x="17117" y="13525"/>
                  </a:lnTo>
                  <a:lnTo>
                    <a:pt x="18007" y="13755"/>
                  </a:lnTo>
                  <a:lnTo>
                    <a:pt x="18889" y="13985"/>
                  </a:lnTo>
                  <a:lnTo>
                    <a:pt x="19760" y="14234"/>
                  </a:lnTo>
                  <a:lnTo>
                    <a:pt x="20182" y="14358"/>
                  </a:lnTo>
                  <a:lnTo>
                    <a:pt x="20584" y="14492"/>
                  </a:lnTo>
                  <a:lnTo>
                    <a:pt x="20977" y="14626"/>
                  </a:lnTo>
                  <a:lnTo>
                    <a:pt x="21350" y="14760"/>
                  </a:lnTo>
                  <a:lnTo>
                    <a:pt x="21695" y="14894"/>
                  </a:lnTo>
                  <a:lnTo>
                    <a:pt x="22030" y="15029"/>
                  </a:lnTo>
                  <a:lnTo>
                    <a:pt x="22337" y="15172"/>
                  </a:lnTo>
                  <a:lnTo>
                    <a:pt x="22614" y="15306"/>
                  </a:lnTo>
                  <a:lnTo>
                    <a:pt x="22854" y="15450"/>
                  </a:lnTo>
                  <a:lnTo>
                    <a:pt x="23074" y="15594"/>
                  </a:lnTo>
                  <a:lnTo>
                    <a:pt x="23256" y="15737"/>
                  </a:lnTo>
                  <a:lnTo>
                    <a:pt x="23333" y="15804"/>
                  </a:lnTo>
                  <a:lnTo>
                    <a:pt x="23400" y="15871"/>
                  </a:lnTo>
                  <a:lnTo>
                    <a:pt x="23457" y="15948"/>
                  </a:lnTo>
                  <a:lnTo>
                    <a:pt x="23505" y="16015"/>
                  </a:lnTo>
                  <a:lnTo>
                    <a:pt x="23534" y="16092"/>
                  </a:lnTo>
                  <a:lnTo>
                    <a:pt x="23563" y="16159"/>
                  </a:lnTo>
                  <a:lnTo>
                    <a:pt x="23601" y="16245"/>
                  </a:lnTo>
                  <a:lnTo>
                    <a:pt x="23649" y="16331"/>
                  </a:lnTo>
                  <a:lnTo>
                    <a:pt x="23706" y="16398"/>
                  </a:lnTo>
                  <a:lnTo>
                    <a:pt x="23783" y="16465"/>
                  </a:lnTo>
                  <a:lnTo>
                    <a:pt x="23869" y="16532"/>
                  </a:lnTo>
                  <a:lnTo>
                    <a:pt x="23965" y="16590"/>
                  </a:lnTo>
                  <a:lnTo>
                    <a:pt x="24080" y="16638"/>
                  </a:lnTo>
                  <a:lnTo>
                    <a:pt x="24204" y="16676"/>
                  </a:lnTo>
                  <a:lnTo>
                    <a:pt x="24338" y="16714"/>
                  </a:lnTo>
                  <a:lnTo>
                    <a:pt x="24482" y="16743"/>
                  </a:lnTo>
                  <a:lnTo>
                    <a:pt x="24635" y="16772"/>
                  </a:lnTo>
                  <a:lnTo>
                    <a:pt x="24798" y="16791"/>
                  </a:lnTo>
                  <a:lnTo>
                    <a:pt x="24971" y="16800"/>
                  </a:lnTo>
                  <a:lnTo>
                    <a:pt x="25153" y="16810"/>
                  </a:lnTo>
                  <a:lnTo>
                    <a:pt x="25536" y="16810"/>
                  </a:lnTo>
                  <a:lnTo>
                    <a:pt x="25948" y="16781"/>
                  </a:lnTo>
                  <a:lnTo>
                    <a:pt x="26388" y="16733"/>
                  </a:lnTo>
                  <a:lnTo>
                    <a:pt x="26838" y="16666"/>
                  </a:lnTo>
                  <a:lnTo>
                    <a:pt x="27317" y="16580"/>
                  </a:lnTo>
                  <a:lnTo>
                    <a:pt x="27796" y="16475"/>
                  </a:lnTo>
                  <a:lnTo>
                    <a:pt x="28285" y="16350"/>
                  </a:lnTo>
                  <a:lnTo>
                    <a:pt x="28783" y="16207"/>
                  </a:lnTo>
                  <a:lnTo>
                    <a:pt x="29271" y="16044"/>
                  </a:lnTo>
                  <a:lnTo>
                    <a:pt x="29760" y="15862"/>
                  </a:lnTo>
                  <a:lnTo>
                    <a:pt x="30239" y="15661"/>
                  </a:lnTo>
                  <a:lnTo>
                    <a:pt x="30708" y="15440"/>
                  </a:lnTo>
                  <a:lnTo>
                    <a:pt x="31158" y="15211"/>
                  </a:lnTo>
                  <a:lnTo>
                    <a:pt x="31378" y="15096"/>
                  </a:lnTo>
                  <a:lnTo>
                    <a:pt x="31589" y="14961"/>
                  </a:lnTo>
                  <a:lnTo>
                    <a:pt x="31800" y="14837"/>
                  </a:lnTo>
                  <a:lnTo>
                    <a:pt x="32001" y="14703"/>
                  </a:lnTo>
                  <a:lnTo>
                    <a:pt x="32193" y="14569"/>
                  </a:lnTo>
                  <a:lnTo>
                    <a:pt x="32375" y="14425"/>
                  </a:lnTo>
                  <a:lnTo>
                    <a:pt x="32556" y="14281"/>
                  </a:lnTo>
                  <a:lnTo>
                    <a:pt x="32729" y="14138"/>
                  </a:lnTo>
                  <a:lnTo>
                    <a:pt x="32882" y="13985"/>
                  </a:lnTo>
                  <a:lnTo>
                    <a:pt x="33035" y="13831"/>
                  </a:lnTo>
                  <a:lnTo>
                    <a:pt x="33179" y="13678"/>
                  </a:lnTo>
                  <a:lnTo>
                    <a:pt x="33304" y="13515"/>
                  </a:lnTo>
                  <a:lnTo>
                    <a:pt x="33428" y="13362"/>
                  </a:lnTo>
                  <a:lnTo>
                    <a:pt x="33533" y="13190"/>
                  </a:lnTo>
                  <a:lnTo>
                    <a:pt x="33629" y="13027"/>
                  </a:lnTo>
                  <a:lnTo>
                    <a:pt x="33706" y="12854"/>
                  </a:lnTo>
                  <a:lnTo>
                    <a:pt x="33782" y="12682"/>
                  </a:lnTo>
                  <a:lnTo>
                    <a:pt x="33830" y="12500"/>
                  </a:lnTo>
                  <a:lnTo>
                    <a:pt x="33878" y="12318"/>
                  </a:lnTo>
                  <a:lnTo>
                    <a:pt x="33907" y="12136"/>
                  </a:lnTo>
                  <a:lnTo>
                    <a:pt x="33917" y="11954"/>
                  </a:lnTo>
                  <a:lnTo>
                    <a:pt x="33917" y="11772"/>
                  </a:lnTo>
                  <a:lnTo>
                    <a:pt x="33897" y="11580"/>
                  </a:lnTo>
                  <a:lnTo>
                    <a:pt x="33859" y="11389"/>
                  </a:lnTo>
                  <a:lnTo>
                    <a:pt x="33821" y="11245"/>
                  </a:lnTo>
                  <a:lnTo>
                    <a:pt x="33782" y="11101"/>
                  </a:lnTo>
                  <a:lnTo>
                    <a:pt x="33735" y="10958"/>
                  </a:lnTo>
                  <a:lnTo>
                    <a:pt x="33677" y="10805"/>
                  </a:lnTo>
                  <a:lnTo>
                    <a:pt x="33543" y="10517"/>
                  </a:lnTo>
                  <a:lnTo>
                    <a:pt x="33390" y="10239"/>
                  </a:lnTo>
                  <a:lnTo>
                    <a:pt x="33217" y="9952"/>
                  </a:lnTo>
                  <a:lnTo>
                    <a:pt x="33026" y="9665"/>
                  </a:lnTo>
                  <a:lnTo>
                    <a:pt x="32806" y="9387"/>
                  </a:lnTo>
                  <a:lnTo>
                    <a:pt x="32566" y="9109"/>
                  </a:lnTo>
                  <a:lnTo>
                    <a:pt x="32307" y="8841"/>
                  </a:lnTo>
                  <a:lnTo>
                    <a:pt x="32039" y="8563"/>
                  </a:lnTo>
                  <a:lnTo>
                    <a:pt x="31742" y="8295"/>
                  </a:lnTo>
                  <a:lnTo>
                    <a:pt x="31436" y="8027"/>
                  </a:lnTo>
                  <a:lnTo>
                    <a:pt x="31110" y="7759"/>
                  </a:lnTo>
                  <a:lnTo>
                    <a:pt x="30765" y="7500"/>
                  </a:lnTo>
                  <a:lnTo>
                    <a:pt x="30411" y="7242"/>
                  </a:lnTo>
                  <a:lnTo>
                    <a:pt x="30047" y="6983"/>
                  </a:lnTo>
                  <a:lnTo>
                    <a:pt x="29664" y="6734"/>
                  </a:lnTo>
                  <a:lnTo>
                    <a:pt x="29281" y="6475"/>
                  </a:lnTo>
                  <a:lnTo>
                    <a:pt x="28878" y="6236"/>
                  </a:lnTo>
                  <a:lnTo>
                    <a:pt x="28467" y="5987"/>
                  </a:lnTo>
                  <a:lnTo>
                    <a:pt x="28045" y="5747"/>
                  </a:lnTo>
                  <a:lnTo>
                    <a:pt x="27614" y="5508"/>
                  </a:lnTo>
                  <a:lnTo>
                    <a:pt x="27174" y="5278"/>
                  </a:lnTo>
                  <a:lnTo>
                    <a:pt x="26733" y="5048"/>
                  </a:lnTo>
                  <a:lnTo>
                    <a:pt x="26283" y="4828"/>
                  </a:lnTo>
                  <a:lnTo>
                    <a:pt x="25833" y="4608"/>
                  </a:lnTo>
                  <a:lnTo>
                    <a:pt x="24913" y="4167"/>
                  </a:lnTo>
                  <a:lnTo>
                    <a:pt x="23984" y="3755"/>
                  </a:lnTo>
                  <a:lnTo>
                    <a:pt x="23055" y="3362"/>
                  </a:lnTo>
                  <a:lnTo>
                    <a:pt x="22126" y="2979"/>
                  </a:lnTo>
                  <a:lnTo>
                    <a:pt x="21206" y="2625"/>
                  </a:lnTo>
                  <a:lnTo>
                    <a:pt x="20316" y="2280"/>
                  </a:lnTo>
                  <a:lnTo>
                    <a:pt x="19434" y="1964"/>
                  </a:lnTo>
                  <a:lnTo>
                    <a:pt x="18592" y="1667"/>
                  </a:lnTo>
                  <a:lnTo>
                    <a:pt x="17787" y="1389"/>
                  </a:lnTo>
                  <a:lnTo>
                    <a:pt x="17030" y="1131"/>
                  </a:lnTo>
                  <a:lnTo>
                    <a:pt x="16322" y="901"/>
                  </a:lnTo>
                  <a:lnTo>
                    <a:pt x="15086" y="518"/>
                  </a:lnTo>
                  <a:lnTo>
                    <a:pt x="14138" y="230"/>
                  </a:lnTo>
                  <a:lnTo>
                    <a:pt x="13525" y="58"/>
                  </a:lnTo>
                  <a:lnTo>
                    <a:pt x="1331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14"/>
            <p:cNvSpPr/>
            <p:nvPr/>
          </p:nvSpPr>
          <p:spPr>
            <a:xfrm>
              <a:off x="3800446" y="2426514"/>
              <a:ext cx="754570" cy="1205842"/>
            </a:xfrm>
            <a:custGeom>
              <a:rect b="b" l="l" r="r" t="t"/>
              <a:pathLst>
                <a:path extrusionOk="0" h="33965" w="21254">
                  <a:moveTo>
                    <a:pt x="10709" y="0"/>
                  </a:moveTo>
                  <a:lnTo>
                    <a:pt x="10431" y="10"/>
                  </a:lnTo>
                  <a:lnTo>
                    <a:pt x="10134" y="10"/>
                  </a:lnTo>
                  <a:lnTo>
                    <a:pt x="9846" y="29"/>
                  </a:lnTo>
                  <a:lnTo>
                    <a:pt x="9550" y="58"/>
                  </a:lnTo>
                  <a:lnTo>
                    <a:pt x="9253" y="96"/>
                  </a:lnTo>
                  <a:lnTo>
                    <a:pt x="8956" y="144"/>
                  </a:lnTo>
                  <a:lnTo>
                    <a:pt x="8649" y="201"/>
                  </a:lnTo>
                  <a:lnTo>
                    <a:pt x="8352" y="268"/>
                  </a:lnTo>
                  <a:lnTo>
                    <a:pt x="8046" y="345"/>
                  </a:lnTo>
                  <a:lnTo>
                    <a:pt x="7749" y="441"/>
                  </a:lnTo>
                  <a:lnTo>
                    <a:pt x="7442" y="556"/>
                  </a:lnTo>
                  <a:lnTo>
                    <a:pt x="7136" y="671"/>
                  </a:lnTo>
                  <a:lnTo>
                    <a:pt x="6839" y="814"/>
                  </a:lnTo>
                  <a:lnTo>
                    <a:pt x="6542" y="958"/>
                  </a:lnTo>
                  <a:lnTo>
                    <a:pt x="6236" y="1130"/>
                  </a:lnTo>
                  <a:lnTo>
                    <a:pt x="5939" y="1312"/>
                  </a:lnTo>
                  <a:lnTo>
                    <a:pt x="5651" y="1513"/>
                  </a:lnTo>
                  <a:lnTo>
                    <a:pt x="5354" y="1734"/>
                  </a:lnTo>
                  <a:lnTo>
                    <a:pt x="5067" y="1973"/>
                  </a:lnTo>
                  <a:lnTo>
                    <a:pt x="4789" y="2232"/>
                  </a:lnTo>
                  <a:lnTo>
                    <a:pt x="4502" y="2510"/>
                  </a:lnTo>
                  <a:lnTo>
                    <a:pt x="4234" y="2807"/>
                  </a:lnTo>
                  <a:lnTo>
                    <a:pt x="3956" y="3123"/>
                  </a:lnTo>
                  <a:lnTo>
                    <a:pt x="3697" y="3467"/>
                  </a:lnTo>
                  <a:lnTo>
                    <a:pt x="3439" y="3831"/>
                  </a:lnTo>
                  <a:lnTo>
                    <a:pt x="3180" y="4215"/>
                  </a:lnTo>
                  <a:lnTo>
                    <a:pt x="2931" y="4626"/>
                  </a:lnTo>
                  <a:lnTo>
                    <a:pt x="2692" y="5057"/>
                  </a:lnTo>
                  <a:lnTo>
                    <a:pt x="2462" y="5517"/>
                  </a:lnTo>
                  <a:lnTo>
                    <a:pt x="2241" y="5996"/>
                  </a:lnTo>
                  <a:lnTo>
                    <a:pt x="2021" y="6513"/>
                  </a:lnTo>
                  <a:lnTo>
                    <a:pt x="1810" y="7050"/>
                  </a:lnTo>
                  <a:lnTo>
                    <a:pt x="1619" y="7605"/>
                  </a:lnTo>
                  <a:lnTo>
                    <a:pt x="1427" y="8199"/>
                  </a:lnTo>
                  <a:lnTo>
                    <a:pt x="1245" y="8822"/>
                  </a:lnTo>
                  <a:lnTo>
                    <a:pt x="1083" y="9473"/>
                  </a:lnTo>
                  <a:lnTo>
                    <a:pt x="920" y="10153"/>
                  </a:lnTo>
                  <a:lnTo>
                    <a:pt x="776" y="10862"/>
                  </a:lnTo>
                  <a:lnTo>
                    <a:pt x="642" y="11609"/>
                  </a:lnTo>
                  <a:lnTo>
                    <a:pt x="517" y="12375"/>
                  </a:lnTo>
                  <a:lnTo>
                    <a:pt x="402" y="13180"/>
                  </a:lnTo>
                  <a:lnTo>
                    <a:pt x="307" y="14022"/>
                  </a:lnTo>
                  <a:lnTo>
                    <a:pt x="220" y="14894"/>
                  </a:lnTo>
                  <a:lnTo>
                    <a:pt x="144" y="15804"/>
                  </a:lnTo>
                  <a:lnTo>
                    <a:pt x="86" y="16743"/>
                  </a:lnTo>
                  <a:lnTo>
                    <a:pt x="48" y="17720"/>
                  </a:lnTo>
                  <a:lnTo>
                    <a:pt x="19" y="18735"/>
                  </a:lnTo>
                  <a:lnTo>
                    <a:pt x="0" y="19645"/>
                  </a:lnTo>
                  <a:lnTo>
                    <a:pt x="0" y="20516"/>
                  </a:lnTo>
                  <a:lnTo>
                    <a:pt x="19" y="21350"/>
                  </a:lnTo>
                  <a:lnTo>
                    <a:pt x="39" y="22135"/>
                  </a:lnTo>
                  <a:lnTo>
                    <a:pt x="77" y="22892"/>
                  </a:lnTo>
                  <a:lnTo>
                    <a:pt x="115" y="23601"/>
                  </a:lnTo>
                  <a:lnTo>
                    <a:pt x="173" y="24271"/>
                  </a:lnTo>
                  <a:lnTo>
                    <a:pt x="230" y="24913"/>
                  </a:lnTo>
                  <a:lnTo>
                    <a:pt x="297" y="25507"/>
                  </a:lnTo>
                  <a:lnTo>
                    <a:pt x="374" y="26072"/>
                  </a:lnTo>
                  <a:lnTo>
                    <a:pt x="460" y="26608"/>
                  </a:lnTo>
                  <a:lnTo>
                    <a:pt x="546" y="27106"/>
                  </a:lnTo>
                  <a:lnTo>
                    <a:pt x="632" y="27566"/>
                  </a:lnTo>
                  <a:lnTo>
                    <a:pt x="728" y="28007"/>
                  </a:lnTo>
                  <a:lnTo>
                    <a:pt x="824" y="28409"/>
                  </a:lnTo>
                  <a:lnTo>
                    <a:pt x="920" y="28773"/>
                  </a:lnTo>
                  <a:lnTo>
                    <a:pt x="1006" y="29079"/>
                  </a:lnTo>
                  <a:lnTo>
                    <a:pt x="1121" y="29376"/>
                  </a:lnTo>
                  <a:lnTo>
                    <a:pt x="1236" y="29664"/>
                  </a:lnTo>
                  <a:lnTo>
                    <a:pt x="1379" y="29941"/>
                  </a:lnTo>
                  <a:lnTo>
                    <a:pt x="1533" y="30210"/>
                  </a:lnTo>
                  <a:lnTo>
                    <a:pt x="1705" y="30468"/>
                  </a:lnTo>
                  <a:lnTo>
                    <a:pt x="1887" y="30717"/>
                  </a:lnTo>
                  <a:lnTo>
                    <a:pt x="2079" y="30957"/>
                  </a:lnTo>
                  <a:lnTo>
                    <a:pt x="2289" y="31186"/>
                  </a:lnTo>
                  <a:lnTo>
                    <a:pt x="2510" y="31407"/>
                  </a:lnTo>
                  <a:lnTo>
                    <a:pt x="2740" y="31608"/>
                  </a:lnTo>
                  <a:lnTo>
                    <a:pt x="2989" y="31799"/>
                  </a:lnTo>
                  <a:lnTo>
                    <a:pt x="3238" y="31981"/>
                  </a:lnTo>
                  <a:lnTo>
                    <a:pt x="3506" y="32144"/>
                  </a:lnTo>
                  <a:lnTo>
                    <a:pt x="3784" y="32298"/>
                  </a:lnTo>
                  <a:lnTo>
                    <a:pt x="4061" y="32432"/>
                  </a:lnTo>
                  <a:lnTo>
                    <a:pt x="4626" y="32671"/>
                  </a:lnTo>
                  <a:lnTo>
                    <a:pt x="5172" y="32882"/>
                  </a:lnTo>
                  <a:lnTo>
                    <a:pt x="5718" y="33073"/>
                  </a:lnTo>
                  <a:lnTo>
                    <a:pt x="6264" y="33246"/>
                  </a:lnTo>
                  <a:lnTo>
                    <a:pt x="6791" y="33399"/>
                  </a:lnTo>
                  <a:lnTo>
                    <a:pt x="7318" y="33533"/>
                  </a:lnTo>
                  <a:lnTo>
                    <a:pt x="7835" y="33648"/>
                  </a:lnTo>
                  <a:lnTo>
                    <a:pt x="8343" y="33744"/>
                  </a:lnTo>
                  <a:lnTo>
                    <a:pt x="8841" y="33820"/>
                  </a:lnTo>
                  <a:lnTo>
                    <a:pt x="9339" y="33878"/>
                  </a:lnTo>
                  <a:lnTo>
                    <a:pt x="9818" y="33916"/>
                  </a:lnTo>
                  <a:lnTo>
                    <a:pt x="10297" y="33945"/>
                  </a:lnTo>
                  <a:lnTo>
                    <a:pt x="10766" y="33964"/>
                  </a:lnTo>
                  <a:lnTo>
                    <a:pt x="11235" y="33955"/>
                  </a:lnTo>
                  <a:lnTo>
                    <a:pt x="11685" y="33945"/>
                  </a:lnTo>
                  <a:lnTo>
                    <a:pt x="12126" y="33916"/>
                  </a:lnTo>
                  <a:lnTo>
                    <a:pt x="12567" y="33868"/>
                  </a:lnTo>
                  <a:lnTo>
                    <a:pt x="12988" y="33820"/>
                  </a:lnTo>
                  <a:lnTo>
                    <a:pt x="13410" y="33753"/>
                  </a:lnTo>
                  <a:lnTo>
                    <a:pt x="13821" y="33686"/>
                  </a:lnTo>
                  <a:lnTo>
                    <a:pt x="14214" y="33600"/>
                  </a:lnTo>
                  <a:lnTo>
                    <a:pt x="14607" y="33504"/>
                  </a:lnTo>
                  <a:lnTo>
                    <a:pt x="14990" y="33409"/>
                  </a:lnTo>
                  <a:lnTo>
                    <a:pt x="15363" y="33294"/>
                  </a:lnTo>
                  <a:lnTo>
                    <a:pt x="15718" y="33179"/>
                  </a:lnTo>
                  <a:lnTo>
                    <a:pt x="16072" y="33064"/>
                  </a:lnTo>
                  <a:lnTo>
                    <a:pt x="16417" y="32930"/>
                  </a:lnTo>
                  <a:lnTo>
                    <a:pt x="16752" y="32805"/>
                  </a:lnTo>
                  <a:lnTo>
                    <a:pt x="17068" y="32662"/>
                  </a:lnTo>
                  <a:lnTo>
                    <a:pt x="17384" y="32527"/>
                  </a:lnTo>
                  <a:lnTo>
                    <a:pt x="17681" y="32384"/>
                  </a:lnTo>
                  <a:lnTo>
                    <a:pt x="17969" y="32240"/>
                  </a:lnTo>
                  <a:lnTo>
                    <a:pt x="18199" y="32116"/>
                  </a:lnTo>
                  <a:lnTo>
                    <a:pt x="18409" y="31981"/>
                  </a:lnTo>
                  <a:lnTo>
                    <a:pt x="18610" y="31847"/>
                  </a:lnTo>
                  <a:lnTo>
                    <a:pt x="18802" y="31704"/>
                  </a:lnTo>
                  <a:lnTo>
                    <a:pt x="18984" y="31550"/>
                  </a:lnTo>
                  <a:lnTo>
                    <a:pt x="19156" y="31388"/>
                  </a:lnTo>
                  <a:lnTo>
                    <a:pt x="19319" y="31215"/>
                  </a:lnTo>
                  <a:lnTo>
                    <a:pt x="19472" y="31043"/>
                  </a:lnTo>
                  <a:lnTo>
                    <a:pt x="19616" y="30861"/>
                  </a:lnTo>
                  <a:lnTo>
                    <a:pt x="19750" y="30679"/>
                  </a:lnTo>
                  <a:lnTo>
                    <a:pt x="19884" y="30478"/>
                  </a:lnTo>
                  <a:lnTo>
                    <a:pt x="19999" y="30286"/>
                  </a:lnTo>
                  <a:lnTo>
                    <a:pt x="20114" y="30075"/>
                  </a:lnTo>
                  <a:lnTo>
                    <a:pt x="20220" y="29865"/>
                  </a:lnTo>
                  <a:lnTo>
                    <a:pt x="20315" y="29654"/>
                  </a:lnTo>
                  <a:lnTo>
                    <a:pt x="20411" y="29434"/>
                  </a:lnTo>
                  <a:lnTo>
                    <a:pt x="20488" y="29213"/>
                  </a:lnTo>
                  <a:lnTo>
                    <a:pt x="20564" y="28984"/>
                  </a:lnTo>
                  <a:lnTo>
                    <a:pt x="20641" y="28754"/>
                  </a:lnTo>
                  <a:lnTo>
                    <a:pt x="20708" y="28514"/>
                  </a:lnTo>
                  <a:lnTo>
                    <a:pt x="20766" y="28284"/>
                  </a:lnTo>
                  <a:lnTo>
                    <a:pt x="20823" y="28035"/>
                  </a:lnTo>
                  <a:lnTo>
                    <a:pt x="20919" y="27547"/>
                  </a:lnTo>
                  <a:lnTo>
                    <a:pt x="20995" y="27049"/>
                  </a:lnTo>
                  <a:lnTo>
                    <a:pt x="21053" y="26541"/>
                  </a:lnTo>
                  <a:lnTo>
                    <a:pt x="21101" y="26033"/>
                  </a:lnTo>
                  <a:lnTo>
                    <a:pt x="21139" y="25526"/>
                  </a:lnTo>
                  <a:lnTo>
                    <a:pt x="21187" y="24434"/>
                  </a:lnTo>
                  <a:lnTo>
                    <a:pt x="21216" y="23811"/>
                  </a:lnTo>
                  <a:lnTo>
                    <a:pt x="21235" y="23150"/>
                  </a:lnTo>
                  <a:lnTo>
                    <a:pt x="21244" y="22432"/>
                  </a:lnTo>
                  <a:lnTo>
                    <a:pt x="21254" y="21675"/>
                  </a:lnTo>
                  <a:lnTo>
                    <a:pt x="21254" y="20880"/>
                  </a:lnTo>
                  <a:lnTo>
                    <a:pt x="21254" y="20047"/>
                  </a:lnTo>
                  <a:lnTo>
                    <a:pt x="21235" y="19185"/>
                  </a:lnTo>
                  <a:lnTo>
                    <a:pt x="21206" y="18285"/>
                  </a:lnTo>
                  <a:lnTo>
                    <a:pt x="21168" y="17356"/>
                  </a:lnTo>
                  <a:lnTo>
                    <a:pt x="21110" y="16398"/>
                  </a:lnTo>
                  <a:lnTo>
                    <a:pt x="21043" y="15421"/>
                  </a:lnTo>
                  <a:lnTo>
                    <a:pt x="20967" y="14415"/>
                  </a:lnTo>
                  <a:lnTo>
                    <a:pt x="20871" y="13390"/>
                  </a:lnTo>
                  <a:lnTo>
                    <a:pt x="20756" y="12356"/>
                  </a:lnTo>
                  <a:lnTo>
                    <a:pt x="20631" y="11398"/>
                  </a:lnTo>
                  <a:lnTo>
                    <a:pt x="20497" y="10488"/>
                  </a:lnTo>
                  <a:lnTo>
                    <a:pt x="20344" y="9636"/>
                  </a:lnTo>
                  <a:lnTo>
                    <a:pt x="20191" y="8841"/>
                  </a:lnTo>
                  <a:lnTo>
                    <a:pt x="20018" y="8084"/>
                  </a:lnTo>
                  <a:lnTo>
                    <a:pt x="19836" y="7385"/>
                  </a:lnTo>
                  <a:lnTo>
                    <a:pt x="19645" y="6724"/>
                  </a:lnTo>
                  <a:lnTo>
                    <a:pt x="19453" y="6111"/>
                  </a:lnTo>
                  <a:lnTo>
                    <a:pt x="19243" y="5536"/>
                  </a:lnTo>
                  <a:lnTo>
                    <a:pt x="19032" y="5009"/>
                  </a:lnTo>
                  <a:lnTo>
                    <a:pt x="18821" y="4521"/>
                  </a:lnTo>
                  <a:lnTo>
                    <a:pt x="18601" y="4071"/>
                  </a:lnTo>
                  <a:lnTo>
                    <a:pt x="18371" y="3649"/>
                  </a:lnTo>
                  <a:lnTo>
                    <a:pt x="18151" y="3276"/>
                  </a:lnTo>
                  <a:lnTo>
                    <a:pt x="17921" y="2921"/>
                  </a:lnTo>
                  <a:lnTo>
                    <a:pt x="17691" y="2605"/>
                  </a:lnTo>
                  <a:lnTo>
                    <a:pt x="17461" y="2328"/>
                  </a:lnTo>
                  <a:lnTo>
                    <a:pt x="17231" y="2069"/>
                  </a:lnTo>
                  <a:lnTo>
                    <a:pt x="17001" y="1839"/>
                  </a:lnTo>
                  <a:lnTo>
                    <a:pt x="16781" y="1628"/>
                  </a:lnTo>
                  <a:lnTo>
                    <a:pt x="16561" y="1456"/>
                  </a:lnTo>
                  <a:lnTo>
                    <a:pt x="16340" y="1293"/>
                  </a:lnTo>
                  <a:lnTo>
                    <a:pt x="16130" y="1159"/>
                  </a:lnTo>
                  <a:lnTo>
                    <a:pt x="15929" y="1035"/>
                  </a:lnTo>
                  <a:lnTo>
                    <a:pt x="15727" y="929"/>
                  </a:lnTo>
                  <a:lnTo>
                    <a:pt x="15536" y="843"/>
                  </a:lnTo>
                  <a:lnTo>
                    <a:pt x="15354" y="776"/>
                  </a:lnTo>
                  <a:lnTo>
                    <a:pt x="15181" y="709"/>
                  </a:lnTo>
                  <a:lnTo>
                    <a:pt x="15019" y="661"/>
                  </a:lnTo>
                  <a:lnTo>
                    <a:pt x="14875" y="623"/>
                  </a:lnTo>
                  <a:lnTo>
                    <a:pt x="14607" y="565"/>
                  </a:lnTo>
                  <a:lnTo>
                    <a:pt x="13908" y="412"/>
                  </a:lnTo>
                  <a:lnTo>
                    <a:pt x="13496" y="326"/>
                  </a:lnTo>
                  <a:lnTo>
                    <a:pt x="13046" y="240"/>
                  </a:lnTo>
                  <a:lnTo>
                    <a:pt x="12576" y="163"/>
                  </a:lnTo>
                  <a:lnTo>
                    <a:pt x="12069" y="96"/>
                  </a:lnTo>
                  <a:lnTo>
                    <a:pt x="11542" y="38"/>
                  </a:lnTo>
                  <a:lnTo>
                    <a:pt x="11274" y="19"/>
                  </a:lnTo>
                  <a:lnTo>
                    <a:pt x="10996" y="10"/>
                  </a:lnTo>
                  <a:lnTo>
                    <a:pt x="1070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14"/>
            <p:cNvSpPr/>
            <p:nvPr/>
          </p:nvSpPr>
          <p:spPr>
            <a:xfrm>
              <a:off x="4210168" y="2562520"/>
              <a:ext cx="792345" cy="706642"/>
            </a:xfrm>
            <a:custGeom>
              <a:rect b="b" l="l" r="r" t="t"/>
              <a:pathLst>
                <a:path extrusionOk="0" h="19904" w="22318">
                  <a:moveTo>
                    <a:pt x="3602" y="0"/>
                  </a:moveTo>
                  <a:lnTo>
                    <a:pt x="3353" y="10"/>
                  </a:lnTo>
                  <a:lnTo>
                    <a:pt x="3095" y="29"/>
                  </a:lnTo>
                  <a:lnTo>
                    <a:pt x="2845" y="77"/>
                  </a:lnTo>
                  <a:lnTo>
                    <a:pt x="2596" y="154"/>
                  </a:lnTo>
                  <a:lnTo>
                    <a:pt x="2357" y="240"/>
                  </a:lnTo>
                  <a:lnTo>
                    <a:pt x="2118" y="355"/>
                  </a:lnTo>
                  <a:lnTo>
                    <a:pt x="1888" y="498"/>
                  </a:lnTo>
                  <a:lnTo>
                    <a:pt x="1658" y="652"/>
                  </a:lnTo>
                  <a:lnTo>
                    <a:pt x="1447" y="834"/>
                  </a:lnTo>
                  <a:lnTo>
                    <a:pt x="1236" y="1035"/>
                  </a:lnTo>
                  <a:lnTo>
                    <a:pt x="1045" y="1255"/>
                  </a:lnTo>
                  <a:lnTo>
                    <a:pt x="853" y="1495"/>
                  </a:lnTo>
                  <a:lnTo>
                    <a:pt x="767" y="1629"/>
                  </a:lnTo>
                  <a:lnTo>
                    <a:pt x="690" y="1763"/>
                  </a:lnTo>
                  <a:lnTo>
                    <a:pt x="604" y="1897"/>
                  </a:lnTo>
                  <a:lnTo>
                    <a:pt x="528" y="2050"/>
                  </a:lnTo>
                  <a:lnTo>
                    <a:pt x="461" y="2194"/>
                  </a:lnTo>
                  <a:lnTo>
                    <a:pt x="394" y="2347"/>
                  </a:lnTo>
                  <a:lnTo>
                    <a:pt x="326" y="2510"/>
                  </a:lnTo>
                  <a:lnTo>
                    <a:pt x="269" y="2673"/>
                  </a:lnTo>
                  <a:lnTo>
                    <a:pt x="212" y="2845"/>
                  </a:lnTo>
                  <a:lnTo>
                    <a:pt x="164" y="3017"/>
                  </a:lnTo>
                  <a:lnTo>
                    <a:pt x="116" y="3199"/>
                  </a:lnTo>
                  <a:lnTo>
                    <a:pt x="77" y="3391"/>
                  </a:lnTo>
                  <a:lnTo>
                    <a:pt x="39" y="3583"/>
                  </a:lnTo>
                  <a:lnTo>
                    <a:pt x="10" y="3774"/>
                  </a:lnTo>
                  <a:lnTo>
                    <a:pt x="1" y="3908"/>
                  </a:lnTo>
                  <a:lnTo>
                    <a:pt x="1" y="4062"/>
                  </a:lnTo>
                  <a:lnTo>
                    <a:pt x="20" y="4224"/>
                  </a:lnTo>
                  <a:lnTo>
                    <a:pt x="49" y="4406"/>
                  </a:lnTo>
                  <a:lnTo>
                    <a:pt x="87" y="4598"/>
                  </a:lnTo>
                  <a:lnTo>
                    <a:pt x="144" y="4799"/>
                  </a:lnTo>
                  <a:lnTo>
                    <a:pt x="202" y="5019"/>
                  </a:lnTo>
                  <a:lnTo>
                    <a:pt x="279" y="5249"/>
                  </a:lnTo>
                  <a:lnTo>
                    <a:pt x="365" y="5498"/>
                  </a:lnTo>
                  <a:lnTo>
                    <a:pt x="470" y="5747"/>
                  </a:lnTo>
                  <a:lnTo>
                    <a:pt x="690" y="6284"/>
                  </a:lnTo>
                  <a:lnTo>
                    <a:pt x="949" y="6868"/>
                  </a:lnTo>
                  <a:lnTo>
                    <a:pt x="1246" y="7471"/>
                  </a:lnTo>
                  <a:lnTo>
                    <a:pt x="1581" y="8103"/>
                  </a:lnTo>
                  <a:lnTo>
                    <a:pt x="1936" y="8764"/>
                  </a:lnTo>
                  <a:lnTo>
                    <a:pt x="2309" y="9444"/>
                  </a:lnTo>
                  <a:lnTo>
                    <a:pt x="2711" y="10134"/>
                  </a:lnTo>
                  <a:lnTo>
                    <a:pt x="3133" y="10843"/>
                  </a:lnTo>
                  <a:lnTo>
                    <a:pt x="3573" y="11542"/>
                  </a:lnTo>
                  <a:lnTo>
                    <a:pt x="4014" y="12251"/>
                  </a:lnTo>
                  <a:lnTo>
                    <a:pt x="4474" y="12960"/>
                  </a:lnTo>
                  <a:lnTo>
                    <a:pt x="4934" y="13649"/>
                  </a:lnTo>
                  <a:lnTo>
                    <a:pt x="5403" y="14329"/>
                  </a:lnTo>
                  <a:lnTo>
                    <a:pt x="5872" y="14990"/>
                  </a:lnTo>
                  <a:lnTo>
                    <a:pt x="6332" y="15632"/>
                  </a:lnTo>
                  <a:lnTo>
                    <a:pt x="6792" y="16245"/>
                  </a:lnTo>
                  <a:lnTo>
                    <a:pt x="7232" y="16829"/>
                  </a:lnTo>
                  <a:lnTo>
                    <a:pt x="7663" y="17375"/>
                  </a:lnTo>
                  <a:lnTo>
                    <a:pt x="8085" y="17883"/>
                  </a:lnTo>
                  <a:lnTo>
                    <a:pt x="8487" y="18342"/>
                  </a:lnTo>
                  <a:lnTo>
                    <a:pt x="8861" y="18754"/>
                  </a:lnTo>
                  <a:lnTo>
                    <a:pt x="9215" y="19109"/>
                  </a:lnTo>
                  <a:lnTo>
                    <a:pt x="9378" y="19262"/>
                  </a:lnTo>
                  <a:lnTo>
                    <a:pt x="9541" y="19396"/>
                  </a:lnTo>
                  <a:lnTo>
                    <a:pt x="9684" y="19521"/>
                  </a:lnTo>
                  <a:lnTo>
                    <a:pt x="9828" y="19636"/>
                  </a:lnTo>
                  <a:lnTo>
                    <a:pt x="9962" y="19722"/>
                  </a:lnTo>
                  <a:lnTo>
                    <a:pt x="10087" y="19798"/>
                  </a:lnTo>
                  <a:lnTo>
                    <a:pt x="10201" y="19856"/>
                  </a:lnTo>
                  <a:lnTo>
                    <a:pt x="10307" y="19885"/>
                  </a:lnTo>
                  <a:lnTo>
                    <a:pt x="10403" y="19904"/>
                  </a:lnTo>
                  <a:lnTo>
                    <a:pt x="10489" y="19904"/>
                  </a:lnTo>
                  <a:lnTo>
                    <a:pt x="10585" y="19885"/>
                  </a:lnTo>
                  <a:lnTo>
                    <a:pt x="10690" y="19846"/>
                  </a:lnTo>
                  <a:lnTo>
                    <a:pt x="10939" y="19760"/>
                  </a:lnTo>
                  <a:lnTo>
                    <a:pt x="11226" y="19626"/>
                  </a:lnTo>
                  <a:lnTo>
                    <a:pt x="11542" y="19463"/>
                  </a:lnTo>
                  <a:lnTo>
                    <a:pt x="11906" y="19262"/>
                  </a:lnTo>
                  <a:lnTo>
                    <a:pt x="12289" y="19042"/>
                  </a:lnTo>
                  <a:lnTo>
                    <a:pt x="12711" y="18793"/>
                  </a:lnTo>
                  <a:lnTo>
                    <a:pt x="13142" y="18515"/>
                  </a:lnTo>
                  <a:lnTo>
                    <a:pt x="13602" y="18218"/>
                  </a:lnTo>
                  <a:lnTo>
                    <a:pt x="14081" y="17902"/>
                  </a:lnTo>
                  <a:lnTo>
                    <a:pt x="15077" y="17222"/>
                  </a:lnTo>
                  <a:lnTo>
                    <a:pt x="16092" y="16503"/>
                  </a:lnTo>
                  <a:lnTo>
                    <a:pt x="17117" y="15776"/>
                  </a:lnTo>
                  <a:lnTo>
                    <a:pt x="18123" y="15048"/>
                  </a:lnTo>
                  <a:lnTo>
                    <a:pt x="19080" y="14339"/>
                  </a:lnTo>
                  <a:lnTo>
                    <a:pt x="20737" y="13094"/>
                  </a:lnTo>
                  <a:lnTo>
                    <a:pt x="21887" y="12222"/>
                  </a:lnTo>
                  <a:lnTo>
                    <a:pt x="22318" y="11896"/>
                  </a:lnTo>
                  <a:lnTo>
                    <a:pt x="22318" y="11762"/>
                  </a:lnTo>
                  <a:lnTo>
                    <a:pt x="22308" y="11609"/>
                  </a:lnTo>
                  <a:lnTo>
                    <a:pt x="22279" y="11456"/>
                  </a:lnTo>
                  <a:lnTo>
                    <a:pt x="22241" y="11283"/>
                  </a:lnTo>
                  <a:lnTo>
                    <a:pt x="22184" y="11111"/>
                  </a:lnTo>
                  <a:lnTo>
                    <a:pt x="22126" y="10939"/>
                  </a:lnTo>
                  <a:lnTo>
                    <a:pt x="22050" y="10776"/>
                  </a:lnTo>
                  <a:lnTo>
                    <a:pt x="21973" y="10603"/>
                  </a:lnTo>
                  <a:lnTo>
                    <a:pt x="21887" y="10450"/>
                  </a:lnTo>
                  <a:lnTo>
                    <a:pt x="21791" y="10306"/>
                  </a:lnTo>
                  <a:lnTo>
                    <a:pt x="21695" y="10172"/>
                  </a:lnTo>
                  <a:lnTo>
                    <a:pt x="21599" y="10067"/>
                  </a:lnTo>
                  <a:lnTo>
                    <a:pt x="21513" y="9981"/>
                  </a:lnTo>
                  <a:lnTo>
                    <a:pt x="21417" y="9914"/>
                  </a:lnTo>
                  <a:lnTo>
                    <a:pt x="21379" y="9885"/>
                  </a:lnTo>
                  <a:lnTo>
                    <a:pt x="21331" y="9875"/>
                  </a:lnTo>
                  <a:lnTo>
                    <a:pt x="21293" y="9866"/>
                  </a:lnTo>
                  <a:lnTo>
                    <a:pt x="21255" y="9866"/>
                  </a:lnTo>
                  <a:lnTo>
                    <a:pt x="20967" y="10038"/>
                  </a:lnTo>
                  <a:lnTo>
                    <a:pt x="20201" y="10498"/>
                  </a:lnTo>
                  <a:lnTo>
                    <a:pt x="19684" y="10795"/>
                  </a:lnTo>
                  <a:lnTo>
                    <a:pt x="19090" y="11140"/>
                  </a:lnTo>
                  <a:lnTo>
                    <a:pt x="18439" y="11494"/>
                  </a:lnTo>
                  <a:lnTo>
                    <a:pt x="17749" y="11868"/>
                  </a:lnTo>
                  <a:lnTo>
                    <a:pt x="17040" y="12241"/>
                  </a:lnTo>
                  <a:lnTo>
                    <a:pt x="16322" y="12605"/>
                  </a:lnTo>
                  <a:lnTo>
                    <a:pt x="15604" y="12950"/>
                  </a:lnTo>
                  <a:lnTo>
                    <a:pt x="15259" y="13103"/>
                  </a:lnTo>
                  <a:lnTo>
                    <a:pt x="14923" y="13247"/>
                  </a:lnTo>
                  <a:lnTo>
                    <a:pt x="14598" y="13391"/>
                  </a:lnTo>
                  <a:lnTo>
                    <a:pt x="14282" y="13506"/>
                  </a:lnTo>
                  <a:lnTo>
                    <a:pt x="13975" y="13620"/>
                  </a:lnTo>
                  <a:lnTo>
                    <a:pt x="13688" y="13707"/>
                  </a:lnTo>
                  <a:lnTo>
                    <a:pt x="13420" y="13783"/>
                  </a:lnTo>
                  <a:lnTo>
                    <a:pt x="13171" y="13841"/>
                  </a:lnTo>
                  <a:lnTo>
                    <a:pt x="12950" y="13879"/>
                  </a:lnTo>
                  <a:lnTo>
                    <a:pt x="12749" y="13889"/>
                  </a:lnTo>
                  <a:lnTo>
                    <a:pt x="12730" y="13879"/>
                  </a:lnTo>
                  <a:lnTo>
                    <a:pt x="12701" y="13860"/>
                  </a:lnTo>
                  <a:lnTo>
                    <a:pt x="12615" y="13764"/>
                  </a:lnTo>
                  <a:lnTo>
                    <a:pt x="12510" y="13611"/>
                  </a:lnTo>
                  <a:lnTo>
                    <a:pt x="12376" y="13400"/>
                  </a:lnTo>
                  <a:lnTo>
                    <a:pt x="12031" y="12835"/>
                  </a:lnTo>
                  <a:lnTo>
                    <a:pt x="11619" y="12098"/>
                  </a:lnTo>
                  <a:lnTo>
                    <a:pt x="11131" y="11226"/>
                  </a:lnTo>
                  <a:lnTo>
                    <a:pt x="10604" y="10249"/>
                  </a:lnTo>
                  <a:lnTo>
                    <a:pt x="9474" y="8113"/>
                  </a:lnTo>
                  <a:lnTo>
                    <a:pt x="8353" y="5968"/>
                  </a:lnTo>
                  <a:lnTo>
                    <a:pt x="7376" y="4071"/>
                  </a:lnTo>
                  <a:lnTo>
                    <a:pt x="6667" y="2682"/>
                  </a:lnTo>
                  <a:lnTo>
                    <a:pt x="6361" y="2069"/>
                  </a:lnTo>
                  <a:lnTo>
                    <a:pt x="6284" y="1916"/>
                  </a:lnTo>
                  <a:lnTo>
                    <a:pt x="6217" y="1763"/>
                  </a:lnTo>
                  <a:lnTo>
                    <a:pt x="6131" y="1619"/>
                  </a:lnTo>
                  <a:lnTo>
                    <a:pt x="6054" y="1485"/>
                  </a:lnTo>
                  <a:lnTo>
                    <a:pt x="5968" y="1360"/>
                  </a:lnTo>
                  <a:lnTo>
                    <a:pt x="5872" y="1236"/>
                  </a:lnTo>
                  <a:lnTo>
                    <a:pt x="5776" y="1121"/>
                  </a:lnTo>
                  <a:lnTo>
                    <a:pt x="5681" y="1006"/>
                  </a:lnTo>
                  <a:lnTo>
                    <a:pt x="5585" y="901"/>
                  </a:lnTo>
                  <a:lnTo>
                    <a:pt x="5479" y="795"/>
                  </a:lnTo>
                  <a:lnTo>
                    <a:pt x="5384" y="709"/>
                  </a:lnTo>
                  <a:lnTo>
                    <a:pt x="5269" y="623"/>
                  </a:lnTo>
                  <a:lnTo>
                    <a:pt x="5163" y="537"/>
                  </a:lnTo>
                  <a:lnTo>
                    <a:pt x="5048" y="460"/>
                  </a:lnTo>
                  <a:lnTo>
                    <a:pt x="4934" y="393"/>
                  </a:lnTo>
                  <a:lnTo>
                    <a:pt x="4819" y="326"/>
                  </a:lnTo>
                  <a:lnTo>
                    <a:pt x="4704" y="269"/>
                  </a:lnTo>
                  <a:lnTo>
                    <a:pt x="4589" y="211"/>
                  </a:lnTo>
                  <a:lnTo>
                    <a:pt x="4464" y="173"/>
                  </a:lnTo>
                  <a:lnTo>
                    <a:pt x="4349" y="125"/>
                  </a:lnTo>
                  <a:lnTo>
                    <a:pt x="4225" y="96"/>
                  </a:lnTo>
                  <a:lnTo>
                    <a:pt x="4100" y="67"/>
                  </a:lnTo>
                  <a:lnTo>
                    <a:pt x="3976" y="39"/>
                  </a:lnTo>
                  <a:lnTo>
                    <a:pt x="3851" y="20"/>
                  </a:lnTo>
                  <a:lnTo>
                    <a:pt x="36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14"/>
            <p:cNvSpPr/>
            <p:nvPr/>
          </p:nvSpPr>
          <p:spPr>
            <a:xfrm>
              <a:off x="4068730" y="3625822"/>
              <a:ext cx="995348" cy="923917"/>
            </a:xfrm>
            <a:custGeom>
              <a:rect b="b" l="l" r="r" t="t"/>
              <a:pathLst>
                <a:path extrusionOk="0" h="26024" w="28036">
                  <a:moveTo>
                    <a:pt x="16044" y="0"/>
                  </a:moveTo>
                  <a:lnTo>
                    <a:pt x="0" y="24453"/>
                  </a:lnTo>
                  <a:lnTo>
                    <a:pt x="2213" y="26024"/>
                  </a:lnTo>
                  <a:lnTo>
                    <a:pt x="28035" y="3640"/>
                  </a:lnTo>
                  <a:lnTo>
                    <a:pt x="1604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14"/>
            <p:cNvSpPr/>
            <p:nvPr/>
          </p:nvSpPr>
          <p:spPr>
            <a:xfrm>
              <a:off x="3800446" y="2784226"/>
              <a:ext cx="646465" cy="598501"/>
            </a:xfrm>
            <a:custGeom>
              <a:rect b="b" l="l" r="r" t="t"/>
              <a:pathLst>
                <a:path extrusionOk="0" h="16858" w="18209">
                  <a:moveTo>
                    <a:pt x="3161" y="0"/>
                  </a:moveTo>
                  <a:lnTo>
                    <a:pt x="2998" y="10"/>
                  </a:lnTo>
                  <a:lnTo>
                    <a:pt x="2835" y="19"/>
                  </a:lnTo>
                  <a:lnTo>
                    <a:pt x="2672" y="39"/>
                  </a:lnTo>
                  <a:lnTo>
                    <a:pt x="2519" y="67"/>
                  </a:lnTo>
                  <a:lnTo>
                    <a:pt x="2366" y="106"/>
                  </a:lnTo>
                  <a:lnTo>
                    <a:pt x="2213" y="144"/>
                  </a:lnTo>
                  <a:lnTo>
                    <a:pt x="2069" y="192"/>
                  </a:lnTo>
                  <a:lnTo>
                    <a:pt x="1925" y="249"/>
                  </a:lnTo>
                  <a:lnTo>
                    <a:pt x="1791" y="316"/>
                  </a:lnTo>
                  <a:lnTo>
                    <a:pt x="1648" y="383"/>
                  </a:lnTo>
                  <a:lnTo>
                    <a:pt x="1514" y="460"/>
                  </a:lnTo>
                  <a:lnTo>
                    <a:pt x="1389" y="546"/>
                  </a:lnTo>
                  <a:lnTo>
                    <a:pt x="1265" y="632"/>
                  </a:lnTo>
                  <a:lnTo>
                    <a:pt x="1150" y="728"/>
                  </a:lnTo>
                  <a:lnTo>
                    <a:pt x="1035" y="824"/>
                  </a:lnTo>
                  <a:lnTo>
                    <a:pt x="920" y="929"/>
                  </a:lnTo>
                  <a:lnTo>
                    <a:pt x="814" y="1044"/>
                  </a:lnTo>
                  <a:lnTo>
                    <a:pt x="719" y="1159"/>
                  </a:lnTo>
                  <a:lnTo>
                    <a:pt x="623" y="1274"/>
                  </a:lnTo>
                  <a:lnTo>
                    <a:pt x="537" y="1399"/>
                  </a:lnTo>
                  <a:lnTo>
                    <a:pt x="450" y="1523"/>
                  </a:lnTo>
                  <a:lnTo>
                    <a:pt x="374" y="1657"/>
                  </a:lnTo>
                  <a:lnTo>
                    <a:pt x="307" y="1791"/>
                  </a:lnTo>
                  <a:lnTo>
                    <a:pt x="249" y="1935"/>
                  </a:lnTo>
                  <a:lnTo>
                    <a:pt x="192" y="2079"/>
                  </a:lnTo>
                  <a:lnTo>
                    <a:pt x="134" y="2222"/>
                  </a:lnTo>
                  <a:lnTo>
                    <a:pt x="96" y="2376"/>
                  </a:lnTo>
                  <a:lnTo>
                    <a:pt x="58" y="2529"/>
                  </a:lnTo>
                  <a:lnTo>
                    <a:pt x="29" y="2682"/>
                  </a:lnTo>
                  <a:lnTo>
                    <a:pt x="10" y="2845"/>
                  </a:lnTo>
                  <a:lnTo>
                    <a:pt x="0" y="3008"/>
                  </a:lnTo>
                  <a:lnTo>
                    <a:pt x="0" y="3161"/>
                  </a:lnTo>
                  <a:lnTo>
                    <a:pt x="0" y="13697"/>
                  </a:lnTo>
                  <a:lnTo>
                    <a:pt x="0" y="13860"/>
                  </a:lnTo>
                  <a:lnTo>
                    <a:pt x="10" y="14023"/>
                  </a:lnTo>
                  <a:lnTo>
                    <a:pt x="29" y="14176"/>
                  </a:lnTo>
                  <a:lnTo>
                    <a:pt x="58" y="14329"/>
                  </a:lnTo>
                  <a:lnTo>
                    <a:pt x="96" y="14482"/>
                  </a:lnTo>
                  <a:lnTo>
                    <a:pt x="134" y="14636"/>
                  </a:lnTo>
                  <a:lnTo>
                    <a:pt x="192" y="14779"/>
                  </a:lnTo>
                  <a:lnTo>
                    <a:pt x="249" y="14923"/>
                  </a:lnTo>
                  <a:lnTo>
                    <a:pt x="307" y="15067"/>
                  </a:lnTo>
                  <a:lnTo>
                    <a:pt x="374" y="15201"/>
                  </a:lnTo>
                  <a:lnTo>
                    <a:pt x="450" y="15335"/>
                  </a:lnTo>
                  <a:lnTo>
                    <a:pt x="537" y="15459"/>
                  </a:lnTo>
                  <a:lnTo>
                    <a:pt x="623" y="15584"/>
                  </a:lnTo>
                  <a:lnTo>
                    <a:pt x="719" y="15708"/>
                  </a:lnTo>
                  <a:lnTo>
                    <a:pt x="814" y="15823"/>
                  </a:lnTo>
                  <a:lnTo>
                    <a:pt x="920" y="15929"/>
                  </a:lnTo>
                  <a:lnTo>
                    <a:pt x="1035" y="16034"/>
                  </a:lnTo>
                  <a:lnTo>
                    <a:pt x="1150" y="16139"/>
                  </a:lnTo>
                  <a:lnTo>
                    <a:pt x="1265" y="16226"/>
                  </a:lnTo>
                  <a:lnTo>
                    <a:pt x="1389" y="16321"/>
                  </a:lnTo>
                  <a:lnTo>
                    <a:pt x="1514" y="16398"/>
                  </a:lnTo>
                  <a:lnTo>
                    <a:pt x="1648" y="16475"/>
                  </a:lnTo>
                  <a:lnTo>
                    <a:pt x="1791" y="16542"/>
                  </a:lnTo>
                  <a:lnTo>
                    <a:pt x="1925" y="16609"/>
                  </a:lnTo>
                  <a:lnTo>
                    <a:pt x="2069" y="16666"/>
                  </a:lnTo>
                  <a:lnTo>
                    <a:pt x="2213" y="16714"/>
                  </a:lnTo>
                  <a:lnTo>
                    <a:pt x="2366" y="16762"/>
                  </a:lnTo>
                  <a:lnTo>
                    <a:pt x="2519" y="16791"/>
                  </a:lnTo>
                  <a:lnTo>
                    <a:pt x="2672" y="16819"/>
                  </a:lnTo>
                  <a:lnTo>
                    <a:pt x="2835" y="16839"/>
                  </a:lnTo>
                  <a:lnTo>
                    <a:pt x="2998" y="16848"/>
                  </a:lnTo>
                  <a:lnTo>
                    <a:pt x="3161" y="16858"/>
                  </a:lnTo>
                  <a:lnTo>
                    <a:pt x="15047" y="16858"/>
                  </a:lnTo>
                  <a:lnTo>
                    <a:pt x="15210" y="16848"/>
                  </a:lnTo>
                  <a:lnTo>
                    <a:pt x="15373" y="16839"/>
                  </a:lnTo>
                  <a:lnTo>
                    <a:pt x="15526" y="16819"/>
                  </a:lnTo>
                  <a:lnTo>
                    <a:pt x="15689" y="16791"/>
                  </a:lnTo>
                  <a:lnTo>
                    <a:pt x="15842" y="16762"/>
                  </a:lnTo>
                  <a:lnTo>
                    <a:pt x="15986" y="16714"/>
                  </a:lnTo>
                  <a:lnTo>
                    <a:pt x="16139" y="16666"/>
                  </a:lnTo>
                  <a:lnTo>
                    <a:pt x="16283" y="16609"/>
                  </a:lnTo>
                  <a:lnTo>
                    <a:pt x="16417" y="16542"/>
                  </a:lnTo>
                  <a:lnTo>
                    <a:pt x="16551" y="16475"/>
                  </a:lnTo>
                  <a:lnTo>
                    <a:pt x="16685" y="16398"/>
                  </a:lnTo>
                  <a:lnTo>
                    <a:pt x="16819" y="16321"/>
                  </a:lnTo>
                  <a:lnTo>
                    <a:pt x="16944" y="16226"/>
                  </a:lnTo>
                  <a:lnTo>
                    <a:pt x="17059" y="16139"/>
                  </a:lnTo>
                  <a:lnTo>
                    <a:pt x="17174" y="16034"/>
                  </a:lnTo>
                  <a:lnTo>
                    <a:pt x="17289" y="15929"/>
                  </a:lnTo>
                  <a:lnTo>
                    <a:pt x="17384" y="15823"/>
                  </a:lnTo>
                  <a:lnTo>
                    <a:pt x="17490" y="15708"/>
                  </a:lnTo>
                  <a:lnTo>
                    <a:pt x="17586" y="15584"/>
                  </a:lnTo>
                  <a:lnTo>
                    <a:pt x="17672" y="15459"/>
                  </a:lnTo>
                  <a:lnTo>
                    <a:pt x="17748" y="15335"/>
                  </a:lnTo>
                  <a:lnTo>
                    <a:pt x="17825" y="15201"/>
                  </a:lnTo>
                  <a:lnTo>
                    <a:pt x="17902" y="15067"/>
                  </a:lnTo>
                  <a:lnTo>
                    <a:pt x="17959" y="14923"/>
                  </a:lnTo>
                  <a:lnTo>
                    <a:pt x="18017" y="14779"/>
                  </a:lnTo>
                  <a:lnTo>
                    <a:pt x="18064" y="14636"/>
                  </a:lnTo>
                  <a:lnTo>
                    <a:pt x="18112" y="14482"/>
                  </a:lnTo>
                  <a:lnTo>
                    <a:pt x="18151" y="14329"/>
                  </a:lnTo>
                  <a:lnTo>
                    <a:pt x="18170" y="14176"/>
                  </a:lnTo>
                  <a:lnTo>
                    <a:pt x="18199" y="14023"/>
                  </a:lnTo>
                  <a:lnTo>
                    <a:pt x="18208" y="13860"/>
                  </a:lnTo>
                  <a:lnTo>
                    <a:pt x="18208" y="13697"/>
                  </a:lnTo>
                  <a:lnTo>
                    <a:pt x="18208" y="3161"/>
                  </a:lnTo>
                  <a:lnTo>
                    <a:pt x="18208" y="3008"/>
                  </a:lnTo>
                  <a:lnTo>
                    <a:pt x="18199" y="2845"/>
                  </a:lnTo>
                  <a:lnTo>
                    <a:pt x="18170" y="2682"/>
                  </a:lnTo>
                  <a:lnTo>
                    <a:pt x="18151" y="2529"/>
                  </a:lnTo>
                  <a:lnTo>
                    <a:pt x="18112" y="2376"/>
                  </a:lnTo>
                  <a:lnTo>
                    <a:pt x="18064" y="2222"/>
                  </a:lnTo>
                  <a:lnTo>
                    <a:pt x="18017" y="2079"/>
                  </a:lnTo>
                  <a:lnTo>
                    <a:pt x="17959" y="1935"/>
                  </a:lnTo>
                  <a:lnTo>
                    <a:pt x="17902" y="1791"/>
                  </a:lnTo>
                  <a:lnTo>
                    <a:pt x="17825" y="1657"/>
                  </a:lnTo>
                  <a:lnTo>
                    <a:pt x="17748" y="1523"/>
                  </a:lnTo>
                  <a:lnTo>
                    <a:pt x="17672" y="1399"/>
                  </a:lnTo>
                  <a:lnTo>
                    <a:pt x="17586" y="1274"/>
                  </a:lnTo>
                  <a:lnTo>
                    <a:pt x="17490" y="1159"/>
                  </a:lnTo>
                  <a:lnTo>
                    <a:pt x="17384" y="1044"/>
                  </a:lnTo>
                  <a:lnTo>
                    <a:pt x="17289" y="929"/>
                  </a:lnTo>
                  <a:lnTo>
                    <a:pt x="17174" y="824"/>
                  </a:lnTo>
                  <a:lnTo>
                    <a:pt x="17059" y="728"/>
                  </a:lnTo>
                  <a:lnTo>
                    <a:pt x="16944" y="632"/>
                  </a:lnTo>
                  <a:lnTo>
                    <a:pt x="16819" y="546"/>
                  </a:lnTo>
                  <a:lnTo>
                    <a:pt x="16685" y="460"/>
                  </a:lnTo>
                  <a:lnTo>
                    <a:pt x="16551" y="383"/>
                  </a:lnTo>
                  <a:lnTo>
                    <a:pt x="16417" y="316"/>
                  </a:lnTo>
                  <a:lnTo>
                    <a:pt x="16283" y="249"/>
                  </a:lnTo>
                  <a:lnTo>
                    <a:pt x="16139" y="192"/>
                  </a:lnTo>
                  <a:lnTo>
                    <a:pt x="15986" y="144"/>
                  </a:lnTo>
                  <a:lnTo>
                    <a:pt x="15842" y="106"/>
                  </a:lnTo>
                  <a:lnTo>
                    <a:pt x="15689" y="67"/>
                  </a:lnTo>
                  <a:lnTo>
                    <a:pt x="15526" y="39"/>
                  </a:lnTo>
                  <a:lnTo>
                    <a:pt x="15373" y="19"/>
                  </a:lnTo>
                  <a:lnTo>
                    <a:pt x="15210" y="10"/>
                  </a:lnTo>
                  <a:lnTo>
                    <a:pt x="15047" y="0"/>
                  </a:lnTo>
                  <a:close/>
                </a:path>
              </a:pathLst>
            </a:custGeom>
            <a:solidFill>
              <a:srgbClr val="FFC06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14"/>
            <p:cNvSpPr/>
            <p:nvPr/>
          </p:nvSpPr>
          <p:spPr>
            <a:xfrm>
              <a:off x="3800446" y="2855300"/>
              <a:ext cx="646465" cy="598182"/>
            </a:xfrm>
            <a:custGeom>
              <a:rect b="b" l="l" r="r" t="t"/>
              <a:pathLst>
                <a:path extrusionOk="0" h="16849" w="18209">
                  <a:moveTo>
                    <a:pt x="2998" y="0"/>
                  </a:moveTo>
                  <a:lnTo>
                    <a:pt x="2835" y="10"/>
                  </a:lnTo>
                  <a:lnTo>
                    <a:pt x="2672" y="29"/>
                  </a:lnTo>
                  <a:lnTo>
                    <a:pt x="2519" y="58"/>
                  </a:lnTo>
                  <a:lnTo>
                    <a:pt x="2366" y="96"/>
                  </a:lnTo>
                  <a:lnTo>
                    <a:pt x="2213" y="134"/>
                  </a:lnTo>
                  <a:lnTo>
                    <a:pt x="2069" y="192"/>
                  </a:lnTo>
                  <a:lnTo>
                    <a:pt x="1925" y="249"/>
                  </a:lnTo>
                  <a:lnTo>
                    <a:pt x="1791" y="307"/>
                  </a:lnTo>
                  <a:lnTo>
                    <a:pt x="1648" y="374"/>
                  </a:lnTo>
                  <a:lnTo>
                    <a:pt x="1514" y="450"/>
                  </a:lnTo>
                  <a:lnTo>
                    <a:pt x="1389" y="537"/>
                  </a:lnTo>
                  <a:lnTo>
                    <a:pt x="1265" y="623"/>
                  </a:lnTo>
                  <a:lnTo>
                    <a:pt x="1150" y="719"/>
                  </a:lnTo>
                  <a:lnTo>
                    <a:pt x="1035" y="814"/>
                  </a:lnTo>
                  <a:lnTo>
                    <a:pt x="920" y="920"/>
                  </a:lnTo>
                  <a:lnTo>
                    <a:pt x="814" y="1035"/>
                  </a:lnTo>
                  <a:lnTo>
                    <a:pt x="719" y="1150"/>
                  </a:lnTo>
                  <a:lnTo>
                    <a:pt x="623" y="1264"/>
                  </a:lnTo>
                  <a:lnTo>
                    <a:pt x="537" y="1389"/>
                  </a:lnTo>
                  <a:lnTo>
                    <a:pt x="450" y="1523"/>
                  </a:lnTo>
                  <a:lnTo>
                    <a:pt x="374" y="1648"/>
                  </a:lnTo>
                  <a:lnTo>
                    <a:pt x="307" y="1791"/>
                  </a:lnTo>
                  <a:lnTo>
                    <a:pt x="249" y="1925"/>
                  </a:lnTo>
                  <a:lnTo>
                    <a:pt x="192" y="2069"/>
                  </a:lnTo>
                  <a:lnTo>
                    <a:pt x="134" y="2222"/>
                  </a:lnTo>
                  <a:lnTo>
                    <a:pt x="96" y="2366"/>
                  </a:lnTo>
                  <a:lnTo>
                    <a:pt x="58" y="2519"/>
                  </a:lnTo>
                  <a:lnTo>
                    <a:pt x="29" y="2672"/>
                  </a:lnTo>
                  <a:lnTo>
                    <a:pt x="10" y="2835"/>
                  </a:lnTo>
                  <a:lnTo>
                    <a:pt x="0" y="2998"/>
                  </a:lnTo>
                  <a:lnTo>
                    <a:pt x="0" y="3161"/>
                  </a:lnTo>
                  <a:lnTo>
                    <a:pt x="0" y="13687"/>
                  </a:lnTo>
                  <a:lnTo>
                    <a:pt x="0" y="13850"/>
                  </a:lnTo>
                  <a:lnTo>
                    <a:pt x="10" y="14013"/>
                  </a:lnTo>
                  <a:lnTo>
                    <a:pt x="29" y="14166"/>
                  </a:lnTo>
                  <a:lnTo>
                    <a:pt x="58" y="14329"/>
                  </a:lnTo>
                  <a:lnTo>
                    <a:pt x="96" y="14482"/>
                  </a:lnTo>
                  <a:lnTo>
                    <a:pt x="134" y="14626"/>
                  </a:lnTo>
                  <a:lnTo>
                    <a:pt x="192" y="14779"/>
                  </a:lnTo>
                  <a:lnTo>
                    <a:pt x="249" y="14923"/>
                  </a:lnTo>
                  <a:lnTo>
                    <a:pt x="307" y="15057"/>
                  </a:lnTo>
                  <a:lnTo>
                    <a:pt x="374" y="15191"/>
                  </a:lnTo>
                  <a:lnTo>
                    <a:pt x="450" y="15325"/>
                  </a:lnTo>
                  <a:lnTo>
                    <a:pt x="537" y="15459"/>
                  </a:lnTo>
                  <a:lnTo>
                    <a:pt x="623" y="15584"/>
                  </a:lnTo>
                  <a:lnTo>
                    <a:pt x="719" y="15699"/>
                  </a:lnTo>
                  <a:lnTo>
                    <a:pt x="814" y="15814"/>
                  </a:lnTo>
                  <a:lnTo>
                    <a:pt x="920" y="15919"/>
                  </a:lnTo>
                  <a:lnTo>
                    <a:pt x="1035" y="16024"/>
                  </a:lnTo>
                  <a:lnTo>
                    <a:pt x="1150" y="16130"/>
                  </a:lnTo>
                  <a:lnTo>
                    <a:pt x="1265" y="16225"/>
                  </a:lnTo>
                  <a:lnTo>
                    <a:pt x="1389" y="16312"/>
                  </a:lnTo>
                  <a:lnTo>
                    <a:pt x="1514" y="16388"/>
                  </a:lnTo>
                  <a:lnTo>
                    <a:pt x="1648" y="16465"/>
                  </a:lnTo>
                  <a:lnTo>
                    <a:pt x="1791" y="16542"/>
                  </a:lnTo>
                  <a:lnTo>
                    <a:pt x="1925" y="16599"/>
                  </a:lnTo>
                  <a:lnTo>
                    <a:pt x="2069" y="16656"/>
                  </a:lnTo>
                  <a:lnTo>
                    <a:pt x="2213" y="16704"/>
                  </a:lnTo>
                  <a:lnTo>
                    <a:pt x="2366" y="16752"/>
                  </a:lnTo>
                  <a:lnTo>
                    <a:pt x="2519" y="16781"/>
                  </a:lnTo>
                  <a:lnTo>
                    <a:pt x="2672" y="16810"/>
                  </a:lnTo>
                  <a:lnTo>
                    <a:pt x="2835" y="16829"/>
                  </a:lnTo>
                  <a:lnTo>
                    <a:pt x="2998" y="16848"/>
                  </a:lnTo>
                  <a:lnTo>
                    <a:pt x="15210" y="16848"/>
                  </a:lnTo>
                  <a:lnTo>
                    <a:pt x="15373" y="16829"/>
                  </a:lnTo>
                  <a:lnTo>
                    <a:pt x="15526" y="16810"/>
                  </a:lnTo>
                  <a:lnTo>
                    <a:pt x="15689" y="16781"/>
                  </a:lnTo>
                  <a:lnTo>
                    <a:pt x="15842" y="16752"/>
                  </a:lnTo>
                  <a:lnTo>
                    <a:pt x="15986" y="16704"/>
                  </a:lnTo>
                  <a:lnTo>
                    <a:pt x="16139" y="16656"/>
                  </a:lnTo>
                  <a:lnTo>
                    <a:pt x="16283" y="16599"/>
                  </a:lnTo>
                  <a:lnTo>
                    <a:pt x="16417" y="16542"/>
                  </a:lnTo>
                  <a:lnTo>
                    <a:pt x="16551" y="16465"/>
                  </a:lnTo>
                  <a:lnTo>
                    <a:pt x="16685" y="16388"/>
                  </a:lnTo>
                  <a:lnTo>
                    <a:pt x="16819" y="16312"/>
                  </a:lnTo>
                  <a:lnTo>
                    <a:pt x="16944" y="16225"/>
                  </a:lnTo>
                  <a:lnTo>
                    <a:pt x="17059" y="16130"/>
                  </a:lnTo>
                  <a:lnTo>
                    <a:pt x="17174" y="16024"/>
                  </a:lnTo>
                  <a:lnTo>
                    <a:pt x="17289" y="15919"/>
                  </a:lnTo>
                  <a:lnTo>
                    <a:pt x="17384" y="15814"/>
                  </a:lnTo>
                  <a:lnTo>
                    <a:pt x="17490" y="15699"/>
                  </a:lnTo>
                  <a:lnTo>
                    <a:pt x="17586" y="15584"/>
                  </a:lnTo>
                  <a:lnTo>
                    <a:pt x="17672" y="15459"/>
                  </a:lnTo>
                  <a:lnTo>
                    <a:pt x="17748" y="15325"/>
                  </a:lnTo>
                  <a:lnTo>
                    <a:pt x="17825" y="15191"/>
                  </a:lnTo>
                  <a:lnTo>
                    <a:pt x="17902" y="15057"/>
                  </a:lnTo>
                  <a:lnTo>
                    <a:pt x="17959" y="14923"/>
                  </a:lnTo>
                  <a:lnTo>
                    <a:pt x="18017" y="14779"/>
                  </a:lnTo>
                  <a:lnTo>
                    <a:pt x="18064" y="14626"/>
                  </a:lnTo>
                  <a:lnTo>
                    <a:pt x="18112" y="14482"/>
                  </a:lnTo>
                  <a:lnTo>
                    <a:pt x="18151" y="14329"/>
                  </a:lnTo>
                  <a:lnTo>
                    <a:pt x="18170" y="14166"/>
                  </a:lnTo>
                  <a:lnTo>
                    <a:pt x="18199" y="14013"/>
                  </a:lnTo>
                  <a:lnTo>
                    <a:pt x="18208" y="13850"/>
                  </a:lnTo>
                  <a:lnTo>
                    <a:pt x="18208" y="13687"/>
                  </a:lnTo>
                  <a:lnTo>
                    <a:pt x="18208" y="3161"/>
                  </a:lnTo>
                  <a:lnTo>
                    <a:pt x="18208" y="2998"/>
                  </a:lnTo>
                  <a:lnTo>
                    <a:pt x="18199" y="2835"/>
                  </a:lnTo>
                  <a:lnTo>
                    <a:pt x="18170" y="2672"/>
                  </a:lnTo>
                  <a:lnTo>
                    <a:pt x="18151" y="2519"/>
                  </a:lnTo>
                  <a:lnTo>
                    <a:pt x="18112" y="2366"/>
                  </a:lnTo>
                  <a:lnTo>
                    <a:pt x="18064" y="2222"/>
                  </a:lnTo>
                  <a:lnTo>
                    <a:pt x="18017" y="2069"/>
                  </a:lnTo>
                  <a:lnTo>
                    <a:pt x="17959" y="1925"/>
                  </a:lnTo>
                  <a:lnTo>
                    <a:pt x="17902" y="1791"/>
                  </a:lnTo>
                  <a:lnTo>
                    <a:pt x="17825" y="1648"/>
                  </a:lnTo>
                  <a:lnTo>
                    <a:pt x="17748" y="1523"/>
                  </a:lnTo>
                  <a:lnTo>
                    <a:pt x="17672" y="1389"/>
                  </a:lnTo>
                  <a:lnTo>
                    <a:pt x="17586" y="1264"/>
                  </a:lnTo>
                  <a:lnTo>
                    <a:pt x="17490" y="1150"/>
                  </a:lnTo>
                  <a:lnTo>
                    <a:pt x="17384" y="1035"/>
                  </a:lnTo>
                  <a:lnTo>
                    <a:pt x="17289" y="920"/>
                  </a:lnTo>
                  <a:lnTo>
                    <a:pt x="17174" y="814"/>
                  </a:lnTo>
                  <a:lnTo>
                    <a:pt x="17059" y="719"/>
                  </a:lnTo>
                  <a:lnTo>
                    <a:pt x="16944" y="623"/>
                  </a:lnTo>
                  <a:lnTo>
                    <a:pt x="16819" y="537"/>
                  </a:lnTo>
                  <a:lnTo>
                    <a:pt x="16685" y="450"/>
                  </a:lnTo>
                  <a:lnTo>
                    <a:pt x="16551" y="374"/>
                  </a:lnTo>
                  <a:lnTo>
                    <a:pt x="16417" y="307"/>
                  </a:lnTo>
                  <a:lnTo>
                    <a:pt x="16283" y="249"/>
                  </a:lnTo>
                  <a:lnTo>
                    <a:pt x="16139" y="192"/>
                  </a:lnTo>
                  <a:lnTo>
                    <a:pt x="15986" y="134"/>
                  </a:lnTo>
                  <a:lnTo>
                    <a:pt x="15842" y="96"/>
                  </a:lnTo>
                  <a:lnTo>
                    <a:pt x="15689" y="58"/>
                  </a:lnTo>
                  <a:lnTo>
                    <a:pt x="15526" y="29"/>
                  </a:lnTo>
                  <a:lnTo>
                    <a:pt x="15373" y="10"/>
                  </a:lnTo>
                  <a:lnTo>
                    <a:pt x="1521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14"/>
            <p:cNvSpPr/>
            <p:nvPr/>
          </p:nvSpPr>
          <p:spPr>
            <a:xfrm>
              <a:off x="3719503" y="3788348"/>
              <a:ext cx="801540" cy="53076"/>
            </a:xfrm>
            <a:custGeom>
              <a:rect b="b" l="l" r="r" t="t"/>
              <a:pathLst>
                <a:path extrusionOk="0" h="1495" w="22577">
                  <a:moveTo>
                    <a:pt x="1" y="0"/>
                  </a:moveTo>
                  <a:lnTo>
                    <a:pt x="1" y="364"/>
                  </a:lnTo>
                  <a:lnTo>
                    <a:pt x="10" y="479"/>
                  </a:lnTo>
                  <a:lnTo>
                    <a:pt x="29" y="594"/>
                  </a:lnTo>
                  <a:lnTo>
                    <a:pt x="49" y="700"/>
                  </a:lnTo>
                  <a:lnTo>
                    <a:pt x="87" y="805"/>
                  </a:lnTo>
                  <a:lnTo>
                    <a:pt x="135" y="901"/>
                  </a:lnTo>
                  <a:lnTo>
                    <a:pt x="192" y="997"/>
                  </a:lnTo>
                  <a:lnTo>
                    <a:pt x="259" y="1083"/>
                  </a:lnTo>
                  <a:lnTo>
                    <a:pt x="336" y="1159"/>
                  </a:lnTo>
                  <a:lnTo>
                    <a:pt x="412" y="1236"/>
                  </a:lnTo>
                  <a:lnTo>
                    <a:pt x="499" y="1303"/>
                  </a:lnTo>
                  <a:lnTo>
                    <a:pt x="594" y="1361"/>
                  </a:lnTo>
                  <a:lnTo>
                    <a:pt x="690" y="1399"/>
                  </a:lnTo>
                  <a:lnTo>
                    <a:pt x="796" y="1437"/>
                  </a:lnTo>
                  <a:lnTo>
                    <a:pt x="901" y="1466"/>
                  </a:lnTo>
                  <a:lnTo>
                    <a:pt x="1016" y="1485"/>
                  </a:lnTo>
                  <a:lnTo>
                    <a:pt x="1131" y="1495"/>
                  </a:lnTo>
                  <a:lnTo>
                    <a:pt x="21446" y="1495"/>
                  </a:lnTo>
                  <a:lnTo>
                    <a:pt x="21561" y="1485"/>
                  </a:lnTo>
                  <a:lnTo>
                    <a:pt x="21676" y="1466"/>
                  </a:lnTo>
                  <a:lnTo>
                    <a:pt x="21781" y="1437"/>
                  </a:lnTo>
                  <a:lnTo>
                    <a:pt x="21887" y="1399"/>
                  </a:lnTo>
                  <a:lnTo>
                    <a:pt x="21982" y="1361"/>
                  </a:lnTo>
                  <a:lnTo>
                    <a:pt x="22078" y="1303"/>
                  </a:lnTo>
                  <a:lnTo>
                    <a:pt x="22164" y="1236"/>
                  </a:lnTo>
                  <a:lnTo>
                    <a:pt x="22241" y="1159"/>
                  </a:lnTo>
                  <a:lnTo>
                    <a:pt x="22318" y="1083"/>
                  </a:lnTo>
                  <a:lnTo>
                    <a:pt x="22375" y="997"/>
                  </a:lnTo>
                  <a:lnTo>
                    <a:pt x="22433" y="901"/>
                  </a:lnTo>
                  <a:lnTo>
                    <a:pt x="22480" y="805"/>
                  </a:lnTo>
                  <a:lnTo>
                    <a:pt x="22519" y="700"/>
                  </a:lnTo>
                  <a:lnTo>
                    <a:pt x="22547" y="594"/>
                  </a:lnTo>
                  <a:lnTo>
                    <a:pt x="22567" y="479"/>
                  </a:lnTo>
                  <a:lnTo>
                    <a:pt x="22576" y="364"/>
                  </a:lnTo>
                  <a:lnTo>
                    <a:pt x="2257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14"/>
            <p:cNvSpPr/>
            <p:nvPr/>
          </p:nvSpPr>
          <p:spPr>
            <a:xfrm>
              <a:off x="4092516" y="3810110"/>
              <a:ext cx="57514" cy="833492"/>
            </a:xfrm>
            <a:custGeom>
              <a:rect b="b" l="l" r="r" t="t"/>
              <a:pathLst>
                <a:path extrusionOk="0" h="23477" w="1620">
                  <a:moveTo>
                    <a:pt x="1" y="0"/>
                  </a:moveTo>
                  <a:lnTo>
                    <a:pt x="1" y="23476"/>
                  </a:lnTo>
                  <a:lnTo>
                    <a:pt x="1619" y="23476"/>
                  </a:lnTo>
                  <a:lnTo>
                    <a:pt x="1619" y="0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14"/>
            <p:cNvSpPr/>
            <p:nvPr/>
          </p:nvSpPr>
          <p:spPr>
            <a:xfrm>
              <a:off x="3850077" y="4555143"/>
              <a:ext cx="547520" cy="147264"/>
            </a:xfrm>
            <a:custGeom>
              <a:rect b="b" l="l" r="r" t="t"/>
              <a:pathLst>
                <a:path extrusionOk="0" h="4148" w="15422">
                  <a:moveTo>
                    <a:pt x="3937" y="0"/>
                  </a:moveTo>
                  <a:lnTo>
                    <a:pt x="3726" y="19"/>
                  </a:lnTo>
                  <a:lnTo>
                    <a:pt x="3516" y="48"/>
                  </a:lnTo>
                  <a:lnTo>
                    <a:pt x="3315" y="77"/>
                  </a:lnTo>
                  <a:lnTo>
                    <a:pt x="3113" y="125"/>
                  </a:lnTo>
                  <a:lnTo>
                    <a:pt x="2912" y="182"/>
                  </a:lnTo>
                  <a:lnTo>
                    <a:pt x="2721" y="249"/>
                  </a:lnTo>
                  <a:lnTo>
                    <a:pt x="2539" y="326"/>
                  </a:lnTo>
                  <a:lnTo>
                    <a:pt x="2347" y="402"/>
                  </a:lnTo>
                  <a:lnTo>
                    <a:pt x="2175" y="498"/>
                  </a:lnTo>
                  <a:lnTo>
                    <a:pt x="2002" y="594"/>
                  </a:lnTo>
                  <a:lnTo>
                    <a:pt x="1830" y="709"/>
                  </a:lnTo>
                  <a:lnTo>
                    <a:pt x="1667" y="824"/>
                  </a:lnTo>
                  <a:lnTo>
                    <a:pt x="1514" y="948"/>
                  </a:lnTo>
                  <a:lnTo>
                    <a:pt x="1361" y="1073"/>
                  </a:lnTo>
                  <a:lnTo>
                    <a:pt x="1217" y="1217"/>
                  </a:lnTo>
                  <a:lnTo>
                    <a:pt x="1073" y="1360"/>
                  </a:lnTo>
                  <a:lnTo>
                    <a:pt x="949" y="1513"/>
                  </a:lnTo>
                  <a:lnTo>
                    <a:pt x="824" y="1667"/>
                  </a:lnTo>
                  <a:lnTo>
                    <a:pt x="709" y="1830"/>
                  </a:lnTo>
                  <a:lnTo>
                    <a:pt x="594" y="2002"/>
                  </a:lnTo>
                  <a:lnTo>
                    <a:pt x="499" y="2174"/>
                  </a:lnTo>
                  <a:lnTo>
                    <a:pt x="403" y="2347"/>
                  </a:lnTo>
                  <a:lnTo>
                    <a:pt x="326" y="2538"/>
                  </a:lnTo>
                  <a:lnTo>
                    <a:pt x="250" y="2720"/>
                  </a:lnTo>
                  <a:lnTo>
                    <a:pt x="183" y="2912"/>
                  </a:lnTo>
                  <a:lnTo>
                    <a:pt x="125" y="3113"/>
                  </a:lnTo>
                  <a:lnTo>
                    <a:pt x="77" y="3314"/>
                  </a:lnTo>
                  <a:lnTo>
                    <a:pt x="48" y="3515"/>
                  </a:lnTo>
                  <a:lnTo>
                    <a:pt x="20" y="3726"/>
                  </a:lnTo>
                  <a:lnTo>
                    <a:pt x="1" y="3937"/>
                  </a:lnTo>
                  <a:lnTo>
                    <a:pt x="1" y="4147"/>
                  </a:lnTo>
                  <a:lnTo>
                    <a:pt x="1274" y="4147"/>
                  </a:lnTo>
                  <a:lnTo>
                    <a:pt x="1274" y="4004"/>
                  </a:lnTo>
                  <a:lnTo>
                    <a:pt x="1284" y="3860"/>
                  </a:lnTo>
                  <a:lnTo>
                    <a:pt x="1303" y="3707"/>
                  </a:lnTo>
                  <a:lnTo>
                    <a:pt x="1332" y="3573"/>
                  </a:lnTo>
                  <a:lnTo>
                    <a:pt x="1361" y="3429"/>
                  </a:lnTo>
                  <a:lnTo>
                    <a:pt x="1399" y="3295"/>
                  </a:lnTo>
                  <a:lnTo>
                    <a:pt x="1447" y="3161"/>
                  </a:lnTo>
                  <a:lnTo>
                    <a:pt x="1504" y="3027"/>
                  </a:lnTo>
                  <a:lnTo>
                    <a:pt x="1562" y="2902"/>
                  </a:lnTo>
                  <a:lnTo>
                    <a:pt x="1619" y="2778"/>
                  </a:lnTo>
                  <a:lnTo>
                    <a:pt x="1686" y="2663"/>
                  </a:lnTo>
                  <a:lnTo>
                    <a:pt x="1763" y="2538"/>
                  </a:lnTo>
                  <a:lnTo>
                    <a:pt x="1849" y="2433"/>
                  </a:lnTo>
                  <a:lnTo>
                    <a:pt x="1935" y="2318"/>
                  </a:lnTo>
                  <a:lnTo>
                    <a:pt x="2022" y="2213"/>
                  </a:lnTo>
                  <a:lnTo>
                    <a:pt x="2117" y="2117"/>
                  </a:lnTo>
                  <a:lnTo>
                    <a:pt x="2213" y="2021"/>
                  </a:lnTo>
                  <a:lnTo>
                    <a:pt x="2318" y="1935"/>
                  </a:lnTo>
                  <a:lnTo>
                    <a:pt x="2433" y="1849"/>
                  </a:lnTo>
                  <a:lnTo>
                    <a:pt x="2539" y="1763"/>
                  </a:lnTo>
                  <a:lnTo>
                    <a:pt x="2663" y="1686"/>
                  </a:lnTo>
                  <a:lnTo>
                    <a:pt x="2778" y="1619"/>
                  </a:lnTo>
                  <a:lnTo>
                    <a:pt x="2903" y="1561"/>
                  </a:lnTo>
                  <a:lnTo>
                    <a:pt x="3027" y="1504"/>
                  </a:lnTo>
                  <a:lnTo>
                    <a:pt x="3161" y="1446"/>
                  </a:lnTo>
                  <a:lnTo>
                    <a:pt x="3295" y="1399"/>
                  </a:lnTo>
                  <a:lnTo>
                    <a:pt x="3430" y="1360"/>
                  </a:lnTo>
                  <a:lnTo>
                    <a:pt x="3573" y="1331"/>
                  </a:lnTo>
                  <a:lnTo>
                    <a:pt x="3707" y="1303"/>
                  </a:lnTo>
                  <a:lnTo>
                    <a:pt x="3851" y="1284"/>
                  </a:lnTo>
                  <a:lnTo>
                    <a:pt x="4004" y="1274"/>
                  </a:lnTo>
                  <a:lnTo>
                    <a:pt x="11418" y="1274"/>
                  </a:lnTo>
                  <a:lnTo>
                    <a:pt x="11561" y="1284"/>
                  </a:lnTo>
                  <a:lnTo>
                    <a:pt x="11705" y="1303"/>
                  </a:lnTo>
                  <a:lnTo>
                    <a:pt x="11849" y="1331"/>
                  </a:lnTo>
                  <a:lnTo>
                    <a:pt x="11992" y="1360"/>
                  </a:lnTo>
                  <a:lnTo>
                    <a:pt x="12126" y="1399"/>
                  </a:lnTo>
                  <a:lnTo>
                    <a:pt x="12261" y="1446"/>
                  </a:lnTo>
                  <a:lnTo>
                    <a:pt x="12395" y="1504"/>
                  </a:lnTo>
                  <a:lnTo>
                    <a:pt x="12519" y="1561"/>
                  </a:lnTo>
                  <a:lnTo>
                    <a:pt x="12644" y="1619"/>
                  </a:lnTo>
                  <a:lnTo>
                    <a:pt x="12759" y="1686"/>
                  </a:lnTo>
                  <a:lnTo>
                    <a:pt x="12883" y="1763"/>
                  </a:lnTo>
                  <a:lnTo>
                    <a:pt x="12988" y="1849"/>
                  </a:lnTo>
                  <a:lnTo>
                    <a:pt x="13103" y="1935"/>
                  </a:lnTo>
                  <a:lnTo>
                    <a:pt x="13209" y="2021"/>
                  </a:lnTo>
                  <a:lnTo>
                    <a:pt x="13305" y="2117"/>
                  </a:lnTo>
                  <a:lnTo>
                    <a:pt x="13400" y="2213"/>
                  </a:lnTo>
                  <a:lnTo>
                    <a:pt x="13487" y="2318"/>
                  </a:lnTo>
                  <a:lnTo>
                    <a:pt x="13573" y="2433"/>
                  </a:lnTo>
                  <a:lnTo>
                    <a:pt x="13659" y="2538"/>
                  </a:lnTo>
                  <a:lnTo>
                    <a:pt x="13726" y="2663"/>
                  </a:lnTo>
                  <a:lnTo>
                    <a:pt x="13803" y="2778"/>
                  </a:lnTo>
                  <a:lnTo>
                    <a:pt x="13860" y="2902"/>
                  </a:lnTo>
                  <a:lnTo>
                    <a:pt x="13918" y="3027"/>
                  </a:lnTo>
                  <a:lnTo>
                    <a:pt x="13975" y="3161"/>
                  </a:lnTo>
                  <a:lnTo>
                    <a:pt x="14013" y="3295"/>
                  </a:lnTo>
                  <a:lnTo>
                    <a:pt x="14061" y="3429"/>
                  </a:lnTo>
                  <a:lnTo>
                    <a:pt x="14090" y="3573"/>
                  </a:lnTo>
                  <a:lnTo>
                    <a:pt x="14119" y="3707"/>
                  </a:lnTo>
                  <a:lnTo>
                    <a:pt x="14128" y="3860"/>
                  </a:lnTo>
                  <a:lnTo>
                    <a:pt x="14147" y="4004"/>
                  </a:lnTo>
                  <a:lnTo>
                    <a:pt x="14147" y="4147"/>
                  </a:lnTo>
                  <a:lnTo>
                    <a:pt x="15421" y="4147"/>
                  </a:lnTo>
                  <a:lnTo>
                    <a:pt x="15421" y="3937"/>
                  </a:lnTo>
                  <a:lnTo>
                    <a:pt x="15402" y="3726"/>
                  </a:lnTo>
                  <a:lnTo>
                    <a:pt x="15373" y="3515"/>
                  </a:lnTo>
                  <a:lnTo>
                    <a:pt x="15335" y="3314"/>
                  </a:lnTo>
                  <a:lnTo>
                    <a:pt x="15297" y="3113"/>
                  </a:lnTo>
                  <a:lnTo>
                    <a:pt x="15239" y="2912"/>
                  </a:lnTo>
                  <a:lnTo>
                    <a:pt x="15172" y="2720"/>
                  </a:lnTo>
                  <a:lnTo>
                    <a:pt x="15096" y="2538"/>
                  </a:lnTo>
                  <a:lnTo>
                    <a:pt x="15009" y="2347"/>
                  </a:lnTo>
                  <a:lnTo>
                    <a:pt x="14923" y="2174"/>
                  </a:lnTo>
                  <a:lnTo>
                    <a:pt x="14818" y="2002"/>
                  </a:lnTo>
                  <a:lnTo>
                    <a:pt x="14713" y="1830"/>
                  </a:lnTo>
                  <a:lnTo>
                    <a:pt x="14598" y="1667"/>
                  </a:lnTo>
                  <a:lnTo>
                    <a:pt x="14473" y="1513"/>
                  </a:lnTo>
                  <a:lnTo>
                    <a:pt x="14349" y="1360"/>
                  </a:lnTo>
                  <a:lnTo>
                    <a:pt x="14205" y="1217"/>
                  </a:lnTo>
                  <a:lnTo>
                    <a:pt x="14061" y="1073"/>
                  </a:lnTo>
                  <a:lnTo>
                    <a:pt x="13908" y="948"/>
                  </a:lnTo>
                  <a:lnTo>
                    <a:pt x="13755" y="824"/>
                  </a:lnTo>
                  <a:lnTo>
                    <a:pt x="13592" y="709"/>
                  </a:lnTo>
                  <a:lnTo>
                    <a:pt x="13420" y="594"/>
                  </a:lnTo>
                  <a:lnTo>
                    <a:pt x="13247" y="498"/>
                  </a:lnTo>
                  <a:lnTo>
                    <a:pt x="13075" y="402"/>
                  </a:lnTo>
                  <a:lnTo>
                    <a:pt x="12883" y="326"/>
                  </a:lnTo>
                  <a:lnTo>
                    <a:pt x="12701" y="249"/>
                  </a:lnTo>
                  <a:lnTo>
                    <a:pt x="12510" y="182"/>
                  </a:lnTo>
                  <a:lnTo>
                    <a:pt x="12308" y="125"/>
                  </a:lnTo>
                  <a:lnTo>
                    <a:pt x="12107" y="77"/>
                  </a:lnTo>
                  <a:lnTo>
                    <a:pt x="11906" y="48"/>
                  </a:lnTo>
                  <a:lnTo>
                    <a:pt x="11695" y="19"/>
                  </a:lnTo>
                  <a:lnTo>
                    <a:pt x="1148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14"/>
            <p:cNvSpPr/>
            <p:nvPr/>
          </p:nvSpPr>
          <p:spPr>
            <a:xfrm>
              <a:off x="4055133" y="3801270"/>
              <a:ext cx="124827" cy="226151"/>
            </a:xfrm>
            <a:custGeom>
              <a:rect b="b" l="l" r="r" t="t"/>
              <a:pathLst>
                <a:path extrusionOk="0" h="6370" w="3516">
                  <a:moveTo>
                    <a:pt x="0" y="0"/>
                  </a:moveTo>
                  <a:lnTo>
                    <a:pt x="671" y="6370"/>
                  </a:lnTo>
                  <a:lnTo>
                    <a:pt x="2854" y="6370"/>
                  </a:lnTo>
                  <a:lnTo>
                    <a:pt x="351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14"/>
            <p:cNvSpPr/>
            <p:nvPr/>
          </p:nvSpPr>
          <p:spPr>
            <a:xfrm>
              <a:off x="3691634" y="3674104"/>
              <a:ext cx="859338" cy="127205"/>
            </a:xfrm>
            <a:custGeom>
              <a:rect b="b" l="l" r="r" t="t"/>
              <a:pathLst>
                <a:path extrusionOk="0" h="3583" w="24205">
                  <a:moveTo>
                    <a:pt x="3448" y="0"/>
                  </a:moveTo>
                  <a:lnTo>
                    <a:pt x="3266" y="10"/>
                  </a:lnTo>
                  <a:lnTo>
                    <a:pt x="3094" y="19"/>
                  </a:lnTo>
                  <a:lnTo>
                    <a:pt x="2922" y="39"/>
                  </a:lnTo>
                  <a:lnTo>
                    <a:pt x="2749" y="67"/>
                  </a:lnTo>
                  <a:lnTo>
                    <a:pt x="2586" y="106"/>
                  </a:lnTo>
                  <a:lnTo>
                    <a:pt x="2423" y="153"/>
                  </a:lnTo>
                  <a:lnTo>
                    <a:pt x="2261" y="211"/>
                  </a:lnTo>
                  <a:lnTo>
                    <a:pt x="2107" y="268"/>
                  </a:lnTo>
                  <a:lnTo>
                    <a:pt x="1954" y="345"/>
                  </a:lnTo>
                  <a:lnTo>
                    <a:pt x="1801" y="412"/>
                  </a:lnTo>
                  <a:lnTo>
                    <a:pt x="1657" y="498"/>
                  </a:lnTo>
                  <a:lnTo>
                    <a:pt x="1523" y="585"/>
                  </a:lnTo>
                  <a:lnTo>
                    <a:pt x="1389" y="680"/>
                  </a:lnTo>
                  <a:lnTo>
                    <a:pt x="1255" y="786"/>
                  </a:lnTo>
                  <a:lnTo>
                    <a:pt x="1130" y="891"/>
                  </a:lnTo>
                  <a:lnTo>
                    <a:pt x="1015" y="1006"/>
                  </a:lnTo>
                  <a:lnTo>
                    <a:pt x="901" y="1130"/>
                  </a:lnTo>
                  <a:lnTo>
                    <a:pt x="786" y="1255"/>
                  </a:lnTo>
                  <a:lnTo>
                    <a:pt x="690" y="1379"/>
                  </a:lnTo>
                  <a:lnTo>
                    <a:pt x="594" y="1523"/>
                  </a:lnTo>
                  <a:lnTo>
                    <a:pt x="498" y="1657"/>
                  </a:lnTo>
                  <a:lnTo>
                    <a:pt x="422" y="1801"/>
                  </a:lnTo>
                  <a:lnTo>
                    <a:pt x="345" y="1954"/>
                  </a:lnTo>
                  <a:lnTo>
                    <a:pt x="278" y="2107"/>
                  </a:lnTo>
                  <a:lnTo>
                    <a:pt x="211" y="2261"/>
                  </a:lnTo>
                  <a:lnTo>
                    <a:pt x="153" y="2424"/>
                  </a:lnTo>
                  <a:lnTo>
                    <a:pt x="115" y="2586"/>
                  </a:lnTo>
                  <a:lnTo>
                    <a:pt x="77" y="2749"/>
                  </a:lnTo>
                  <a:lnTo>
                    <a:pt x="39" y="2922"/>
                  </a:lnTo>
                  <a:lnTo>
                    <a:pt x="19" y="3094"/>
                  </a:lnTo>
                  <a:lnTo>
                    <a:pt x="10" y="3266"/>
                  </a:lnTo>
                  <a:lnTo>
                    <a:pt x="0" y="3439"/>
                  </a:lnTo>
                  <a:lnTo>
                    <a:pt x="0" y="3582"/>
                  </a:lnTo>
                  <a:lnTo>
                    <a:pt x="24204" y="3582"/>
                  </a:lnTo>
                  <a:lnTo>
                    <a:pt x="24204" y="3439"/>
                  </a:lnTo>
                  <a:lnTo>
                    <a:pt x="24194" y="3266"/>
                  </a:lnTo>
                  <a:lnTo>
                    <a:pt x="24185" y="3094"/>
                  </a:lnTo>
                  <a:lnTo>
                    <a:pt x="24166" y="2922"/>
                  </a:lnTo>
                  <a:lnTo>
                    <a:pt x="24127" y="2749"/>
                  </a:lnTo>
                  <a:lnTo>
                    <a:pt x="24089" y="2586"/>
                  </a:lnTo>
                  <a:lnTo>
                    <a:pt x="24041" y="2424"/>
                  </a:lnTo>
                  <a:lnTo>
                    <a:pt x="23993" y="2261"/>
                  </a:lnTo>
                  <a:lnTo>
                    <a:pt x="23926" y="2107"/>
                  </a:lnTo>
                  <a:lnTo>
                    <a:pt x="23859" y="1954"/>
                  </a:lnTo>
                  <a:lnTo>
                    <a:pt x="23783" y="1801"/>
                  </a:lnTo>
                  <a:lnTo>
                    <a:pt x="23706" y="1657"/>
                  </a:lnTo>
                  <a:lnTo>
                    <a:pt x="23610" y="1523"/>
                  </a:lnTo>
                  <a:lnTo>
                    <a:pt x="23514" y="1379"/>
                  </a:lnTo>
                  <a:lnTo>
                    <a:pt x="23419" y="1255"/>
                  </a:lnTo>
                  <a:lnTo>
                    <a:pt x="23304" y="1130"/>
                  </a:lnTo>
                  <a:lnTo>
                    <a:pt x="23189" y="1006"/>
                  </a:lnTo>
                  <a:lnTo>
                    <a:pt x="23074" y="891"/>
                  </a:lnTo>
                  <a:lnTo>
                    <a:pt x="22949" y="786"/>
                  </a:lnTo>
                  <a:lnTo>
                    <a:pt x="22815" y="680"/>
                  </a:lnTo>
                  <a:lnTo>
                    <a:pt x="22681" y="585"/>
                  </a:lnTo>
                  <a:lnTo>
                    <a:pt x="22547" y="498"/>
                  </a:lnTo>
                  <a:lnTo>
                    <a:pt x="22403" y="412"/>
                  </a:lnTo>
                  <a:lnTo>
                    <a:pt x="22250" y="345"/>
                  </a:lnTo>
                  <a:lnTo>
                    <a:pt x="22097" y="268"/>
                  </a:lnTo>
                  <a:lnTo>
                    <a:pt x="21944" y="211"/>
                  </a:lnTo>
                  <a:lnTo>
                    <a:pt x="21781" y="153"/>
                  </a:lnTo>
                  <a:lnTo>
                    <a:pt x="21618" y="106"/>
                  </a:lnTo>
                  <a:lnTo>
                    <a:pt x="21455" y="67"/>
                  </a:lnTo>
                  <a:lnTo>
                    <a:pt x="21283" y="39"/>
                  </a:lnTo>
                  <a:lnTo>
                    <a:pt x="21110" y="19"/>
                  </a:lnTo>
                  <a:lnTo>
                    <a:pt x="20938" y="10"/>
                  </a:lnTo>
                  <a:lnTo>
                    <a:pt x="207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14"/>
            <p:cNvSpPr/>
            <p:nvPr/>
          </p:nvSpPr>
          <p:spPr>
            <a:xfrm>
              <a:off x="4100007" y="3332687"/>
              <a:ext cx="47289" cy="417616"/>
            </a:xfrm>
            <a:custGeom>
              <a:rect b="b" l="l" r="r" t="t"/>
              <a:pathLst>
                <a:path extrusionOk="0" h="11763" w="1332">
                  <a:moveTo>
                    <a:pt x="594" y="1"/>
                  </a:moveTo>
                  <a:lnTo>
                    <a:pt x="527" y="10"/>
                  </a:lnTo>
                  <a:lnTo>
                    <a:pt x="470" y="30"/>
                  </a:lnTo>
                  <a:lnTo>
                    <a:pt x="403" y="49"/>
                  </a:lnTo>
                  <a:lnTo>
                    <a:pt x="345" y="77"/>
                  </a:lnTo>
                  <a:lnTo>
                    <a:pt x="297" y="106"/>
                  </a:lnTo>
                  <a:lnTo>
                    <a:pt x="240" y="144"/>
                  </a:lnTo>
                  <a:lnTo>
                    <a:pt x="192" y="192"/>
                  </a:lnTo>
                  <a:lnTo>
                    <a:pt x="154" y="240"/>
                  </a:lnTo>
                  <a:lnTo>
                    <a:pt x="115" y="288"/>
                  </a:lnTo>
                  <a:lnTo>
                    <a:pt x="77" y="346"/>
                  </a:lnTo>
                  <a:lnTo>
                    <a:pt x="48" y="403"/>
                  </a:lnTo>
                  <a:lnTo>
                    <a:pt x="29" y="461"/>
                  </a:lnTo>
                  <a:lnTo>
                    <a:pt x="10" y="528"/>
                  </a:lnTo>
                  <a:lnTo>
                    <a:pt x="0" y="595"/>
                  </a:lnTo>
                  <a:lnTo>
                    <a:pt x="0" y="662"/>
                  </a:lnTo>
                  <a:lnTo>
                    <a:pt x="0" y="11102"/>
                  </a:lnTo>
                  <a:lnTo>
                    <a:pt x="0" y="11169"/>
                  </a:lnTo>
                  <a:lnTo>
                    <a:pt x="10" y="11236"/>
                  </a:lnTo>
                  <a:lnTo>
                    <a:pt x="29" y="11293"/>
                  </a:lnTo>
                  <a:lnTo>
                    <a:pt x="48" y="11360"/>
                  </a:lnTo>
                  <a:lnTo>
                    <a:pt x="77" y="11418"/>
                  </a:lnTo>
                  <a:lnTo>
                    <a:pt x="115" y="11466"/>
                  </a:lnTo>
                  <a:lnTo>
                    <a:pt x="154" y="11523"/>
                  </a:lnTo>
                  <a:lnTo>
                    <a:pt x="192" y="11571"/>
                  </a:lnTo>
                  <a:lnTo>
                    <a:pt x="240" y="11609"/>
                  </a:lnTo>
                  <a:lnTo>
                    <a:pt x="297" y="11648"/>
                  </a:lnTo>
                  <a:lnTo>
                    <a:pt x="345" y="11686"/>
                  </a:lnTo>
                  <a:lnTo>
                    <a:pt x="403" y="11715"/>
                  </a:lnTo>
                  <a:lnTo>
                    <a:pt x="470" y="11734"/>
                  </a:lnTo>
                  <a:lnTo>
                    <a:pt x="527" y="11753"/>
                  </a:lnTo>
                  <a:lnTo>
                    <a:pt x="594" y="11763"/>
                  </a:lnTo>
                  <a:lnTo>
                    <a:pt x="728" y="11763"/>
                  </a:lnTo>
                  <a:lnTo>
                    <a:pt x="795" y="11753"/>
                  </a:lnTo>
                  <a:lnTo>
                    <a:pt x="863" y="11734"/>
                  </a:lnTo>
                  <a:lnTo>
                    <a:pt x="920" y="11715"/>
                  </a:lnTo>
                  <a:lnTo>
                    <a:pt x="977" y="11686"/>
                  </a:lnTo>
                  <a:lnTo>
                    <a:pt x="1035" y="11648"/>
                  </a:lnTo>
                  <a:lnTo>
                    <a:pt x="1092" y="11609"/>
                  </a:lnTo>
                  <a:lnTo>
                    <a:pt x="1131" y="11571"/>
                  </a:lnTo>
                  <a:lnTo>
                    <a:pt x="1179" y="11523"/>
                  </a:lnTo>
                  <a:lnTo>
                    <a:pt x="1217" y="11466"/>
                  </a:lnTo>
                  <a:lnTo>
                    <a:pt x="1246" y="11418"/>
                  </a:lnTo>
                  <a:lnTo>
                    <a:pt x="1274" y="11360"/>
                  </a:lnTo>
                  <a:lnTo>
                    <a:pt x="1303" y="11293"/>
                  </a:lnTo>
                  <a:lnTo>
                    <a:pt x="1313" y="11236"/>
                  </a:lnTo>
                  <a:lnTo>
                    <a:pt x="1322" y="11169"/>
                  </a:lnTo>
                  <a:lnTo>
                    <a:pt x="1332" y="11102"/>
                  </a:lnTo>
                  <a:lnTo>
                    <a:pt x="1332" y="662"/>
                  </a:lnTo>
                  <a:lnTo>
                    <a:pt x="1322" y="595"/>
                  </a:lnTo>
                  <a:lnTo>
                    <a:pt x="1313" y="528"/>
                  </a:lnTo>
                  <a:lnTo>
                    <a:pt x="1303" y="461"/>
                  </a:lnTo>
                  <a:lnTo>
                    <a:pt x="1274" y="403"/>
                  </a:lnTo>
                  <a:lnTo>
                    <a:pt x="1246" y="346"/>
                  </a:lnTo>
                  <a:lnTo>
                    <a:pt x="1217" y="288"/>
                  </a:lnTo>
                  <a:lnTo>
                    <a:pt x="1179" y="240"/>
                  </a:lnTo>
                  <a:lnTo>
                    <a:pt x="1131" y="192"/>
                  </a:lnTo>
                  <a:lnTo>
                    <a:pt x="1092" y="144"/>
                  </a:lnTo>
                  <a:lnTo>
                    <a:pt x="1035" y="106"/>
                  </a:lnTo>
                  <a:lnTo>
                    <a:pt x="977" y="77"/>
                  </a:lnTo>
                  <a:lnTo>
                    <a:pt x="920" y="49"/>
                  </a:lnTo>
                  <a:lnTo>
                    <a:pt x="863" y="30"/>
                  </a:lnTo>
                  <a:lnTo>
                    <a:pt x="795" y="10"/>
                  </a:lnTo>
                  <a:lnTo>
                    <a:pt x="72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14"/>
            <p:cNvSpPr/>
            <p:nvPr/>
          </p:nvSpPr>
          <p:spPr>
            <a:xfrm>
              <a:off x="3872514" y="3079030"/>
              <a:ext cx="502644" cy="297227"/>
            </a:xfrm>
            <a:custGeom>
              <a:rect b="b" l="l" r="r" t="t"/>
              <a:pathLst>
                <a:path extrusionOk="0" h="8372" w="14158">
                  <a:moveTo>
                    <a:pt x="1227" y="1"/>
                  </a:moveTo>
                  <a:lnTo>
                    <a:pt x="1102" y="10"/>
                  </a:lnTo>
                  <a:lnTo>
                    <a:pt x="978" y="29"/>
                  </a:lnTo>
                  <a:lnTo>
                    <a:pt x="863" y="58"/>
                  </a:lnTo>
                  <a:lnTo>
                    <a:pt x="748" y="96"/>
                  </a:lnTo>
                  <a:lnTo>
                    <a:pt x="642" y="154"/>
                  </a:lnTo>
                  <a:lnTo>
                    <a:pt x="547" y="211"/>
                  </a:lnTo>
                  <a:lnTo>
                    <a:pt x="451" y="288"/>
                  </a:lnTo>
                  <a:lnTo>
                    <a:pt x="365" y="365"/>
                  </a:lnTo>
                  <a:lnTo>
                    <a:pt x="279" y="451"/>
                  </a:lnTo>
                  <a:lnTo>
                    <a:pt x="211" y="546"/>
                  </a:lnTo>
                  <a:lnTo>
                    <a:pt x="154" y="642"/>
                  </a:lnTo>
                  <a:lnTo>
                    <a:pt x="97" y="748"/>
                  </a:lnTo>
                  <a:lnTo>
                    <a:pt x="58" y="863"/>
                  </a:lnTo>
                  <a:lnTo>
                    <a:pt x="29" y="978"/>
                  </a:lnTo>
                  <a:lnTo>
                    <a:pt x="10" y="1102"/>
                  </a:lnTo>
                  <a:lnTo>
                    <a:pt x="1" y="1227"/>
                  </a:lnTo>
                  <a:lnTo>
                    <a:pt x="1" y="7146"/>
                  </a:lnTo>
                  <a:lnTo>
                    <a:pt x="10" y="7270"/>
                  </a:lnTo>
                  <a:lnTo>
                    <a:pt x="29" y="7395"/>
                  </a:lnTo>
                  <a:lnTo>
                    <a:pt x="58" y="7510"/>
                  </a:lnTo>
                  <a:lnTo>
                    <a:pt x="97" y="7625"/>
                  </a:lnTo>
                  <a:lnTo>
                    <a:pt x="154" y="7730"/>
                  </a:lnTo>
                  <a:lnTo>
                    <a:pt x="211" y="7826"/>
                  </a:lnTo>
                  <a:lnTo>
                    <a:pt x="279" y="7922"/>
                  </a:lnTo>
                  <a:lnTo>
                    <a:pt x="365" y="8008"/>
                  </a:lnTo>
                  <a:lnTo>
                    <a:pt x="451" y="8084"/>
                  </a:lnTo>
                  <a:lnTo>
                    <a:pt x="547" y="8161"/>
                  </a:lnTo>
                  <a:lnTo>
                    <a:pt x="642" y="8219"/>
                  </a:lnTo>
                  <a:lnTo>
                    <a:pt x="748" y="8276"/>
                  </a:lnTo>
                  <a:lnTo>
                    <a:pt x="863" y="8314"/>
                  </a:lnTo>
                  <a:lnTo>
                    <a:pt x="978" y="8343"/>
                  </a:lnTo>
                  <a:lnTo>
                    <a:pt x="1102" y="8362"/>
                  </a:lnTo>
                  <a:lnTo>
                    <a:pt x="1227" y="8372"/>
                  </a:lnTo>
                  <a:lnTo>
                    <a:pt x="12931" y="8372"/>
                  </a:lnTo>
                  <a:lnTo>
                    <a:pt x="13056" y="8362"/>
                  </a:lnTo>
                  <a:lnTo>
                    <a:pt x="13180" y="8343"/>
                  </a:lnTo>
                  <a:lnTo>
                    <a:pt x="13295" y="8314"/>
                  </a:lnTo>
                  <a:lnTo>
                    <a:pt x="13410" y="8276"/>
                  </a:lnTo>
                  <a:lnTo>
                    <a:pt x="13515" y="8219"/>
                  </a:lnTo>
                  <a:lnTo>
                    <a:pt x="13611" y="8161"/>
                  </a:lnTo>
                  <a:lnTo>
                    <a:pt x="13707" y="8084"/>
                  </a:lnTo>
                  <a:lnTo>
                    <a:pt x="13793" y="8008"/>
                  </a:lnTo>
                  <a:lnTo>
                    <a:pt x="13870" y="7922"/>
                  </a:lnTo>
                  <a:lnTo>
                    <a:pt x="13946" y="7826"/>
                  </a:lnTo>
                  <a:lnTo>
                    <a:pt x="14004" y="7730"/>
                  </a:lnTo>
                  <a:lnTo>
                    <a:pt x="14061" y="7625"/>
                  </a:lnTo>
                  <a:lnTo>
                    <a:pt x="14100" y="7510"/>
                  </a:lnTo>
                  <a:lnTo>
                    <a:pt x="14128" y="7395"/>
                  </a:lnTo>
                  <a:lnTo>
                    <a:pt x="14148" y="7270"/>
                  </a:lnTo>
                  <a:lnTo>
                    <a:pt x="14157" y="7146"/>
                  </a:lnTo>
                  <a:lnTo>
                    <a:pt x="14157" y="1227"/>
                  </a:lnTo>
                  <a:lnTo>
                    <a:pt x="14148" y="1102"/>
                  </a:lnTo>
                  <a:lnTo>
                    <a:pt x="14128" y="978"/>
                  </a:lnTo>
                  <a:lnTo>
                    <a:pt x="14100" y="863"/>
                  </a:lnTo>
                  <a:lnTo>
                    <a:pt x="14061" y="748"/>
                  </a:lnTo>
                  <a:lnTo>
                    <a:pt x="14004" y="642"/>
                  </a:lnTo>
                  <a:lnTo>
                    <a:pt x="13946" y="546"/>
                  </a:lnTo>
                  <a:lnTo>
                    <a:pt x="13870" y="451"/>
                  </a:lnTo>
                  <a:lnTo>
                    <a:pt x="13793" y="365"/>
                  </a:lnTo>
                  <a:lnTo>
                    <a:pt x="13707" y="288"/>
                  </a:lnTo>
                  <a:lnTo>
                    <a:pt x="13611" y="211"/>
                  </a:lnTo>
                  <a:lnTo>
                    <a:pt x="13515" y="154"/>
                  </a:lnTo>
                  <a:lnTo>
                    <a:pt x="13410" y="96"/>
                  </a:lnTo>
                  <a:lnTo>
                    <a:pt x="13295" y="58"/>
                  </a:lnTo>
                  <a:lnTo>
                    <a:pt x="13180" y="29"/>
                  </a:lnTo>
                  <a:lnTo>
                    <a:pt x="13056" y="10"/>
                  </a:lnTo>
                  <a:lnTo>
                    <a:pt x="1293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14"/>
            <p:cNvSpPr/>
            <p:nvPr/>
          </p:nvSpPr>
          <p:spPr>
            <a:xfrm>
              <a:off x="4599866" y="2491446"/>
              <a:ext cx="136401" cy="259843"/>
            </a:xfrm>
            <a:custGeom>
              <a:rect b="b" l="l" r="r" t="t"/>
              <a:pathLst>
                <a:path extrusionOk="0" h="7319" w="3842">
                  <a:moveTo>
                    <a:pt x="2127" y="1"/>
                  </a:moveTo>
                  <a:lnTo>
                    <a:pt x="1925" y="317"/>
                  </a:lnTo>
                  <a:lnTo>
                    <a:pt x="1456" y="1073"/>
                  </a:lnTo>
                  <a:lnTo>
                    <a:pt x="1188" y="1514"/>
                  </a:lnTo>
                  <a:lnTo>
                    <a:pt x="939" y="1964"/>
                  </a:lnTo>
                  <a:lnTo>
                    <a:pt x="728" y="2366"/>
                  </a:lnTo>
                  <a:lnTo>
                    <a:pt x="642" y="2539"/>
                  </a:lnTo>
                  <a:lnTo>
                    <a:pt x="585" y="2692"/>
                  </a:lnTo>
                  <a:lnTo>
                    <a:pt x="527" y="2864"/>
                  </a:lnTo>
                  <a:lnTo>
                    <a:pt x="479" y="3066"/>
                  </a:lnTo>
                  <a:lnTo>
                    <a:pt x="422" y="3295"/>
                  </a:lnTo>
                  <a:lnTo>
                    <a:pt x="374" y="3554"/>
                  </a:lnTo>
                  <a:lnTo>
                    <a:pt x="268" y="4100"/>
                  </a:lnTo>
                  <a:lnTo>
                    <a:pt x="182" y="4665"/>
                  </a:lnTo>
                  <a:lnTo>
                    <a:pt x="106" y="5192"/>
                  </a:lnTo>
                  <a:lnTo>
                    <a:pt x="48" y="5632"/>
                  </a:lnTo>
                  <a:lnTo>
                    <a:pt x="0" y="6044"/>
                  </a:lnTo>
                  <a:lnTo>
                    <a:pt x="154" y="6178"/>
                  </a:lnTo>
                  <a:lnTo>
                    <a:pt x="288" y="6313"/>
                  </a:lnTo>
                  <a:lnTo>
                    <a:pt x="422" y="6456"/>
                  </a:lnTo>
                  <a:lnTo>
                    <a:pt x="537" y="6619"/>
                  </a:lnTo>
                  <a:lnTo>
                    <a:pt x="652" y="6782"/>
                  </a:lnTo>
                  <a:lnTo>
                    <a:pt x="747" y="6954"/>
                  </a:lnTo>
                  <a:lnTo>
                    <a:pt x="824" y="7136"/>
                  </a:lnTo>
                  <a:lnTo>
                    <a:pt x="901" y="7318"/>
                  </a:lnTo>
                  <a:lnTo>
                    <a:pt x="1648" y="6044"/>
                  </a:lnTo>
                  <a:lnTo>
                    <a:pt x="2826" y="4234"/>
                  </a:lnTo>
                  <a:lnTo>
                    <a:pt x="3017" y="3908"/>
                  </a:lnTo>
                  <a:lnTo>
                    <a:pt x="3209" y="3564"/>
                  </a:lnTo>
                  <a:lnTo>
                    <a:pt x="3410" y="3171"/>
                  </a:lnTo>
                  <a:lnTo>
                    <a:pt x="3611" y="2769"/>
                  </a:lnTo>
                  <a:lnTo>
                    <a:pt x="3697" y="2577"/>
                  </a:lnTo>
                  <a:lnTo>
                    <a:pt x="3764" y="2405"/>
                  </a:lnTo>
                  <a:lnTo>
                    <a:pt x="3812" y="2261"/>
                  </a:lnTo>
                  <a:lnTo>
                    <a:pt x="3841" y="2136"/>
                  </a:lnTo>
                  <a:lnTo>
                    <a:pt x="3841" y="2089"/>
                  </a:lnTo>
                  <a:lnTo>
                    <a:pt x="3841" y="2050"/>
                  </a:lnTo>
                  <a:lnTo>
                    <a:pt x="3832" y="2022"/>
                  </a:lnTo>
                  <a:lnTo>
                    <a:pt x="3812" y="2002"/>
                  </a:lnTo>
                  <a:lnTo>
                    <a:pt x="3764" y="1983"/>
                  </a:lnTo>
                  <a:lnTo>
                    <a:pt x="3678" y="1983"/>
                  </a:lnTo>
                  <a:lnTo>
                    <a:pt x="3630" y="1993"/>
                  </a:lnTo>
                  <a:lnTo>
                    <a:pt x="3582" y="2012"/>
                  </a:lnTo>
                  <a:lnTo>
                    <a:pt x="3525" y="2041"/>
                  </a:lnTo>
                  <a:lnTo>
                    <a:pt x="3420" y="2117"/>
                  </a:lnTo>
                  <a:lnTo>
                    <a:pt x="3314" y="2213"/>
                  </a:lnTo>
                  <a:lnTo>
                    <a:pt x="3199" y="2318"/>
                  </a:lnTo>
                  <a:lnTo>
                    <a:pt x="2970" y="2567"/>
                  </a:lnTo>
                  <a:lnTo>
                    <a:pt x="2740" y="2817"/>
                  </a:lnTo>
                  <a:lnTo>
                    <a:pt x="2625" y="2931"/>
                  </a:lnTo>
                  <a:lnTo>
                    <a:pt x="2519" y="3027"/>
                  </a:lnTo>
                  <a:lnTo>
                    <a:pt x="2414" y="3094"/>
                  </a:lnTo>
                  <a:lnTo>
                    <a:pt x="2366" y="3123"/>
                  </a:lnTo>
                  <a:lnTo>
                    <a:pt x="2309" y="3142"/>
                  </a:lnTo>
                  <a:lnTo>
                    <a:pt x="2261" y="3152"/>
                  </a:lnTo>
                  <a:lnTo>
                    <a:pt x="2175" y="3152"/>
                  </a:lnTo>
                  <a:lnTo>
                    <a:pt x="2127" y="3133"/>
                  </a:lnTo>
                  <a:lnTo>
                    <a:pt x="2060" y="3085"/>
                  </a:lnTo>
                  <a:lnTo>
                    <a:pt x="2012" y="3027"/>
                  </a:lnTo>
                  <a:lnTo>
                    <a:pt x="1964" y="2951"/>
                  </a:lnTo>
                  <a:lnTo>
                    <a:pt x="1925" y="2864"/>
                  </a:lnTo>
                  <a:lnTo>
                    <a:pt x="1897" y="2759"/>
                  </a:lnTo>
                  <a:lnTo>
                    <a:pt x="1878" y="2654"/>
                  </a:lnTo>
                  <a:lnTo>
                    <a:pt x="1868" y="2529"/>
                  </a:lnTo>
                  <a:lnTo>
                    <a:pt x="1868" y="2405"/>
                  </a:lnTo>
                  <a:lnTo>
                    <a:pt x="1878" y="2127"/>
                  </a:lnTo>
                  <a:lnTo>
                    <a:pt x="1897" y="1840"/>
                  </a:lnTo>
                  <a:lnTo>
                    <a:pt x="1935" y="1533"/>
                  </a:lnTo>
                  <a:lnTo>
                    <a:pt x="1973" y="1236"/>
                  </a:lnTo>
                  <a:lnTo>
                    <a:pt x="2040" y="776"/>
                  </a:lnTo>
                  <a:lnTo>
                    <a:pt x="2088" y="374"/>
                  </a:lnTo>
                  <a:lnTo>
                    <a:pt x="2127" y="1"/>
                  </a:lnTo>
                  <a:close/>
                </a:path>
              </a:pathLst>
            </a:custGeom>
            <a:solidFill>
              <a:srgbClr val="FFAF8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14"/>
            <p:cNvSpPr/>
            <p:nvPr/>
          </p:nvSpPr>
          <p:spPr>
            <a:xfrm>
              <a:off x="5664518" y="2994714"/>
              <a:ext cx="223453" cy="161891"/>
            </a:xfrm>
            <a:custGeom>
              <a:rect b="b" l="l" r="r" t="t"/>
              <a:pathLst>
                <a:path extrusionOk="0" h="4560" w="6294">
                  <a:moveTo>
                    <a:pt x="4904" y="738"/>
                  </a:moveTo>
                  <a:lnTo>
                    <a:pt x="4990" y="747"/>
                  </a:lnTo>
                  <a:lnTo>
                    <a:pt x="5067" y="757"/>
                  </a:lnTo>
                  <a:lnTo>
                    <a:pt x="5153" y="776"/>
                  </a:lnTo>
                  <a:lnTo>
                    <a:pt x="5230" y="805"/>
                  </a:lnTo>
                  <a:lnTo>
                    <a:pt x="5297" y="843"/>
                  </a:lnTo>
                  <a:lnTo>
                    <a:pt x="5364" y="881"/>
                  </a:lnTo>
                  <a:lnTo>
                    <a:pt x="5431" y="929"/>
                  </a:lnTo>
                  <a:lnTo>
                    <a:pt x="5489" y="977"/>
                  </a:lnTo>
                  <a:lnTo>
                    <a:pt x="5536" y="1044"/>
                  </a:lnTo>
                  <a:lnTo>
                    <a:pt x="5584" y="1102"/>
                  </a:lnTo>
                  <a:lnTo>
                    <a:pt x="5623" y="1169"/>
                  </a:lnTo>
                  <a:lnTo>
                    <a:pt x="5661" y="1245"/>
                  </a:lnTo>
                  <a:lnTo>
                    <a:pt x="5690" y="1322"/>
                  </a:lnTo>
                  <a:lnTo>
                    <a:pt x="5709" y="1399"/>
                  </a:lnTo>
                  <a:lnTo>
                    <a:pt x="5718" y="1475"/>
                  </a:lnTo>
                  <a:lnTo>
                    <a:pt x="5728" y="1561"/>
                  </a:lnTo>
                  <a:lnTo>
                    <a:pt x="5718" y="1648"/>
                  </a:lnTo>
                  <a:lnTo>
                    <a:pt x="5709" y="1724"/>
                  </a:lnTo>
                  <a:lnTo>
                    <a:pt x="5690" y="1801"/>
                  </a:lnTo>
                  <a:lnTo>
                    <a:pt x="5661" y="1877"/>
                  </a:lnTo>
                  <a:lnTo>
                    <a:pt x="5623" y="1954"/>
                  </a:lnTo>
                  <a:lnTo>
                    <a:pt x="5584" y="2021"/>
                  </a:lnTo>
                  <a:lnTo>
                    <a:pt x="5536" y="2079"/>
                  </a:lnTo>
                  <a:lnTo>
                    <a:pt x="5489" y="2136"/>
                  </a:lnTo>
                  <a:lnTo>
                    <a:pt x="5431" y="2194"/>
                  </a:lnTo>
                  <a:lnTo>
                    <a:pt x="5364" y="2241"/>
                  </a:lnTo>
                  <a:lnTo>
                    <a:pt x="5297" y="2280"/>
                  </a:lnTo>
                  <a:lnTo>
                    <a:pt x="5230" y="2318"/>
                  </a:lnTo>
                  <a:lnTo>
                    <a:pt x="5153" y="2347"/>
                  </a:lnTo>
                  <a:lnTo>
                    <a:pt x="5067" y="2366"/>
                  </a:lnTo>
                  <a:lnTo>
                    <a:pt x="4990" y="2376"/>
                  </a:lnTo>
                  <a:lnTo>
                    <a:pt x="4904" y="2385"/>
                  </a:lnTo>
                  <a:lnTo>
                    <a:pt x="4818" y="2376"/>
                  </a:lnTo>
                  <a:lnTo>
                    <a:pt x="4732" y="2356"/>
                  </a:lnTo>
                  <a:lnTo>
                    <a:pt x="4646" y="2337"/>
                  </a:lnTo>
                  <a:lnTo>
                    <a:pt x="4569" y="2308"/>
                  </a:lnTo>
                  <a:lnTo>
                    <a:pt x="4569" y="2280"/>
                  </a:lnTo>
                  <a:lnTo>
                    <a:pt x="4569" y="814"/>
                  </a:lnTo>
                  <a:lnTo>
                    <a:pt x="4646" y="786"/>
                  </a:lnTo>
                  <a:lnTo>
                    <a:pt x="4732" y="757"/>
                  </a:lnTo>
                  <a:lnTo>
                    <a:pt x="4818" y="747"/>
                  </a:lnTo>
                  <a:lnTo>
                    <a:pt x="4904" y="738"/>
                  </a:lnTo>
                  <a:close/>
                  <a:moveTo>
                    <a:pt x="0" y="0"/>
                  </a:moveTo>
                  <a:lnTo>
                    <a:pt x="0" y="2280"/>
                  </a:lnTo>
                  <a:lnTo>
                    <a:pt x="10" y="2395"/>
                  </a:lnTo>
                  <a:lnTo>
                    <a:pt x="19" y="2510"/>
                  </a:lnTo>
                  <a:lnTo>
                    <a:pt x="29" y="2625"/>
                  </a:lnTo>
                  <a:lnTo>
                    <a:pt x="48" y="2740"/>
                  </a:lnTo>
                  <a:lnTo>
                    <a:pt x="106" y="2960"/>
                  </a:lnTo>
                  <a:lnTo>
                    <a:pt x="182" y="3171"/>
                  </a:lnTo>
                  <a:lnTo>
                    <a:pt x="278" y="3372"/>
                  </a:lnTo>
                  <a:lnTo>
                    <a:pt x="393" y="3554"/>
                  </a:lnTo>
                  <a:lnTo>
                    <a:pt x="527" y="3736"/>
                  </a:lnTo>
                  <a:lnTo>
                    <a:pt x="671" y="3898"/>
                  </a:lnTo>
                  <a:lnTo>
                    <a:pt x="834" y="4042"/>
                  </a:lnTo>
                  <a:lnTo>
                    <a:pt x="1006" y="4176"/>
                  </a:lnTo>
                  <a:lnTo>
                    <a:pt x="1198" y="4291"/>
                  </a:lnTo>
                  <a:lnTo>
                    <a:pt x="1399" y="4387"/>
                  </a:lnTo>
                  <a:lnTo>
                    <a:pt x="1609" y="4464"/>
                  </a:lnTo>
                  <a:lnTo>
                    <a:pt x="1830" y="4521"/>
                  </a:lnTo>
                  <a:lnTo>
                    <a:pt x="1935" y="4540"/>
                  </a:lnTo>
                  <a:lnTo>
                    <a:pt x="2050" y="4550"/>
                  </a:lnTo>
                  <a:lnTo>
                    <a:pt x="2165" y="4559"/>
                  </a:lnTo>
                  <a:lnTo>
                    <a:pt x="2481" y="4559"/>
                  </a:lnTo>
                  <a:lnTo>
                    <a:pt x="2673" y="4531"/>
                  </a:lnTo>
                  <a:lnTo>
                    <a:pt x="2855" y="4492"/>
                  </a:lnTo>
                  <a:lnTo>
                    <a:pt x="3037" y="4435"/>
                  </a:lnTo>
                  <a:lnTo>
                    <a:pt x="3209" y="4368"/>
                  </a:lnTo>
                  <a:lnTo>
                    <a:pt x="3372" y="4282"/>
                  </a:lnTo>
                  <a:lnTo>
                    <a:pt x="3535" y="4186"/>
                  </a:lnTo>
                  <a:lnTo>
                    <a:pt x="3678" y="4080"/>
                  </a:lnTo>
                  <a:lnTo>
                    <a:pt x="3822" y="3966"/>
                  </a:lnTo>
                  <a:lnTo>
                    <a:pt x="3946" y="3841"/>
                  </a:lnTo>
                  <a:lnTo>
                    <a:pt x="4071" y="3697"/>
                  </a:lnTo>
                  <a:lnTo>
                    <a:pt x="4176" y="3554"/>
                  </a:lnTo>
                  <a:lnTo>
                    <a:pt x="4272" y="3391"/>
                  </a:lnTo>
                  <a:lnTo>
                    <a:pt x="4358" y="3228"/>
                  </a:lnTo>
                  <a:lnTo>
                    <a:pt x="4425" y="3056"/>
                  </a:lnTo>
                  <a:lnTo>
                    <a:pt x="4483" y="2874"/>
                  </a:lnTo>
                  <a:lnTo>
                    <a:pt x="4588" y="2912"/>
                  </a:lnTo>
                  <a:lnTo>
                    <a:pt x="4684" y="2931"/>
                  </a:lnTo>
                  <a:lnTo>
                    <a:pt x="4799" y="2941"/>
                  </a:lnTo>
                  <a:lnTo>
                    <a:pt x="4904" y="2950"/>
                  </a:lnTo>
                  <a:lnTo>
                    <a:pt x="5048" y="2941"/>
                  </a:lnTo>
                  <a:lnTo>
                    <a:pt x="5182" y="2921"/>
                  </a:lnTo>
                  <a:lnTo>
                    <a:pt x="5316" y="2893"/>
                  </a:lnTo>
                  <a:lnTo>
                    <a:pt x="5450" y="2845"/>
                  </a:lnTo>
                  <a:lnTo>
                    <a:pt x="5565" y="2787"/>
                  </a:lnTo>
                  <a:lnTo>
                    <a:pt x="5680" y="2711"/>
                  </a:lnTo>
                  <a:lnTo>
                    <a:pt x="5795" y="2634"/>
                  </a:lnTo>
                  <a:lnTo>
                    <a:pt x="5891" y="2548"/>
                  </a:lnTo>
                  <a:lnTo>
                    <a:pt x="5977" y="2443"/>
                  </a:lnTo>
                  <a:lnTo>
                    <a:pt x="6063" y="2337"/>
                  </a:lnTo>
                  <a:lnTo>
                    <a:pt x="6130" y="2222"/>
                  </a:lnTo>
                  <a:lnTo>
                    <a:pt x="6188" y="2098"/>
                  </a:lnTo>
                  <a:lnTo>
                    <a:pt x="6236" y="1973"/>
                  </a:lnTo>
                  <a:lnTo>
                    <a:pt x="6264" y="1839"/>
                  </a:lnTo>
                  <a:lnTo>
                    <a:pt x="6293" y="1705"/>
                  </a:lnTo>
                  <a:lnTo>
                    <a:pt x="6293" y="1561"/>
                  </a:lnTo>
                  <a:lnTo>
                    <a:pt x="6293" y="1418"/>
                  </a:lnTo>
                  <a:lnTo>
                    <a:pt x="6264" y="1284"/>
                  </a:lnTo>
                  <a:lnTo>
                    <a:pt x="6236" y="1150"/>
                  </a:lnTo>
                  <a:lnTo>
                    <a:pt x="6188" y="1015"/>
                  </a:lnTo>
                  <a:lnTo>
                    <a:pt x="6130" y="901"/>
                  </a:lnTo>
                  <a:lnTo>
                    <a:pt x="6063" y="786"/>
                  </a:lnTo>
                  <a:lnTo>
                    <a:pt x="5977" y="680"/>
                  </a:lnTo>
                  <a:lnTo>
                    <a:pt x="5891" y="575"/>
                  </a:lnTo>
                  <a:lnTo>
                    <a:pt x="5795" y="489"/>
                  </a:lnTo>
                  <a:lnTo>
                    <a:pt x="5680" y="412"/>
                  </a:lnTo>
                  <a:lnTo>
                    <a:pt x="5565" y="335"/>
                  </a:lnTo>
                  <a:lnTo>
                    <a:pt x="5450" y="278"/>
                  </a:lnTo>
                  <a:lnTo>
                    <a:pt x="5316" y="230"/>
                  </a:lnTo>
                  <a:lnTo>
                    <a:pt x="5182" y="201"/>
                  </a:lnTo>
                  <a:lnTo>
                    <a:pt x="5048" y="182"/>
                  </a:lnTo>
                  <a:lnTo>
                    <a:pt x="4904" y="173"/>
                  </a:lnTo>
                  <a:lnTo>
                    <a:pt x="4818" y="173"/>
                  </a:lnTo>
                  <a:lnTo>
                    <a:pt x="4732" y="182"/>
                  </a:lnTo>
                  <a:lnTo>
                    <a:pt x="4569" y="220"/>
                  </a:lnTo>
                  <a:lnTo>
                    <a:pt x="456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14"/>
            <p:cNvSpPr/>
            <p:nvPr/>
          </p:nvSpPr>
          <p:spPr>
            <a:xfrm>
              <a:off x="5731509" y="2397581"/>
              <a:ext cx="496822" cy="554656"/>
            </a:xfrm>
            <a:custGeom>
              <a:rect b="b" l="l" r="r" t="t"/>
              <a:pathLst>
                <a:path extrusionOk="0" h="15623" w="13994">
                  <a:moveTo>
                    <a:pt x="13199" y="1"/>
                  </a:moveTo>
                  <a:lnTo>
                    <a:pt x="13132" y="30"/>
                  </a:lnTo>
                  <a:lnTo>
                    <a:pt x="13103" y="49"/>
                  </a:lnTo>
                  <a:lnTo>
                    <a:pt x="13074" y="68"/>
                  </a:lnTo>
                  <a:lnTo>
                    <a:pt x="13055" y="97"/>
                  </a:lnTo>
                  <a:lnTo>
                    <a:pt x="13036" y="135"/>
                  </a:lnTo>
                  <a:lnTo>
                    <a:pt x="13026" y="173"/>
                  </a:lnTo>
                  <a:lnTo>
                    <a:pt x="13026" y="212"/>
                  </a:lnTo>
                  <a:lnTo>
                    <a:pt x="13017" y="413"/>
                  </a:lnTo>
                  <a:lnTo>
                    <a:pt x="13007" y="614"/>
                  </a:lnTo>
                  <a:lnTo>
                    <a:pt x="12988" y="806"/>
                  </a:lnTo>
                  <a:lnTo>
                    <a:pt x="12969" y="997"/>
                  </a:lnTo>
                  <a:lnTo>
                    <a:pt x="12931" y="1189"/>
                  </a:lnTo>
                  <a:lnTo>
                    <a:pt x="12892" y="1371"/>
                  </a:lnTo>
                  <a:lnTo>
                    <a:pt x="12844" y="1553"/>
                  </a:lnTo>
                  <a:lnTo>
                    <a:pt x="12797" y="1735"/>
                  </a:lnTo>
                  <a:lnTo>
                    <a:pt x="12739" y="1907"/>
                  </a:lnTo>
                  <a:lnTo>
                    <a:pt x="12672" y="2079"/>
                  </a:lnTo>
                  <a:lnTo>
                    <a:pt x="12595" y="2252"/>
                  </a:lnTo>
                  <a:lnTo>
                    <a:pt x="12519" y="2415"/>
                  </a:lnTo>
                  <a:lnTo>
                    <a:pt x="12433" y="2578"/>
                  </a:lnTo>
                  <a:lnTo>
                    <a:pt x="12346" y="2740"/>
                  </a:lnTo>
                  <a:lnTo>
                    <a:pt x="12251" y="2903"/>
                  </a:lnTo>
                  <a:lnTo>
                    <a:pt x="12145" y="3056"/>
                  </a:lnTo>
                  <a:lnTo>
                    <a:pt x="12040" y="3210"/>
                  </a:lnTo>
                  <a:lnTo>
                    <a:pt x="11925" y="3363"/>
                  </a:lnTo>
                  <a:lnTo>
                    <a:pt x="11685" y="3660"/>
                  </a:lnTo>
                  <a:lnTo>
                    <a:pt x="11427" y="3947"/>
                  </a:lnTo>
                  <a:lnTo>
                    <a:pt x="11149" y="4215"/>
                  </a:lnTo>
                  <a:lnTo>
                    <a:pt x="10862" y="4484"/>
                  </a:lnTo>
                  <a:lnTo>
                    <a:pt x="10555" y="4733"/>
                  </a:lnTo>
                  <a:lnTo>
                    <a:pt x="10230" y="4982"/>
                  </a:lnTo>
                  <a:lnTo>
                    <a:pt x="9904" y="5221"/>
                  </a:lnTo>
                  <a:lnTo>
                    <a:pt x="9559" y="5451"/>
                  </a:lnTo>
                  <a:lnTo>
                    <a:pt x="9205" y="5671"/>
                  </a:lnTo>
                  <a:lnTo>
                    <a:pt x="8841" y="5882"/>
                  </a:lnTo>
                  <a:lnTo>
                    <a:pt x="8477" y="6083"/>
                  </a:lnTo>
                  <a:lnTo>
                    <a:pt x="8094" y="6284"/>
                  </a:lnTo>
                  <a:lnTo>
                    <a:pt x="7720" y="6466"/>
                  </a:lnTo>
                  <a:lnTo>
                    <a:pt x="7337" y="6648"/>
                  </a:lnTo>
                  <a:lnTo>
                    <a:pt x="6944" y="6821"/>
                  </a:lnTo>
                  <a:lnTo>
                    <a:pt x="6561" y="6993"/>
                  </a:lnTo>
                  <a:lnTo>
                    <a:pt x="6178" y="7156"/>
                  </a:lnTo>
                  <a:lnTo>
                    <a:pt x="5402" y="7462"/>
                  </a:lnTo>
                  <a:lnTo>
                    <a:pt x="4655" y="7740"/>
                  </a:lnTo>
                  <a:lnTo>
                    <a:pt x="3937" y="8008"/>
                  </a:lnTo>
                  <a:lnTo>
                    <a:pt x="3554" y="8152"/>
                  </a:lnTo>
                  <a:lnTo>
                    <a:pt x="3199" y="8315"/>
                  </a:lnTo>
                  <a:lnTo>
                    <a:pt x="2874" y="8487"/>
                  </a:lnTo>
                  <a:lnTo>
                    <a:pt x="2567" y="8669"/>
                  </a:lnTo>
                  <a:lnTo>
                    <a:pt x="2280" y="8870"/>
                  </a:lnTo>
                  <a:lnTo>
                    <a:pt x="2012" y="9081"/>
                  </a:lnTo>
                  <a:lnTo>
                    <a:pt x="1772" y="9292"/>
                  </a:lnTo>
                  <a:lnTo>
                    <a:pt x="1542" y="9522"/>
                  </a:lnTo>
                  <a:lnTo>
                    <a:pt x="1332" y="9752"/>
                  </a:lnTo>
                  <a:lnTo>
                    <a:pt x="1150" y="9991"/>
                  </a:lnTo>
                  <a:lnTo>
                    <a:pt x="977" y="10240"/>
                  </a:lnTo>
                  <a:lnTo>
                    <a:pt x="824" y="10499"/>
                  </a:lnTo>
                  <a:lnTo>
                    <a:pt x="680" y="10757"/>
                  </a:lnTo>
                  <a:lnTo>
                    <a:pt x="556" y="11016"/>
                  </a:lnTo>
                  <a:lnTo>
                    <a:pt x="450" y="11284"/>
                  </a:lnTo>
                  <a:lnTo>
                    <a:pt x="355" y="11552"/>
                  </a:lnTo>
                  <a:lnTo>
                    <a:pt x="278" y="11820"/>
                  </a:lnTo>
                  <a:lnTo>
                    <a:pt x="201" y="12089"/>
                  </a:lnTo>
                  <a:lnTo>
                    <a:pt x="144" y="12357"/>
                  </a:lnTo>
                  <a:lnTo>
                    <a:pt x="96" y="12625"/>
                  </a:lnTo>
                  <a:lnTo>
                    <a:pt x="58" y="12884"/>
                  </a:lnTo>
                  <a:lnTo>
                    <a:pt x="38" y="13152"/>
                  </a:lnTo>
                  <a:lnTo>
                    <a:pt x="19" y="13410"/>
                  </a:lnTo>
                  <a:lnTo>
                    <a:pt x="0" y="13669"/>
                  </a:lnTo>
                  <a:lnTo>
                    <a:pt x="0" y="13918"/>
                  </a:lnTo>
                  <a:lnTo>
                    <a:pt x="0" y="14157"/>
                  </a:lnTo>
                  <a:lnTo>
                    <a:pt x="29" y="14627"/>
                  </a:lnTo>
                  <a:lnTo>
                    <a:pt x="67" y="15058"/>
                  </a:lnTo>
                  <a:lnTo>
                    <a:pt x="115" y="15450"/>
                  </a:lnTo>
                  <a:lnTo>
                    <a:pt x="125" y="15489"/>
                  </a:lnTo>
                  <a:lnTo>
                    <a:pt x="144" y="15527"/>
                  </a:lnTo>
                  <a:lnTo>
                    <a:pt x="163" y="15556"/>
                  </a:lnTo>
                  <a:lnTo>
                    <a:pt x="192" y="15575"/>
                  </a:lnTo>
                  <a:lnTo>
                    <a:pt x="220" y="15594"/>
                  </a:lnTo>
                  <a:lnTo>
                    <a:pt x="249" y="15613"/>
                  </a:lnTo>
                  <a:lnTo>
                    <a:pt x="316" y="15623"/>
                  </a:lnTo>
                  <a:lnTo>
                    <a:pt x="383" y="15613"/>
                  </a:lnTo>
                  <a:lnTo>
                    <a:pt x="422" y="15604"/>
                  </a:lnTo>
                  <a:lnTo>
                    <a:pt x="450" y="15585"/>
                  </a:lnTo>
                  <a:lnTo>
                    <a:pt x="479" y="15565"/>
                  </a:lnTo>
                  <a:lnTo>
                    <a:pt x="498" y="15537"/>
                  </a:lnTo>
                  <a:lnTo>
                    <a:pt x="517" y="15498"/>
                  </a:lnTo>
                  <a:lnTo>
                    <a:pt x="537" y="15460"/>
                  </a:lnTo>
                  <a:lnTo>
                    <a:pt x="575" y="15288"/>
                  </a:lnTo>
                  <a:lnTo>
                    <a:pt x="632" y="15125"/>
                  </a:lnTo>
                  <a:lnTo>
                    <a:pt x="680" y="14962"/>
                  </a:lnTo>
                  <a:lnTo>
                    <a:pt x="738" y="14818"/>
                  </a:lnTo>
                  <a:lnTo>
                    <a:pt x="805" y="14675"/>
                  </a:lnTo>
                  <a:lnTo>
                    <a:pt x="872" y="14531"/>
                  </a:lnTo>
                  <a:lnTo>
                    <a:pt x="939" y="14406"/>
                  </a:lnTo>
                  <a:lnTo>
                    <a:pt x="1015" y="14272"/>
                  </a:lnTo>
                  <a:lnTo>
                    <a:pt x="1092" y="14157"/>
                  </a:lnTo>
                  <a:lnTo>
                    <a:pt x="1178" y="14043"/>
                  </a:lnTo>
                  <a:lnTo>
                    <a:pt x="1264" y="13928"/>
                  </a:lnTo>
                  <a:lnTo>
                    <a:pt x="1351" y="13822"/>
                  </a:lnTo>
                  <a:lnTo>
                    <a:pt x="1446" y="13717"/>
                  </a:lnTo>
                  <a:lnTo>
                    <a:pt x="1542" y="13621"/>
                  </a:lnTo>
                  <a:lnTo>
                    <a:pt x="1753" y="13439"/>
                  </a:lnTo>
                  <a:lnTo>
                    <a:pt x="1973" y="13276"/>
                  </a:lnTo>
                  <a:lnTo>
                    <a:pt x="2213" y="13123"/>
                  </a:lnTo>
                  <a:lnTo>
                    <a:pt x="2462" y="12979"/>
                  </a:lnTo>
                  <a:lnTo>
                    <a:pt x="2730" y="12836"/>
                  </a:lnTo>
                  <a:lnTo>
                    <a:pt x="3017" y="12711"/>
                  </a:lnTo>
                  <a:lnTo>
                    <a:pt x="3305" y="12587"/>
                  </a:lnTo>
                  <a:lnTo>
                    <a:pt x="3621" y="12472"/>
                  </a:lnTo>
                  <a:lnTo>
                    <a:pt x="3937" y="12357"/>
                  </a:lnTo>
                  <a:lnTo>
                    <a:pt x="4626" y="12117"/>
                  </a:lnTo>
                  <a:lnTo>
                    <a:pt x="5354" y="11868"/>
                  </a:lnTo>
                  <a:lnTo>
                    <a:pt x="6140" y="11591"/>
                  </a:lnTo>
                  <a:lnTo>
                    <a:pt x="6542" y="11437"/>
                  </a:lnTo>
                  <a:lnTo>
                    <a:pt x="6963" y="11274"/>
                  </a:lnTo>
                  <a:lnTo>
                    <a:pt x="7394" y="11092"/>
                  </a:lnTo>
                  <a:lnTo>
                    <a:pt x="7835" y="10891"/>
                  </a:lnTo>
                  <a:lnTo>
                    <a:pt x="8285" y="10671"/>
                  </a:lnTo>
                  <a:lnTo>
                    <a:pt x="8745" y="10441"/>
                  </a:lnTo>
                  <a:lnTo>
                    <a:pt x="9224" y="10183"/>
                  </a:lnTo>
                  <a:lnTo>
                    <a:pt x="9703" y="9895"/>
                  </a:lnTo>
                  <a:lnTo>
                    <a:pt x="10191" y="9589"/>
                  </a:lnTo>
                  <a:lnTo>
                    <a:pt x="10699" y="9263"/>
                  </a:lnTo>
                  <a:lnTo>
                    <a:pt x="11072" y="8985"/>
                  </a:lnTo>
                  <a:lnTo>
                    <a:pt x="11427" y="8708"/>
                  </a:lnTo>
                  <a:lnTo>
                    <a:pt x="11743" y="8420"/>
                  </a:lnTo>
                  <a:lnTo>
                    <a:pt x="12040" y="8133"/>
                  </a:lnTo>
                  <a:lnTo>
                    <a:pt x="12318" y="7836"/>
                  </a:lnTo>
                  <a:lnTo>
                    <a:pt x="12567" y="7529"/>
                  </a:lnTo>
                  <a:lnTo>
                    <a:pt x="12787" y="7223"/>
                  </a:lnTo>
                  <a:lnTo>
                    <a:pt x="12988" y="6916"/>
                  </a:lnTo>
                  <a:lnTo>
                    <a:pt x="13170" y="6610"/>
                  </a:lnTo>
                  <a:lnTo>
                    <a:pt x="13333" y="6294"/>
                  </a:lnTo>
                  <a:lnTo>
                    <a:pt x="13477" y="5987"/>
                  </a:lnTo>
                  <a:lnTo>
                    <a:pt x="13591" y="5671"/>
                  </a:lnTo>
                  <a:lnTo>
                    <a:pt x="13697" y="5355"/>
                  </a:lnTo>
                  <a:lnTo>
                    <a:pt x="13783" y="5039"/>
                  </a:lnTo>
                  <a:lnTo>
                    <a:pt x="13860" y="4733"/>
                  </a:lnTo>
                  <a:lnTo>
                    <a:pt x="13908" y="4417"/>
                  </a:lnTo>
                  <a:lnTo>
                    <a:pt x="13955" y="4110"/>
                  </a:lnTo>
                  <a:lnTo>
                    <a:pt x="13975" y="3804"/>
                  </a:lnTo>
                  <a:lnTo>
                    <a:pt x="13994" y="3497"/>
                  </a:lnTo>
                  <a:lnTo>
                    <a:pt x="13994" y="3200"/>
                  </a:lnTo>
                  <a:lnTo>
                    <a:pt x="13984" y="2913"/>
                  </a:lnTo>
                  <a:lnTo>
                    <a:pt x="13965" y="2616"/>
                  </a:lnTo>
                  <a:lnTo>
                    <a:pt x="13946" y="2338"/>
                  </a:lnTo>
                  <a:lnTo>
                    <a:pt x="13908" y="2060"/>
                  </a:lnTo>
                  <a:lnTo>
                    <a:pt x="13860" y="1792"/>
                  </a:lnTo>
                  <a:lnTo>
                    <a:pt x="13812" y="1524"/>
                  </a:lnTo>
                  <a:lnTo>
                    <a:pt x="13754" y="1275"/>
                  </a:lnTo>
                  <a:lnTo>
                    <a:pt x="13697" y="1026"/>
                  </a:lnTo>
                  <a:lnTo>
                    <a:pt x="13572" y="566"/>
                  </a:lnTo>
                  <a:lnTo>
                    <a:pt x="13429" y="145"/>
                  </a:lnTo>
                  <a:lnTo>
                    <a:pt x="13410" y="106"/>
                  </a:lnTo>
                  <a:lnTo>
                    <a:pt x="13390" y="68"/>
                  </a:lnTo>
                  <a:lnTo>
                    <a:pt x="13362" y="39"/>
                  </a:lnTo>
                  <a:lnTo>
                    <a:pt x="13333" y="20"/>
                  </a:lnTo>
                  <a:lnTo>
                    <a:pt x="13304" y="11"/>
                  </a:lnTo>
                  <a:lnTo>
                    <a:pt x="13266" y="1"/>
                  </a:lnTo>
                  <a:close/>
                </a:path>
              </a:pathLst>
            </a:custGeom>
            <a:solidFill>
              <a:srgbClr val="666666">
                <a:alpha val="12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14"/>
            <p:cNvSpPr/>
            <p:nvPr/>
          </p:nvSpPr>
          <p:spPr>
            <a:xfrm>
              <a:off x="4470322" y="2242866"/>
              <a:ext cx="75159" cy="86768"/>
            </a:xfrm>
            <a:custGeom>
              <a:rect b="b" l="l" r="r" t="t"/>
              <a:pathLst>
                <a:path extrusionOk="0" h="2444" w="2117">
                  <a:moveTo>
                    <a:pt x="1226" y="154"/>
                  </a:moveTo>
                  <a:lnTo>
                    <a:pt x="1303" y="164"/>
                  </a:lnTo>
                  <a:lnTo>
                    <a:pt x="1370" y="173"/>
                  </a:lnTo>
                  <a:lnTo>
                    <a:pt x="1446" y="193"/>
                  </a:lnTo>
                  <a:lnTo>
                    <a:pt x="1513" y="221"/>
                  </a:lnTo>
                  <a:lnTo>
                    <a:pt x="1590" y="260"/>
                  </a:lnTo>
                  <a:lnTo>
                    <a:pt x="1657" y="307"/>
                  </a:lnTo>
                  <a:lnTo>
                    <a:pt x="1715" y="355"/>
                  </a:lnTo>
                  <a:lnTo>
                    <a:pt x="1772" y="422"/>
                  </a:lnTo>
                  <a:lnTo>
                    <a:pt x="1820" y="499"/>
                  </a:lnTo>
                  <a:lnTo>
                    <a:pt x="1868" y="576"/>
                  </a:lnTo>
                  <a:lnTo>
                    <a:pt x="1897" y="652"/>
                  </a:lnTo>
                  <a:lnTo>
                    <a:pt x="1925" y="748"/>
                  </a:lnTo>
                  <a:lnTo>
                    <a:pt x="1954" y="844"/>
                  </a:lnTo>
                  <a:lnTo>
                    <a:pt x="1964" y="949"/>
                  </a:lnTo>
                  <a:lnTo>
                    <a:pt x="1964" y="1055"/>
                  </a:lnTo>
                  <a:lnTo>
                    <a:pt x="1954" y="1160"/>
                  </a:lnTo>
                  <a:lnTo>
                    <a:pt x="1944" y="1265"/>
                  </a:lnTo>
                  <a:lnTo>
                    <a:pt x="1916" y="1371"/>
                  </a:lnTo>
                  <a:lnTo>
                    <a:pt x="1887" y="1476"/>
                  </a:lnTo>
                  <a:lnTo>
                    <a:pt x="1839" y="1572"/>
                  </a:lnTo>
                  <a:lnTo>
                    <a:pt x="1762" y="1725"/>
                  </a:lnTo>
                  <a:lnTo>
                    <a:pt x="1667" y="1869"/>
                  </a:lnTo>
                  <a:lnTo>
                    <a:pt x="1561" y="1984"/>
                  </a:lnTo>
                  <a:lnTo>
                    <a:pt x="1437" y="2089"/>
                  </a:lnTo>
                  <a:lnTo>
                    <a:pt x="1312" y="2175"/>
                  </a:lnTo>
                  <a:lnTo>
                    <a:pt x="1169" y="2233"/>
                  </a:lnTo>
                  <a:lnTo>
                    <a:pt x="1102" y="2261"/>
                  </a:lnTo>
                  <a:lnTo>
                    <a:pt x="1034" y="2271"/>
                  </a:lnTo>
                  <a:lnTo>
                    <a:pt x="958" y="2281"/>
                  </a:lnTo>
                  <a:lnTo>
                    <a:pt x="891" y="2290"/>
                  </a:lnTo>
                  <a:lnTo>
                    <a:pt x="814" y="2281"/>
                  </a:lnTo>
                  <a:lnTo>
                    <a:pt x="747" y="2271"/>
                  </a:lnTo>
                  <a:lnTo>
                    <a:pt x="671" y="2252"/>
                  </a:lnTo>
                  <a:lnTo>
                    <a:pt x="603" y="2223"/>
                  </a:lnTo>
                  <a:lnTo>
                    <a:pt x="536" y="2185"/>
                  </a:lnTo>
                  <a:lnTo>
                    <a:pt x="460" y="2137"/>
                  </a:lnTo>
                  <a:lnTo>
                    <a:pt x="402" y="2079"/>
                  </a:lnTo>
                  <a:lnTo>
                    <a:pt x="345" y="2022"/>
                  </a:lnTo>
                  <a:lnTo>
                    <a:pt x="297" y="1945"/>
                  </a:lnTo>
                  <a:lnTo>
                    <a:pt x="249" y="1869"/>
                  </a:lnTo>
                  <a:lnTo>
                    <a:pt x="220" y="1782"/>
                  </a:lnTo>
                  <a:lnTo>
                    <a:pt x="192" y="1696"/>
                  </a:lnTo>
                  <a:lnTo>
                    <a:pt x="163" y="1601"/>
                  </a:lnTo>
                  <a:lnTo>
                    <a:pt x="153" y="1495"/>
                  </a:lnTo>
                  <a:lnTo>
                    <a:pt x="153" y="1390"/>
                  </a:lnTo>
                  <a:lnTo>
                    <a:pt x="163" y="1284"/>
                  </a:lnTo>
                  <a:lnTo>
                    <a:pt x="172" y="1179"/>
                  </a:lnTo>
                  <a:lnTo>
                    <a:pt x="201" y="1074"/>
                  </a:lnTo>
                  <a:lnTo>
                    <a:pt x="230" y="968"/>
                  </a:lnTo>
                  <a:lnTo>
                    <a:pt x="278" y="863"/>
                  </a:lnTo>
                  <a:lnTo>
                    <a:pt x="354" y="719"/>
                  </a:lnTo>
                  <a:lnTo>
                    <a:pt x="450" y="576"/>
                  </a:lnTo>
                  <a:lnTo>
                    <a:pt x="556" y="461"/>
                  </a:lnTo>
                  <a:lnTo>
                    <a:pt x="680" y="355"/>
                  </a:lnTo>
                  <a:lnTo>
                    <a:pt x="814" y="269"/>
                  </a:lnTo>
                  <a:lnTo>
                    <a:pt x="948" y="212"/>
                  </a:lnTo>
                  <a:lnTo>
                    <a:pt x="1015" y="183"/>
                  </a:lnTo>
                  <a:lnTo>
                    <a:pt x="1082" y="173"/>
                  </a:lnTo>
                  <a:lnTo>
                    <a:pt x="1159" y="164"/>
                  </a:lnTo>
                  <a:lnTo>
                    <a:pt x="1226" y="154"/>
                  </a:lnTo>
                  <a:close/>
                  <a:moveTo>
                    <a:pt x="1226" y="1"/>
                  </a:moveTo>
                  <a:lnTo>
                    <a:pt x="1149" y="11"/>
                  </a:lnTo>
                  <a:lnTo>
                    <a:pt x="1063" y="20"/>
                  </a:lnTo>
                  <a:lnTo>
                    <a:pt x="987" y="39"/>
                  </a:lnTo>
                  <a:lnTo>
                    <a:pt x="910" y="58"/>
                  </a:lnTo>
                  <a:lnTo>
                    <a:pt x="833" y="87"/>
                  </a:lnTo>
                  <a:lnTo>
                    <a:pt x="757" y="125"/>
                  </a:lnTo>
                  <a:lnTo>
                    <a:pt x="680" y="173"/>
                  </a:lnTo>
                  <a:lnTo>
                    <a:pt x="603" y="221"/>
                  </a:lnTo>
                  <a:lnTo>
                    <a:pt x="536" y="279"/>
                  </a:lnTo>
                  <a:lnTo>
                    <a:pt x="469" y="336"/>
                  </a:lnTo>
                  <a:lnTo>
                    <a:pt x="402" y="403"/>
                  </a:lnTo>
                  <a:lnTo>
                    <a:pt x="335" y="470"/>
                  </a:lnTo>
                  <a:lnTo>
                    <a:pt x="278" y="547"/>
                  </a:lnTo>
                  <a:lnTo>
                    <a:pt x="230" y="633"/>
                  </a:lnTo>
                  <a:lnTo>
                    <a:pt x="182" y="710"/>
                  </a:lnTo>
                  <a:lnTo>
                    <a:pt x="134" y="806"/>
                  </a:lnTo>
                  <a:lnTo>
                    <a:pt x="86" y="920"/>
                  </a:lnTo>
                  <a:lnTo>
                    <a:pt x="48" y="1045"/>
                  </a:lnTo>
                  <a:lnTo>
                    <a:pt x="19" y="1160"/>
                  </a:lnTo>
                  <a:lnTo>
                    <a:pt x="10" y="1284"/>
                  </a:lnTo>
                  <a:lnTo>
                    <a:pt x="0" y="1399"/>
                  </a:lnTo>
                  <a:lnTo>
                    <a:pt x="0" y="1514"/>
                  </a:lnTo>
                  <a:lnTo>
                    <a:pt x="19" y="1629"/>
                  </a:lnTo>
                  <a:lnTo>
                    <a:pt x="38" y="1735"/>
                  </a:lnTo>
                  <a:lnTo>
                    <a:pt x="77" y="1840"/>
                  </a:lnTo>
                  <a:lnTo>
                    <a:pt x="115" y="1936"/>
                  </a:lnTo>
                  <a:lnTo>
                    <a:pt x="163" y="2032"/>
                  </a:lnTo>
                  <a:lnTo>
                    <a:pt x="220" y="2108"/>
                  </a:lnTo>
                  <a:lnTo>
                    <a:pt x="287" y="2194"/>
                  </a:lnTo>
                  <a:lnTo>
                    <a:pt x="364" y="2261"/>
                  </a:lnTo>
                  <a:lnTo>
                    <a:pt x="450" y="2319"/>
                  </a:lnTo>
                  <a:lnTo>
                    <a:pt x="546" y="2367"/>
                  </a:lnTo>
                  <a:lnTo>
                    <a:pt x="632" y="2395"/>
                  </a:lnTo>
                  <a:lnTo>
                    <a:pt x="718" y="2424"/>
                  </a:lnTo>
                  <a:lnTo>
                    <a:pt x="805" y="2434"/>
                  </a:lnTo>
                  <a:lnTo>
                    <a:pt x="891" y="2443"/>
                  </a:lnTo>
                  <a:lnTo>
                    <a:pt x="967" y="2434"/>
                  </a:lnTo>
                  <a:lnTo>
                    <a:pt x="1054" y="2424"/>
                  </a:lnTo>
                  <a:lnTo>
                    <a:pt x="1130" y="2405"/>
                  </a:lnTo>
                  <a:lnTo>
                    <a:pt x="1207" y="2386"/>
                  </a:lnTo>
                  <a:lnTo>
                    <a:pt x="1293" y="2357"/>
                  </a:lnTo>
                  <a:lnTo>
                    <a:pt x="1370" y="2319"/>
                  </a:lnTo>
                  <a:lnTo>
                    <a:pt x="1437" y="2271"/>
                  </a:lnTo>
                  <a:lnTo>
                    <a:pt x="1513" y="2223"/>
                  </a:lnTo>
                  <a:lnTo>
                    <a:pt x="1580" y="2166"/>
                  </a:lnTo>
                  <a:lnTo>
                    <a:pt x="1647" y="2108"/>
                  </a:lnTo>
                  <a:lnTo>
                    <a:pt x="1715" y="2041"/>
                  </a:lnTo>
                  <a:lnTo>
                    <a:pt x="1782" y="1974"/>
                  </a:lnTo>
                  <a:lnTo>
                    <a:pt x="1839" y="1897"/>
                  </a:lnTo>
                  <a:lnTo>
                    <a:pt x="1887" y="1811"/>
                  </a:lnTo>
                  <a:lnTo>
                    <a:pt x="1935" y="1725"/>
                  </a:lnTo>
                  <a:lnTo>
                    <a:pt x="1983" y="1639"/>
                  </a:lnTo>
                  <a:lnTo>
                    <a:pt x="2031" y="1524"/>
                  </a:lnTo>
                  <a:lnTo>
                    <a:pt x="2069" y="1399"/>
                  </a:lnTo>
                  <a:lnTo>
                    <a:pt x="2098" y="1284"/>
                  </a:lnTo>
                  <a:lnTo>
                    <a:pt x="2107" y="1160"/>
                  </a:lnTo>
                  <a:lnTo>
                    <a:pt x="2117" y="1045"/>
                  </a:lnTo>
                  <a:lnTo>
                    <a:pt x="2117" y="930"/>
                  </a:lnTo>
                  <a:lnTo>
                    <a:pt x="2098" y="815"/>
                  </a:lnTo>
                  <a:lnTo>
                    <a:pt x="2078" y="710"/>
                  </a:lnTo>
                  <a:lnTo>
                    <a:pt x="2040" y="604"/>
                  </a:lnTo>
                  <a:lnTo>
                    <a:pt x="2002" y="509"/>
                  </a:lnTo>
                  <a:lnTo>
                    <a:pt x="1954" y="413"/>
                  </a:lnTo>
                  <a:lnTo>
                    <a:pt x="1897" y="327"/>
                  </a:lnTo>
                  <a:lnTo>
                    <a:pt x="1829" y="250"/>
                  </a:lnTo>
                  <a:lnTo>
                    <a:pt x="1753" y="183"/>
                  </a:lnTo>
                  <a:lnTo>
                    <a:pt x="1667" y="125"/>
                  </a:lnTo>
                  <a:lnTo>
                    <a:pt x="1571" y="78"/>
                  </a:lnTo>
                  <a:lnTo>
                    <a:pt x="1494" y="49"/>
                  </a:lnTo>
                  <a:lnTo>
                    <a:pt x="1408" y="20"/>
                  </a:lnTo>
                  <a:lnTo>
                    <a:pt x="1312" y="11"/>
                  </a:lnTo>
                  <a:lnTo>
                    <a:pt x="122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14"/>
            <p:cNvSpPr/>
            <p:nvPr/>
          </p:nvSpPr>
          <p:spPr>
            <a:xfrm>
              <a:off x="4475754" y="2242866"/>
              <a:ext cx="64295" cy="81336"/>
            </a:xfrm>
            <a:custGeom>
              <a:rect b="b" l="l" r="r" t="t"/>
              <a:pathLst>
                <a:path extrusionOk="0" fill="none" h="2291" w="1811">
                  <a:moveTo>
                    <a:pt x="1073" y="1"/>
                  </a:moveTo>
                  <a:lnTo>
                    <a:pt x="1073" y="154"/>
                  </a:lnTo>
                  <a:lnTo>
                    <a:pt x="1073" y="154"/>
                  </a:lnTo>
                  <a:lnTo>
                    <a:pt x="1150" y="164"/>
                  </a:lnTo>
                  <a:lnTo>
                    <a:pt x="1217" y="173"/>
                  </a:lnTo>
                  <a:lnTo>
                    <a:pt x="1293" y="193"/>
                  </a:lnTo>
                  <a:lnTo>
                    <a:pt x="1360" y="221"/>
                  </a:lnTo>
                  <a:lnTo>
                    <a:pt x="1360" y="221"/>
                  </a:lnTo>
                  <a:lnTo>
                    <a:pt x="1437" y="260"/>
                  </a:lnTo>
                  <a:lnTo>
                    <a:pt x="1504" y="307"/>
                  </a:lnTo>
                  <a:lnTo>
                    <a:pt x="1562" y="355"/>
                  </a:lnTo>
                  <a:lnTo>
                    <a:pt x="1619" y="422"/>
                  </a:lnTo>
                  <a:lnTo>
                    <a:pt x="1667" y="499"/>
                  </a:lnTo>
                  <a:lnTo>
                    <a:pt x="1715" y="576"/>
                  </a:lnTo>
                  <a:lnTo>
                    <a:pt x="1744" y="652"/>
                  </a:lnTo>
                  <a:lnTo>
                    <a:pt x="1772" y="748"/>
                  </a:lnTo>
                  <a:lnTo>
                    <a:pt x="1772" y="748"/>
                  </a:lnTo>
                  <a:lnTo>
                    <a:pt x="1801" y="844"/>
                  </a:lnTo>
                  <a:lnTo>
                    <a:pt x="1811" y="949"/>
                  </a:lnTo>
                  <a:lnTo>
                    <a:pt x="1811" y="1055"/>
                  </a:lnTo>
                  <a:lnTo>
                    <a:pt x="1801" y="1160"/>
                  </a:lnTo>
                  <a:lnTo>
                    <a:pt x="1791" y="1265"/>
                  </a:lnTo>
                  <a:lnTo>
                    <a:pt x="1763" y="1371"/>
                  </a:lnTo>
                  <a:lnTo>
                    <a:pt x="1734" y="1476"/>
                  </a:lnTo>
                  <a:lnTo>
                    <a:pt x="1686" y="1572"/>
                  </a:lnTo>
                  <a:lnTo>
                    <a:pt x="1686" y="1572"/>
                  </a:lnTo>
                  <a:lnTo>
                    <a:pt x="1609" y="1725"/>
                  </a:lnTo>
                  <a:lnTo>
                    <a:pt x="1514" y="1869"/>
                  </a:lnTo>
                  <a:lnTo>
                    <a:pt x="1408" y="1984"/>
                  </a:lnTo>
                  <a:lnTo>
                    <a:pt x="1284" y="2089"/>
                  </a:lnTo>
                  <a:lnTo>
                    <a:pt x="1159" y="2175"/>
                  </a:lnTo>
                  <a:lnTo>
                    <a:pt x="1016" y="2233"/>
                  </a:lnTo>
                  <a:lnTo>
                    <a:pt x="949" y="2261"/>
                  </a:lnTo>
                  <a:lnTo>
                    <a:pt x="881" y="2271"/>
                  </a:lnTo>
                  <a:lnTo>
                    <a:pt x="805" y="2281"/>
                  </a:lnTo>
                  <a:lnTo>
                    <a:pt x="738" y="2290"/>
                  </a:lnTo>
                  <a:lnTo>
                    <a:pt x="738" y="2290"/>
                  </a:lnTo>
                  <a:lnTo>
                    <a:pt x="661" y="2281"/>
                  </a:lnTo>
                  <a:lnTo>
                    <a:pt x="594" y="2271"/>
                  </a:lnTo>
                  <a:lnTo>
                    <a:pt x="518" y="2252"/>
                  </a:lnTo>
                  <a:lnTo>
                    <a:pt x="450" y="2223"/>
                  </a:lnTo>
                  <a:lnTo>
                    <a:pt x="450" y="2223"/>
                  </a:lnTo>
                  <a:lnTo>
                    <a:pt x="383" y="2185"/>
                  </a:lnTo>
                  <a:lnTo>
                    <a:pt x="307" y="2137"/>
                  </a:lnTo>
                  <a:lnTo>
                    <a:pt x="249" y="2079"/>
                  </a:lnTo>
                  <a:lnTo>
                    <a:pt x="192" y="2022"/>
                  </a:lnTo>
                  <a:lnTo>
                    <a:pt x="144" y="1945"/>
                  </a:lnTo>
                  <a:lnTo>
                    <a:pt x="96" y="1869"/>
                  </a:lnTo>
                  <a:lnTo>
                    <a:pt x="67" y="1782"/>
                  </a:lnTo>
                  <a:lnTo>
                    <a:pt x="39" y="1696"/>
                  </a:lnTo>
                  <a:lnTo>
                    <a:pt x="39" y="1696"/>
                  </a:lnTo>
                  <a:lnTo>
                    <a:pt x="10" y="1601"/>
                  </a:lnTo>
                  <a:lnTo>
                    <a:pt x="0" y="1495"/>
                  </a:lnTo>
                  <a:lnTo>
                    <a:pt x="0" y="1390"/>
                  </a:lnTo>
                  <a:lnTo>
                    <a:pt x="10" y="1284"/>
                  </a:lnTo>
                  <a:lnTo>
                    <a:pt x="19" y="1179"/>
                  </a:lnTo>
                  <a:lnTo>
                    <a:pt x="48" y="1074"/>
                  </a:lnTo>
                  <a:lnTo>
                    <a:pt x="77" y="968"/>
                  </a:lnTo>
                  <a:lnTo>
                    <a:pt x="125" y="863"/>
                  </a:lnTo>
                  <a:lnTo>
                    <a:pt x="125" y="863"/>
                  </a:lnTo>
                  <a:lnTo>
                    <a:pt x="201" y="719"/>
                  </a:lnTo>
                  <a:lnTo>
                    <a:pt x="297" y="576"/>
                  </a:lnTo>
                  <a:lnTo>
                    <a:pt x="403" y="461"/>
                  </a:lnTo>
                  <a:lnTo>
                    <a:pt x="527" y="355"/>
                  </a:lnTo>
                  <a:lnTo>
                    <a:pt x="661" y="269"/>
                  </a:lnTo>
                  <a:lnTo>
                    <a:pt x="795" y="212"/>
                  </a:lnTo>
                  <a:lnTo>
                    <a:pt x="862" y="183"/>
                  </a:lnTo>
                  <a:lnTo>
                    <a:pt x="929" y="173"/>
                  </a:lnTo>
                  <a:lnTo>
                    <a:pt x="1006" y="164"/>
                  </a:lnTo>
                  <a:lnTo>
                    <a:pt x="1073" y="154"/>
                  </a:lnTo>
                  <a:lnTo>
                    <a:pt x="1073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14"/>
            <p:cNvSpPr/>
            <p:nvPr/>
          </p:nvSpPr>
          <p:spPr>
            <a:xfrm>
              <a:off x="4406384" y="2223517"/>
              <a:ext cx="77218" cy="52721"/>
            </a:xfrm>
            <a:custGeom>
              <a:rect b="b" l="l" r="r" t="t"/>
              <a:pathLst>
                <a:path extrusionOk="0" h="1485" w="2175">
                  <a:moveTo>
                    <a:pt x="67" y="0"/>
                  </a:moveTo>
                  <a:lnTo>
                    <a:pt x="0" y="125"/>
                  </a:lnTo>
                  <a:lnTo>
                    <a:pt x="1916" y="1485"/>
                  </a:lnTo>
                  <a:lnTo>
                    <a:pt x="2175" y="1054"/>
                  </a:lnTo>
                  <a:lnTo>
                    <a:pt x="6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14"/>
            <p:cNvSpPr/>
            <p:nvPr/>
          </p:nvSpPr>
          <p:spPr>
            <a:xfrm>
              <a:off x="3584526" y="2124539"/>
              <a:ext cx="794368" cy="951147"/>
            </a:xfrm>
            <a:custGeom>
              <a:rect b="b" l="l" r="r" t="t"/>
              <a:pathLst>
                <a:path extrusionOk="0" h="26791" w="22375">
                  <a:moveTo>
                    <a:pt x="13984" y="1"/>
                  </a:moveTo>
                  <a:lnTo>
                    <a:pt x="13572" y="20"/>
                  </a:lnTo>
                  <a:lnTo>
                    <a:pt x="13362" y="30"/>
                  </a:lnTo>
                  <a:lnTo>
                    <a:pt x="13151" y="49"/>
                  </a:lnTo>
                  <a:lnTo>
                    <a:pt x="12940" y="77"/>
                  </a:lnTo>
                  <a:lnTo>
                    <a:pt x="12739" y="106"/>
                  </a:lnTo>
                  <a:lnTo>
                    <a:pt x="12528" y="154"/>
                  </a:lnTo>
                  <a:lnTo>
                    <a:pt x="12318" y="192"/>
                  </a:lnTo>
                  <a:lnTo>
                    <a:pt x="12116" y="250"/>
                  </a:lnTo>
                  <a:lnTo>
                    <a:pt x="11906" y="307"/>
                  </a:lnTo>
                  <a:lnTo>
                    <a:pt x="11705" y="384"/>
                  </a:lnTo>
                  <a:lnTo>
                    <a:pt x="11513" y="461"/>
                  </a:lnTo>
                  <a:lnTo>
                    <a:pt x="11312" y="547"/>
                  </a:lnTo>
                  <a:lnTo>
                    <a:pt x="11120" y="643"/>
                  </a:lnTo>
                  <a:lnTo>
                    <a:pt x="10938" y="748"/>
                  </a:lnTo>
                  <a:lnTo>
                    <a:pt x="10747" y="863"/>
                  </a:lnTo>
                  <a:lnTo>
                    <a:pt x="10574" y="987"/>
                  </a:lnTo>
                  <a:lnTo>
                    <a:pt x="10402" y="1121"/>
                  </a:lnTo>
                  <a:lnTo>
                    <a:pt x="10230" y="1265"/>
                  </a:lnTo>
                  <a:lnTo>
                    <a:pt x="10067" y="1418"/>
                  </a:lnTo>
                  <a:lnTo>
                    <a:pt x="9913" y="1591"/>
                  </a:lnTo>
                  <a:lnTo>
                    <a:pt x="9770" y="1773"/>
                  </a:lnTo>
                  <a:lnTo>
                    <a:pt x="9626" y="1964"/>
                  </a:lnTo>
                  <a:lnTo>
                    <a:pt x="9492" y="2165"/>
                  </a:lnTo>
                  <a:lnTo>
                    <a:pt x="9367" y="2386"/>
                  </a:lnTo>
                  <a:lnTo>
                    <a:pt x="9253" y="2616"/>
                  </a:lnTo>
                  <a:lnTo>
                    <a:pt x="9147" y="2855"/>
                  </a:lnTo>
                  <a:lnTo>
                    <a:pt x="9042" y="3114"/>
                  </a:lnTo>
                  <a:lnTo>
                    <a:pt x="8956" y="3382"/>
                  </a:lnTo>
                  <a:lnTo>
                    <a:pt x="8879" y="3669"/>
                  </a:lnTo>
                  <a:lnTo>
                    <a:pt x="8812" y="3966"/>
                  </a:lnTo>
                  <a:lnTo>
                    <a:pt x="8754" y="4282"/>
                  </a:lnTo>
                  <a:lnTo>
                    <a:pt x="8707" y="4617"/>
                  </a:lnTo>
                  <a:lnTo>
                    <a:pt x="8678" y="4962"/>
                  </a:lnTo>
                  <a:lnTo>
                    <a:pt x="8649" y="5317"/>
                  </a:lnTo>
                  <a:lnTo>
                    <a:pt x="8640" y="5700"/>
                  </a:lnTo>
                  <a:lnTo>
                    <a:pt x="8553" y="5738"/>
                  </a:lnTo>
                  <a:lnTo>
                    <a:pt x="8314" y="5872"/>
                  </a:lnTo>
                  <a:lnTo>
                    <a:pt x="7931" y="6092"/>
                  </a:lnTo>
                  <a:lnTo>
                    <a:pt x="7433" y="6389"/>
                  </a:lnTo>
                  <a:lnTo>
                    <a:pt x="7145" y="6571"/>
                  </a:lnTo>
                  <a:lnTo>
                    <a:pt x="6839" y="6782"/>
                  </a:lnTo>
                  <a:lnTo>
                    <a:pt x="6513" y="7002"/>
                  </a:lnTo>
                  <a:lnTo>
                    <a:pt x="6168" y="7251"/>
                  </a:lnTo>
                  <a:lnTo>
                    <a:pt x="5814" y="7520"/>
                  </a:lnTo>
                  <a:lnTo>
                    <a:pt x="5450" y="7817"/>
                  </a:lnTo>
                  <a:lnTo>
                    <a:pt x="5076" y="8123"/>
                  </a:lnTo>
                  <a:lnTo>
                    <a:pt x="4703" y="8458"/>
                  </a:lnTo>
                  <a:lnTo>
                    <a:pt x="4320" y="8813"/>
                  </a:lnTo>
                  <a:lnTo>
                    <a:pt x="3937" y="9186"/>
                  </a:lnTo>
                  <a:lnTo>
                    <a:pt x="3563" y="9588"/>
                  </a:lnTo>
                  <a:lnTo>
                    <a:pt x="3190" y="10000"/>
                  </a:lnTo>
                  <a:lnTo>
                    <a:pt x="2816" y="10441"/>
                  </a:lnTo>
                  <a:lnTo>
                    <a:pt x="2462" y="10910"/>
                  </a:lnTo>
                  <a:lnTo>
                    <a:pt x="2289" y="11140"/>
                  </a:lnTo>
                  <a:lnTo>
                    <a:pt x="2126" y="11389"/>
                  </a:lnTo>
                  <a:lnTo>
                    <a:pt x="1954" y="11638"/>
                  </a:lnTo>
                  <a:lnTo>
                    <a:pt x="1801" y="11887"/>
                  </a:lnTo>
                  <a:lnTo>
                    <a:pt x="1638" y="12155"/>
                  </a:lnTo>
                  <a:lnTo>
                    <a:pt x="1485" y="12414"/>
                  </a:lnTo>
                  <a:lnTo>
                    <a:pt x="1341" y="12682"/>
                  </a:lnTo>
                  <a:lnTo>
                    <a:pt x="1197" y="12960"/>
                  </a:lnTo>
                  <a:lnTo>
                    <a:pt x="1063" y="13247"/>
                  </a:lnTo>
                  <a:lnTo>
                    <a:pt x="939" y="13525"/>
                  </a:lnTo>
                  <a:lnTo>
                    <a:pt x="814" y="13822"/>
                  </a:lnTo>
                  <a:lnTo>
                    <a:pt x="699" y="14119"/>
                  </a:lnTo>
                  <a:lnTo>
                    <a:pt x="594" y="14416"/>
                  </a:lnTo>
                  <a:lnTo>
                    <a:pt x="489" y="14722"/>
                  </a:lnTo>
                  <a:lnTo>
                    <a:pt x="402" y="15038"/>
                  </a:lnTo>
                  <a:lnTo>
                    <a:pt x="316" y="15354"/>
                  </a:lnTo>
                  <a:lnTo>
                    <a:pt x="240" y="15680"/>
                  </a:lnTo>
                  <a:lnTo>
                    <a:pt x="173" y="16006"/>
                  </a:lnTo>
                  <a:lnTo>
                    <a:pt x="115" y="16341"/>
                  </a:lnTo>
                  <a:lnTo>
                    <a:pt x="67" y="16676"/>
                  </a:lnTo>
                  <a:lnTo>
                    <a:pt x="29" y="17079"/>
                  </a:lnTo>
                  <a:lnTo>
                    <a:pt x="0" y="17471"/>
                  </a:lnTo>
                  <a:lnTo>
                    <a:pt x="0" y="17854"/>
                  </a:lnTo>
                  <a:lnTo>
                    <a:pt x="19" y="18238"/>
                  </a:lnTo>
                  <a:lnTo>
                    <a:pt x="48" y="18611"/>
                  </a:lnTo>
                  <a:lnTo>
                    <a:pt x="96" y="18985"/>
                  </a:lnTo>
                  <a:lnTo>
                    <a:pt x="163" y="19339"/>
                  </a:lnTo>
                  <a:lnTo>
                    <a:pt x="249" y="19703"/>
                  </a:lnTo>
                  <a:lnTo>
                    <a:pt x="355" y="20048"/>
                  </a:lnTo>
                  <a:lnTo>
                    <a:pt x="469" y="20393"/>
                  </a:lnTo>
                  <a:lnTo>
                    <a:pt x="594" y="20728"/>
                  </a:lnTo>
                  <a:lnTo>
                    <a:pt x="747" y="21063"/>
                  </a:lnTo>
                  <a:lnTo>
                    <a:pt x="900" y="21389"/>
                  </a:lnTo>
                  <a:lnTo>
                    <a:pt x="1082" y="21705"/>
                  </a:lnTo>
                  <a:lnTo>
                    <a:pt x="1264" y="22011"/>
                  </a:lnTo>
                  <a:lnTo>
                    <a:pt x="1466" y="22308"/>
                  </a:lnTo>
                  <a:lnTo>
                    <a:pt x="1686" y="22605"/>
                  </a:lnTo>
                  <a:lnTo>
                    <a:pt x="1906" y="22892"/>
                  </a:lnTo>
                  <a:lnTo>
                    <a:pt x="2146" y="23170"/>
                  </a:lnTo>
                  <a:lnTo>
                    <a:pt x="2395" y="23438"/>
                  </a:lnTo>
                  <a:lnTo>
                    <a:pt x="2663" y="23697"/>
                  </a:lnTo>
                  <a:lnTo>
                    <a:pt x="2931" y="23946"/>
                  </a:lnTo>
                  <a:lnTo>
                    <a:pt x="3209" y="24186"/>
                  </a:lnTo>
                  <a:lnTo>
                    <a:pt x="3506" y="24425"/>
                  </a:lnTo>
                  <a:lnTo>
                    <a:pt x="3803" y="24645"/>
                  </a:lnTo>
                  <a:lnTo>
                    <a:pt x="4119" y="24866"/>
                  </a:lnTo>
                  <a:lnTo>
                    <a:pt x="4435" y="25067"/>
                  </a:lnTo>
                  <a:lnTo>
                    <a:pt x="4760" y="25268"/>
                  </a:lnTo>
                  <a:lnTo>
                    <a:pt x="5096" y="25450"/>
                  </a:lnTo>
                  <a:lnTo>
                    <a:pt x="5440" y="25622"/>
                  </a:lnTo>
                  <a:lnTo>
                    <a:pt x="5785" y="25795"/>
                  </a:lnTo>
                  <a:lnTo>
                    <a:pt x="6140" y="25948"/>
                  </a:lnTo>
                  <a:lnTo>
                    <a:pt x="6542" y="26101"/>
                  </a:lnTo>
                  <a:lnTo>
                    <a:pt x="6954" y="26245"/>
                  </a:lnTo>
                  <a:lnTo>
                    <a:pt x="7375" y="26369"/>
                  </a:lnTo>
                  <a:lnTo>
                    <a:pt x="7806" y="26475"/>
                  </a:lnTo>
                  <a:lnTo>
                    <a:pt x="8247" y="26561"/>
                  </a:lnTo>
                  <a:lnTo>
                    <a:pt x="8687" y="26638"/>
                  </a:lnTo>
                  <a:lnTo>
                    <a:pt x="9147" y="26705"/>
                  </a:lnTo>
                  <a:lnTo>
                    <a:pt x="9597" y="26743"/>
                  </a:lnTo>
                  <a:lnTo>
                    <a:pt x="10057" y="26772"/>
                  </a:lnTo>
                  <a:lnTo>
                    <a:pt x="10517" y="26791"/>
                  </a:lnTo>
                  <a:lnTo>
                    <a:pt x="10977" y="26791"/>
                  </a:lnTo>
                  <a:lnTo>
                    <a:pt x="11436" y="26781"/>
                  </a:lnTo>
                  <a:lnTo>
                    <a:pt x="11887" y="26752"/>
                  </a:lnTo>
                  <a:lnTo>
                    <a:pt x="12337" y="26714"/>
                  </a:lnTo>
                  <a:lnTo>
                    <a:pt x="12787" y="26657"/>
                  </a:lnTo>
                  <a:lnTo>
                    <a:pt x="13227" y="26590"/>
                  </a:lnTo>
                  <a:lnTo>
                    <a:pt x="13658" y="26513"/>
                  </a:lnTo>
                  <a:lnTo>
                    <a:pt x="14080" y="26427"/>
                  </a:lnTo>
                  <a:lnTo>
                    <a:pt x="14492" y="26321"/>
                  </a:lnTo>
                  <a:lnTo>
                    <a:pt x="14884" y="26206"/>
                  </a:lnTo>
                  <a:lnTo>
                    <a:pt x="15277" y="26082"/>
                  </a:lnTo>
                  <a:lnTo>
                    <a:pt x="15641" y="25938"/>
                  </a:lnTo>
                  <a:lnTo>
                    <a:pt x="15996" y="25795"/>
                  </a:lnTo>
                  <a:lnTo>
                    <a:pt x="16340" y="25632"/>
                  </a:lnTo>
                  <a:lnTo>
                    <a:pt x="16656" y="25459"/>
                  </a:lnTo>
                  <a:lnTo>
                    <a:pt x="16953" y="25287"/>
                  </a:lnTo>
                  <a:lnTo>
                    <a:pt x="17231" y="25095"/>
                  </a:lnTo>
                  <a:lnTo>
                    <a:pt x="17490" y="24894"/>
                  </a:lnTo>
                  <a:lnTo>
                    <a:pt x="17605" y="24789"/>
                  </a:lnTo>
                  <a:lnTo>
                    <a:pt x="17720" y="24684"/>
                  </a:lnTo>
                  <a:lnTo>
                    <a:pt x="17825" y="24578"/>
                  </a:lnTo>
                  <a:lnTo>
                    <a:pt x="17921" y="24473"/>
                  </a:lnTo>
                  <a:lnTo>
                    <a:pt x="18017" y="24358"/>
                  </a:lnTo>
                  <a:lnTo>
                    <a:pt x="18103" y="24243"/>
                  </a:lnTo>
                  <a:lnTo>
                    <a:pt x="18179" y="24128"/>
                  </a:lnTo>
                  <a:lnTo>
                    <a:pt x="18246" y="24004"/>
                  </a:lnTo>
                  <a:lnTo>
                    <a:pt x="18371" y="23774"/>
                  </a:lnTo>
                  <a:lnTo>
                    <a:pt x="18495" y="23534"/>
                  </a:lnTo>
                  <a:lnTo>
                    <a:pt x="18601" y="23285"/>
                  </a:lnTo>
                  <a:lnTo>
                    <a:pt x="18706" y="23017"/>
                  </a:lnTo>
                  <a:lnTo>
                    <a:pt x="18802" y="22758"/>
                  </a:lnTo>
                  <a:lnTo>
                    <a:pt x="18888" y="22481"/>
                  </a:lnTo>
                  <a:lnTo>
                    <a:pt x="18965" y="22193"/>
                  </a:lnTo>
                  <a:lnTo>
                    <a:pt x="19041" y="21906"/>
                  </a:lnTo>
                  <a:lnTo>
                    <a:pt x="19108" y="21609"/>
                  </a:lnTo>
                  <a:lnTo>
                    <a:pt x="19166" y="21312"/>
                  </a:lnTo>
                  <a:lnTo>
                    <a:pt x="19223" y="21006"/>
                  </a:lnTo>
                  <a:lnTo>
                    <a:pt x="19271" y="20690"/>
                  </a:lnTo>
                  <a:lnTo>
                    <a:pt x="19310" y="20373"/>
                  </a:lnTo>
                  <a:lnTo>
                    <a:pt x="19348" y="20057"/>
                  </a:lnTo>
                  <a:lnTo>
                    <a:pt x="19405" y="19406"/>
                  </a:lnTo>
                  <a:lnTo>
                    <a:pt x="19444" y="18736"/>
                  </a:lnTo>
                  <a:lnTo>
                    <a:pt x="19463" y="18065"/>
                  </a:lnTo>
                  <a:lnTo>
                    <a:pt x="19463" y="17385"/>
                  </a:lnTo>
                  <a:lnTo>
                    <a:pt x="19444" y="16705"/>
                  </a:lnTo>
                  <a:lnTo>
                    <a:pt x="19415" y="16025"/>
                  </a:lnTo>
                  <a:lnTo>
                    <a:pt x="19367" y="15345"/>
                  </a:lnTo>
                  <a:lnTo>
                    <a:pt x="19319" y="14684"/>
                  </a:lnTo>
                  <a:lnTo>
                    <a:pt x="19252" y="14023"/>
                  </a:lnTo>
                  <a:lnTo>
                    <a:pt x="19185" y="13381"/>
                  </a:lnTo>
                  <a:lnTo>
                    <a:pt x="19099" y="12759"/>
                  </a:lnTo>
                  <a:lnTo>
                    <a:pt x="19022" y="12146"/>
                  </a:lnTo>
                  <a:lnTo>
                    <a:pt x="18936" y="11571"/>
                  </a:lnTo>
                  <a:lnTo>
                    <a:pt x="18754" y="10498"/>
                  </a:lnTo>
                  <a:lnTo>
                    <a:pt x="18582" y="9560"/>
                  </a:lnTo>
                  <a:lnTo>
                    <a:pt x="18428" y="8774"/>
                  </a:lnTo>
                  <a:lnTo>
                    <a:pt x="18304" y="8190"/>
                  </a:lnTo>
                  <a:lnTo>
                    <a:pt x="18179" y="7692"/>
                  </a:lnTo>
                  <a:lnTo>
                    <a:pt x="18361" y="7663"/>
                  </a:lnTo>
                  <a:lnTo>
                    <a:pt x="18553" y="7625"/>
                  </a:lnTo>
                  <a:lnTo>
                    <a:pt x="18811" y="7567"/>
                  </a:lnTo>
                  <a:lnTo>
                    <a:pt x="19118" y="7491"/>
                  </a:lnTo>
                  <a:lnTo>
                    <a:pt x="19463" y="7395"/>
                  </a:lnTo>
                  <a:lnTo>
                    <a:pt x="19827" y="7280"/>
                  </a:lnTo>
                  <a:lnTo>
                    <a:pt x="20210" y="7136"/>
                  </a:lnTo>
                  <a:lnTo>
                    <a:pt x="20401" y="7060"/>
                  </a:lnTo>
                  <a:lnTo>
                    <a:pt x="20593" y="6974"/>
                  </a:lnTo>
                  <a:lnTo>
                    <a:pt x="20785" y="6878"/>
                  </a:lnTo>
                  <a:lnTo>
                    <a:pt x="20967" y="6782"/>
                  </a:lnTo>
                  <a:lnTo>
                    <a:pt x="21149" y="6677"/>
                  </a:lnTo>
                  <a:lnTo>
                    <a:pt x="21321" y="6571"/>
                  </a:lnTo>
                  <a:lnTo>
                    <a:pt x="21493" y="6456"/>
                  </a:lnTo>
                  <a:lnTo>
                    <a:pt x="21647" y="6322"/>
                  </a:lnTo>
                  <a:lnTo>
                    <a:pt x="21790" y="6198"/>
                  </a:lnTo>
                  <a:lnTo>
                    <a:pt x="21924" y="6054"/>
                  </a:lnTo>
                  <a:lnTo>
                    <a:pt x="22039" y="5910"/>
                  </a:lnTo>
                  <a:lnTo>
                    <a:pt x="22145" y="5757"/>
                  </a:lnTo>
                  <a:lnTo>
                    <a:pt x="22231" y="5594"/>
                  </a:lnTo>
                  <a:lnTo>
                    <a:pt x="22298" y="5422"/>
                  </a:lnTo>
                  <a:lnTo>
                    <a:pt x="22346" y="5240"/>
                  </a:lnTo>
                  <a:lnTo>
                    <a:pt x="22375" y="5058"/>
                  </a:lnTo>
                  <a:lnTo>
                    <a:pt x="22202" y="4943"/>
                  </a:lnTo>
                  <a:lnTo>
                    <a:pt x="21733" y="4627"/>
                  </a:lnTo>
                  <a:lnTo>
                    <a:pt x="21417" y="4397"/>
                  </a:lnTo>
                  <a:lnTo>
                    <a:pt x="21053" y="4139"/>
                  </a:lnTo>
                  <a:lnTo>
                    <a:pt x="20670" y="3851"/>
                  </a:lnTo>
                  <a:lnTo>
                    <a:pt x="20258" y="3535"/>
                  </a:lnTo>
                  <a:lnTo>
                    <a:pt x="19846" y="3190"/>
                  </a:lnTo>
                  <a:lnTo>
                    <a:pt x="19434" y="2836"/>
                  </a:lnTo>
                  <a:lnTo>
                    <a:pt x="19032" y="2462"/>
                  </a:lnTo>
                  <a:lnTo>
                    <a:pt x="18840" y="2271"/>
                  </a:lnTo>
                  <a:lnTo>
                    <a:pt x="18658" y="2089"/>
                  </a:lnTo>
                  <a:lnTo>
                    <a:pt x="18486" y="1897"/>
                  </a:lnTo>
                  <a:lnTo>
                    <a:pt x="18313" y="1706"/>
                  </a:lnTo>
                  <a:lnTo>
                    <a:pt x="18160" y="1514"/>
                  </a:lnTo>
                  <a:lnTo>
                    <a:pt x="18026" y="1323"/>
                  </a:lnTo>
                  <a:lnTo>
                    <a:pt x="17902" y="1131"/>
                  </a:lnTo>
                  <a:lnTo>
                    <a:pt x="17787" y="949"/>
                  </a:lnTo>
                  <a:lnTo>
                    <a:pt x="17691" y="767"/>
                  </a:lnTo>
                  <a:lnTo>
                    <a:pt x="17624" y="585"/>
                  </a:lnTo>
                  <a:lnTo>
                    <a:pt x="17518" y="556"/>
                  </a:lnTo>
                  <a:lnTo>
                    <a:pt x="17241" y="470"/>
                  </a:lnTo>
                  <a:lnTo>
                    <a:pt x="16800" y="355"/>
                  </a:lnTo>
                  <a:lnTo>
                    <a:pt x="16522" y="288"/>
                  </a:lnTo>
                  <a:lnTo>
                    <a:pt x="16225" y="231"/>
                  </a:lnTo>
                  <a:lnTo>
                    <a:pt x="15900" y="164"/>
                  </a:lnTo>
                  <a:lnTo>
                    <a:pt x="15545" y="116"/>
                  </a:lnTo>
                  <a:lnTo>
                    <a:pt x="15181" y="68"/>
                  </a:lnTo>
                  <a:lnTo>
                    <a:pt x="14798" y="30"/>
                  </a:lnTo>
                  <a:lnTo>
                    <a:pt x="14396" y="10"/>
                  </a:lnTo>
                  <a:lnTo>
                    <a:pt x="1398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14"/>
            <p:cNvSpPr/>
            <p:nvPr/>
          </p:nvSpPr>
          <p:spPr>
            <a:xfrm>
              <a:off x="4538982" y="2285041"/>
              <a:ext cx="25207" cy="21799"/>
            </a:xfrm>
            <a:custGeom>
              <a:rect b="b" l="l" r="r" t="t"/>
              <a:pathLst>
                <a:path extrusionOk="0" h="614" w="710">
                  <a:moveTo>
                    <a:pt x="144" y="1"/>
                  </a:moveTo>
                  <a:lnTo>
                    <a:pt x="1" y="413"/>
                  </a:lnTo>
                  <a:lnTo>
                    <a:pt x="566" y="614"/>
                  </a:lnTo>
                  <a:lnTo>
                    <a:pt x="710" y="211"/>
                  </a:lnTo>
                  <a:lnTo>
                    <a:pt x="14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3" name="Google Shape;293;p14"/>
          <p:cNvGrpSpPr/>
          <p:nvPr/>
        </p:nvGrpSpPr>
        <p:grpSpPr>
          <a:xfrm>
            <a:off x="6033350" y="1109875"/>
            <a:ext cx="2656702" cy="596100"/>
            <a:chOff x="6033350" y="1109875"/>
            <a:chExt cx="2656702" cy="596100"/>
          </a:xfrm>
        </p:grpSpPr>
        <p:sp>
          <p:nvSpPr>
            <p:cNvPr id="294" name="Google Shape;294;p14"/>
            <p:cNvSpPr txBox="1"/>
            <p:nvPr/>
          </p:nvSpPr>
          <p:spPr>
            <a:xfrm>
              <a:off x="6708852" y="1177363"/>
              <a:ext cx="19812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Steps </a:t>
              </a:r>
              <a:r>
                <a:rPr b="1" lang="en" sz="180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Clustering with k-means algorithm</a:t>
              </a:r>
              <a:endParaRPr b="1" sz="18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95" name="Google Shape;295;p14"/>
            <p:cNvSpPr/>
            <p:nvPr/>
          </p:nvSpPr>
          <p:spPr>
            <a:xfrm>
              <a:off x="6033350" y="1109875"/>
              <a:ext cx="596100" cy="5961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03</a:t>
              </a:r>
              <a:endParaRPr b="1" sz="180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296" name="Google Shape;296;p14"/>
          <p:cNvGrpSpPr/>
          <p:nvPr/>
        </p:nvGrpSpPr>
        <p:grpSpPr>
          <a:xfrm>
            <a:off x="3222311" y="2559361"/>
            <a:ext cx="2656704" cy="596100"/>
            <a:chOff x="3297248" y="4055023"/>
            <a:chExt cx="2656704" cy="596100"/>
          </a:xfrm>
        </p:grpSpPr>
        <p:sp>
          <p:nvSpPr>
            <p:cNvPr id="297" name="Google Shape;297;p14"/>
            <p:cNvSpPr txBox="1"/>
            <p:nvPr/>
          </p:nvSpPr>
          <p:spPr>
            <a:xfrm>
              <a:off x="3972752" y="4148571"/>
              <a:ext cx="19812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why did you choose unsupervised learning  ?</a:t>
              </a:r>
              <a:endParaRPr b="1" sz="18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98" name="Google Shape;298;p14"/>
            <p:cNvSpPr/>
            <p:nvPr/>
          </p:nvSpPr>
          <p:spPr>
            <a:xfrm>
              <a:off x="3297248" y="4055023"/>
              <a:ext cx="596100" cy="5961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02</a:t>
              </a:r>
              <a:endParaRPr sz="1800">
                <a:solidFill>
                  <a:schemeClr val="lt1"/>
                </a:solidFill>
              </a:endParaRPr>
            </a:p>
          </p:txBody>
        </p:sp>
      </p:grpSp>
      <p:grpSp>
        <p:nvGrpSpPr>
          <p:cNvPr id="299" name="Google Shape;299;p14"/>
          <p:cNvGrpSpPr/>
          <p:nvPr/>
        </p:nvGrpSpPr>
        <p:grpSpPr>
          <a:xfrm>
            <a:off x="6033350" y="2616950"/>
            <a:ext cx="2656690" cy="596100"/>
            <a:chOff x="6033350" y="2616950"/>
            <a:chExt cx="2656690" cy="596100"/>
          </a:xfrm>
        </p:grpSpPr>
        <p:sp>
          <p:nvSpPr>
            <p:cNvPr id="300" name="Google Shape;300;p14"/>
            <p:cNvSpPr txBox="1"/>
            <p:nvPr/>
          </p:nvSpPr>
          <p:spPr>
            <a:xfrm>
              <a:off x="6708840" y="2749090"/>
              <a:ext cx="19812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presentation of my code with </a:t>
              </a:r>
              <a:endParaRPr b="1" sz="18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301" name="Google Shape;301;p14"/>
            <p:cNvSpPr/>
            <p:nvPr/>
          </p:nvSpPr>
          <p:spPr>
            <a:xfrm>
              <a:off x="6033350" y="2616950"/>
              <a:ext cx="596100" cy="596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04</a:t>
              </a:r>
              <a:endParaRPr sz="1800">
                <a:solidFill>
                  <a:schemeClr val="lt1"/>
                </a:solidFill>
              </a:endParaRPr>
            </a:p>
          </p:txBody>
        </p:sp>
      </p:grpSp>
      <p:cxnSp>
        <p:nvCxnSpPr>
          <p:cNvPr id="302" name="Google Shape;302;p14"/>
          <p:cNvCxnSpPr>
            <a:stCxn id="233" idx="4"/>
            <a:endCxn id="303" idx="0"/>
          </p:cNvCxnSpPr>
          <p:nvPr/>
        </p:nvCxnSpPr>
        <p:spPr>
          <a:xfrm>
            <a:off x="3595299" y="1705974"/>
            <a:ext cx="0" cy="88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4" name="Google Shape;304;p14"/>
          <p:cNvCxnSpPr>
            <a:stCxn id="295" idx="4"/>
            <a:endCxn id="301" idx="0"/>
          </p:cNvCxnSpPr>
          <p:nvPr/>
        </p:nvCxnSpPr>
        <p:spPr>
          <a:xfrm>
            <a:off x="6331400" y="1705975"/>
            <a:ext cx="0" cy="91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5"/>
          <p:cNvSpPr/>
          <p:nvPr/>
        </p:nvSpPr>
        <p:spPr>
          <a:xfrm>
            <a:off x="6012650" y="1417275"/>
            <a:ext cx="2668500" cy="3200400"/>
          </a:xfrm>
          <a:prstGeom prst="rect">
            <a:avLst/>
          </a:prstGeom>
          <a:solidFill>
            <a:srgbClr val="EA4827">
              <a:alpha val="1254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5"/>
          <p:cNvSpPr/>
          <p:nvPr/>
        </p:nvSpPr>
        <p:spPr>
          <a:xfrm>
            <a:off x="3243725" y="1417275"/>
            <a:ext cx="2668500" cy="3200400"/>
          </a:xfrm>
          <a:prstGeom prst="rect">
            <a:avLst/>
          </a:prstGeom>
          <a:solidFill>
            <a:srgbClr val="E99B27">
              <a:alpha val="1254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5"/>
          <p:cNvSpPr/>
          <p:nvPr/>
        </p:nvSpPr>
        <p:spPr>
          <a:xfrm>
            <a:off x="474800" y="1417275"/>
            <a:ext cx="2668500" cy="3200400"/>
          </a:xfrm>
          <a:prstGeom prst="rect">
            <a:avLst/>
          </a:prstGeom>
          <a:solidFill>
            <a:srgbClr val="E4EA27">
              <a:alpha val="1254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5"/>
          <p:cNvSpPr txBox="1"/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1 - T</a:t>
            </a:r>
            <a:r>
              <a:rPr lang="en" sz="1800"/>
              <a:t>ype of machine learning</a:t>
            </a:r>
            <a:endParaRPr/>
          </a:p>
        </p:txBody>
      </p:sp>
      <p:sp>
        <p:nvSpPr>
          <p:cNvPr id="313" name="Google Shape;313;p15"/>
          <p:cNvSpPr/>
          <p:nvPr/>
        </p:nvSpPr>
        <p:spPr>
          <a:xfrm>
            <a:off x="474800" y="1147800"/>
            <a:ext cx="2668500" cy="5607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5"/>
          <p:cNvSpPr/>
          <p:nvPr/>
        </p:nvSpPr>
        <p:spPr>
          <a:xfrm>
            <a:off x="3243713" y="1147800"/>
            <a:ext cx="2668500" cy="560700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5"/>
          <p:cNvSpPr/>
          <p:nvPr/>
        </p:nvSpPr>
        <p:spPr>
          <a:xfrm>
            <a:off x="6012638" y="1147800"/>
            <a:ext cx="2668500" cy="560700"/>
          </a:xfrm>
          <a:prstGeom prst="roundRect">
            <a:avLst>
              <a:gd fmla="val 500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6" name="Google Shape;316;p15"/>
          <p:cNvGrpSpPr/>
          <p:nvPr/>
        </p:nvGrpSpPr>
        <p:grpSpPr>
          <a:xfrm>
            <a:off x="6214775" y="1262175"/>
            <a:ext cx="2252287" cy="1816550"/>
            <a:chOff x="6214775" y="1376475"/>
            <a:chExt cx="2252287" cy="1816550"/>
          </a:xfrm>
        </p:grpSpPr>
        <p:sp>
          <p:nvSpPr>
            <p:cNvPr id="317" name="Google Shape;317;p15"/>
            <p:cNvSpPr txBox="1"/>
            <p:nvPr/>
          </p:nvSpPr>
          <p:spPr>
            <a:xfrm>
              <a:off x="6226661" y="1376475"/>
              <a:ext cx="22404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Reinforcement</a:t>
              </a:r>
              <a:r>
                <a:rPr b="1" lang="en" sz="180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 learning</a:t>
              </a:r>
              <a:endParaRPr b="1" sz="180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318" name="Google Shape;318;p15"/>
            <p:cNvSpPr txBox="1"/>
            <p:nvPr/>
          </p:nvSpPr>
          <p:spPr>
            <a:xfrm>
              <a:off x="6214775" y="2059625"/>
              <a:ext cx="2240400" cy="11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-317500" lvl="0" marL="320040" rtl="0" algn="l">
                <a:spcBef>
                  <a:spcPts val="0"/>
                </a:spcBef>
                <a:spcAft>
                  <a:spcPts val="0"/>
                </a:spcAft>
                <a:buSzPts val="1400"/>
                <a:buFont typeface="Roboto"/>
                <a:buChar char="●"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Reinforcement learning involves learning through interaction with an environment, where the algorithm learns to take actions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19" name="Google Shape;319;p15"/>
          <p:cNvGrpSpPr/>
          <p:nvPr/>
        </p:nvGrpSpPr>
        <p:grpSpPr>
          <a:xfrm>
            <a:off x="688824" y="1262175"/>
            <a:ext cx="2252351" cy="1816550"/>
            <a:chOff x="688824" y="1376475"/>
            <a:chExt cx="2252351" cy="1816550"/>
          </a:xfrm>
        </p:grpSpPr>
        <p:sp>
          <p:nvSpPr>
            <p:cNvPr id="320" name="Google Shape;320;p15"/>
            <p:cNvSpPr txBox="1"/>
            <p:nvPr/>
          </p:nvSpPr>
          <p:spPr>
            <a:xfrm>
              <a:off x="688824" y="1376475"/>
              <a:ext cx="22404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Supervised learning</a:t>
              </a:r>
              <a:endParaRPr b="1" sz="180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321" name="Google Shape;321;p15"/>
            <p:cNvSpPr txBox="1"/>
            <p:nvPr/>
          </p:nvSpPr>
          <p:spPr>
            <a:xfrm>
              <a:off x="700775" y="2059625"/>
              <a:ext cx="2240400" cy="11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-317500" lvl="0" marL="320040" rtl="0" algn="l">
                <a:spcBef>
                  <a:spcPts val="0"/>
                </a:spcBef>
                <a:spcAft>
                  <a:spcPts val="0"/>
                </a:spcAft>
                <a:buSzPts val="1400"/>
                <a:buFont typeface="Roboto"/>
                <a:buChar char="●"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Supervised learning involves learning from labeled (etiquette) data, where the algorithm is trained on a dataset that includes both input variables x input y output .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22" name="Google Shape;322;p15"/>
          <p:cNvGrpSpPr/>
          <p:nvPr/>
        </p:nvGrpSpPr>
        <p:grpSpPr>
          <a:xfrm>
            <a:off x="3451825" y="1262175"/>
            <a:ext cx="2246312" cy="1770050"/>
            <a:chOff x="3451825" y="1376475"/>
            <a:chExt cx="2246312" cy="1770050"/>
          </a:xfrm>
        </p:grpSpPr>
        <p:sp>
          <p:nvSpPr>
            <p:cNvPr id="323" name="Google Shape;323;p15"/>
            <p:cNvSpPr txBox="1"/>
            <p:nvPr/>
          </p:nvSpPr>
          <p:spPr>
            <a:xfrm>
              <a:off x="3457736" y="1376475"/>
              <a:ext cx="22404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Uns</a:t>
              </a:r>
              <a:r>
                <a:rPr b="1" lang="en" sz="180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upervised learning</a:t>
              </a:r>
              <a:endParaRPr b="1" sz="180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324" name="Google Shape;324;p15"/>
            <p:cNvSpPr txBox="1"/>
            <p:nvPr/>
          </p:nvSpPr>
          <p:spPr>
            <a:xfrm>
              <a:off x="3451825" y="2013125"/>
              <a:ext cx="2240400" cy="11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-317500" lvl="0" marL="320040" rtl="0" algn="l">
                <a:spcBef>
                  <a:spcPts val="0"/>
                </a:spcBef>
                <a:spcAft>
                  <a:spcPts val="0"/>
                </a:spcAft>
                <a:buSzPts val="1400"/>
                <a:buFont typeface="Roboto"/>
                <a:buChar char="●"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Unsupervised learning involves learning from unlabeled data, where the algorithm is trained on a dataset that only includes input variables. The goal is to discover patterns, relationship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6"/>
          <p:cNvSpPr/>
          <p:nvPr/>
        </p:nvSpPr>
        <p:spPr>
          <a:xfrm>
            <a:off x="3543300" y="1162050"/>
            <a:ext cx="2057400" cy="1341900"/>
          </a:xfrm>
          <a:prstGeom prst="roundRect">
            <a:avLst>
              <a:gd fmla="val 16667" name="adj"/>
            </a:avLst>
          </a:prstGeom>
          <a:solidFill>
            <a:srgbClr val="E99B27">
              <a:alpha val="1254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6"/>
          <p:cNvSpPr/>
          <p:nvPr/>
        </p:nvSpPr>
        <p:spPr>
          <a:xfrm>
            <a:off x="6731475" y="2138650"/>
            <a:ext cx="1994100" cy="1665900"/>
          </a:xfrm>
          <a:prstGeom prst="roundRect">
            <a:avLst>
              <a:gd fmla="val 16667" name="adj"/>
            </a:avLst>
          </a:prstGeom>
          <a:solidFill>
            <a:srgbClr val="EA4827">
              <a:alpha val="1254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6"/>
          <p:cNvSpPr/>
          <p:nvPr/>
        </p:nvSpPr>
        <p:spPr>
          <a:xfrm>
            <a:off x="466725" y="1162050"/>
            <a:ext cx="2057400" cy="1260000"/>
          </a:xfrm>
          <a:prstGeom prst="roundRect">
            <a:avLst>
              <a:gd fmla="val 16667" name="adj"/>
            </a:avLst>
          </a:prstGeom>
          <a:solidFill>
            <a:srgbClr val="E4EA27">
              <a:alpha val="1254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6"/>
          <p:cNvSpPr txBox="1"/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2. </a:t>
            </a:r>
            <a:r>
              <a:rPr lang="en" sz="1800"/>
              <a:t>why did you choose unsupervised learning  ?</a:t>
            </a:r>
            <a:endParaRPr/>
          </a:p>
        </p:txBody>
      </p:sp>
      <p:grpSp>
        <p:nvGrpSpPr>
          <p:cNvPr id="333" name="Google Shape;333;p16"/>
          <p:cNvGrpSpPr/>
          <p:nvPr/>
        </p:nvGrpSpPr>
        <p:grpSpPr>
          <a:xfrm>
            <a:off x="3543300" y="934075"/>
            <a:ext cx="2057400" cy="742225"/>
            <a:chOff x="3543300" y="934075"/>
            <a:chExt cx="2057400" cy="742225"/>
          </a:xfrm>
        </p:grpSpPr>
        <p:sp>
          <p:nvSpPr>
            <p:cNvPr id="334" name="Google Shape;334;p16"/>
            <p:cNvSpPr/>
            <p:nvPr/>
          </p:nvSpPr>
          <p:spPr>
            <a:xfrm>
              <a:off x="4302675" y="934075"/>
              <a:ext cx="519600" cy="371400"/>
            </a:xfrm>
            <a:prstGeom prst="roundRect">
              <a:avLst>
                <a:gd fmla="val 16667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02</a:t>
              </a:r>
              <a:endParaRPr b="1" sz="180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335" name="Google Shape;335;p16"/>
            <p:cNvSpPr txBox="1"/>
            <p:nvPr/>
          </p:nvSpPr>
          <p:spPr>
            <a:xfrm>
              <a:off x="3543300" y="1344500"/>
              <a:ext cx="20574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Exploration of Data</a:t>
              </a:r>
              <a:endParaRPr b="1" sz="18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336" name="Google Shape;336;p16"/>
          <p:cNvGrpSpPr/>
          <p:nvPr/>
        </p:nvGrpSpPr>
        <p:grpSpPr>
          <a:xfrm>
            <a:off x="466726" y="1352338"/>
            <a:ext cx="2057400" cy="1083825"/>
            <a:chOff x="457201" y="934075"/>
            <a:chExt cx="2057400" cy="1083825"/>
          </a:xfrm>
        </p:grpSpPr>
        <p:sp>
          <p:nvSpPr>
            <p:cNvPr id="337" name="Google Shape;337;p16"/>
            <p:cNvSpPr txBox="1"/>
            <p:nvPr/>
          </p:nvSpPr>
          <p:spPr>
            <a:xfrm>
              <a:off x="457201" y="1344500"/>
              <a:ext cx="20574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BigData</a:t>
              </a:r>
              <a:endParaRPr b="1" sz="18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338" name="Google Shape;338;p16"/>
            <p:cNvSpPr txBox="1"/>
            <p:nvPr/>
          </p:nvSpPr>
          <p:spPr>
            <a:xfrm>
              <a:off x="457201" y="1686100"/>
              <a:ext cx="20574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39" name="Google Shape;339;p16"/>
            <p:cNvSpPr/>
            <p:nvPr/>
          </p:nvSpPr>
          <p:spPr>
            <a:xfrm>
              <a:off x="1226100" y="934075"/>
              <a:ext cx="519600" cy="3714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01</a:t>
              </a:r>
              <a:endParaRPr b="1" sz="180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sp>
        <p:nvSpPr>
          <p:cNvPr id="340" name="Google Shape;340;p16"/>
          <p:cNvSpPr/>
          <p:nvPr/>
        </p:nvSpPr>
        <p:spPr>
          <a:xfrm>
            <a:off x="466725" y="3363800"/>
            <a:ext cx="2057400" cy="1341900"/>
          </a:xfrm>
          <a:prstGeom prst="roundRect">
            <a:avLst>
              <a:gd fmla="val 16667" name="adj"/>
            </a:avLst>
          </a:prstGeom>
          <a:solidFill>
            <a:srgbClr val="8027EA">
              <a:alpha val="1254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</a:t>
            </a:r>
            <a:r>
              <a:rPr lang="en"/>
              <a:t>type</a:t>
            </a:r>
            <a:r>
              <a:rPr lang="en"/>
              <a:t> </a:t>
            </a:r>
            <a:r>
              <a:rPr lang="en"/>
              <a:t>solution</a:t>
            </a:r>
            <a:r>
              <a:rPr lang="en"/>
              <a:t> when we not have access to labeled data</a:t>
            </a:r>
            <a:endParaRPr/>
          </a:p>
        </p:txBody>
      </p:sp>
      <p:sp>
        <p:nvSpPr>
          <p:cNvPr id="341" name="Google Shape;341;p16"/>
          <p:cNvSpPr txBox="1"/>
          <p:nvPr/>
        </p:nvSpPr>
        <p:spPr>
          <a:xfrm>
            <a:off x="6741000" y="3068263"/>
            <a:ext cx="20574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detect data points that are significantly different from the rest of the data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342" name="Google Shape;342;p16"/>
          <p:cNvGrpSpPr/>
          <p:nvPr/>
        </p:nvGrpSpPr>
        <p:grpSpPr>
          <a:xfrm>
            <a:off x="410926" y="3089350"/>
            <a:ext cx="2057400" cy="703200"/>
            <a:chOff x="410926" y="3089350"/>
            <a:chExt cx="2057400" cy="703200"/>
          </a:xfrm>
        </p:grpSpPr>
        <p:sp>
          <p:nvSpPr>
            <p:cNvPr id="343" name="Google Shape;343;p16"/>
            <p:cNvSpPr txBox="1"/>
            <p:nvPr/>
          </p:nvSpPr>
          <p:spPr>
            <a:xfrm>
              <a:off x="410926" y="3460750"/>
              <a:ext cx="20574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No Labeled Data</a:t>
              </a:r>
              <a:endParaRPr b="1" sz="18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344" name="Google Shape;344;p16"/>
            <p:cNvSpPr/>
            <p:nvPr/>
          </p:nvSpPr>
          <p:spPr>
            <a:xfrm>
              <a:off x="1235625" y="3089350"/>
              <a:ext cx="519600" cy="371400"/>
            </a:xfrm>
            <a:prstGeom prst="roundRect">
              <a:avLst>
                <a:gd fmla="val 16667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04</a:t>
              </a:r>
              <a:endParaRPr b="1" sz="180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345" name="Google Shape;345;p16"/>
          <p:cNvGrpSpPr/>
          <p:nvPr/>
        </p:nvGrpSpPr>
        <p:grpSpPr>
          <a:xfrm>
            <a:off x="3343480" y="2722695"/>
            <a:ext cx="2512835" cy="2288458"/>
            <a:chOff x="3124753" y="2097067"/>
            <a:chExt cx="2904005" cy="2684408"/>
          </a:xfrm>
        </p:grpSpPr>
        <p:sp>
          <p:nvSpPr>
            <p:cNvPr id="346" name="Google Shape;346;p16"/>
            <p:cNvSpPr/>
            <p:nvPr/>
          </p:nvSpPr>
          <p:spPr>
            <a:xfrm>
              <a:off x="3938625" y="4524375"/>
              <a:ext cx="1247700" cy="257100"/>
            </a:xfrm>
            <a:prstGeom prst="ellipse">
              <a:avLst/>
            </a:prstGeom>
            <a:solidFill>
              <a:srgbClr val="666666">
                <a:alpha val="12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47" name="Google Shape;347;p16"/>
            <p:cNvGrpSpPr/>
            <p:nvPr/>
          </p:nvGrpSpPr>
          <p:grpSpPr>
            <a:xfrm>
              <a:off x="3124761" y="2266506"/>
              <a:ext cx="1173544" cy="1038290"/>
              <a:chOff x="3039603" y="2097081"/>
              <a:chExt cx="1372888" cy="1214659"/>
            </a:xfrm>
          </p:grpSpPr>
          <p:sp>
            <p:nvSpPr>
              <p:cNvPr id="348" name="Google Shape;348;p16"/>
              <p:cNvSpPr/>
              <p:nvPr/>
            </p:nvSpPr>
            <p:spPr>
              <a:xfrm>
                <a:off x="3039603" y="2097081"/>
                <a:ext cx="1372888" cy="1214659"/>
              </a:xfrm>
              <a:custGeom>
                <a:rect b="b" l="l" r="r" t="t"/>
                <a:pathLst>
                  <a:path extrusionOk="0" h="67669" w="76484">
                    <a:moveTo>
                      <a:pt x="0" y="1"/>
                    </a:moveTo>
                    <a:lnTo>
                      <a:pt x="0" y="67668"/>
                    </a:lnTo>
                    <a:lnTo>
                      <a:pt x="76484" y="67668"/>
                    </a:lnTo>
                    <a:lnTo>
                      <a:pt x="7648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9" name="Google Shape;349;p16"/>
              <p:cNvSpPr/>
              <p:nvPr/>
            </p:nvSpPr>
            <p:spPr>
              <a:xfrm>
                <a:off x="3527987" y="2179974"/>
                <a:ext cx="797142" cy="317212"/>
              </a:xfrm>
              <a:custGeom>
                <a:rect b="b" l="l" r="r" t="t"/>
                <a:pathLst>
                  <a:path extrusionOk="0" h="17672" w="44409">
                    <a:moveTo>
                      <a:pt x="565" y="0"/>
                    </a:moveTo>
                    <a:lnTo>
                      <a:pt x="447" y="14"/>
                    </a:lnTo>
                    <a:lnTo>
                      <a:pt x="342" y="53"/>
                    </a:lnTo>
                    <a:lnTo>
                      <a:pt x="250" y="105"/>
                    </a:lnTo>
                    <a:lnTo>
                      <a:pt x="171" y="171"/>
                    </a:lnTo>
                    <a:lnTo>
                      <a:pt x="106" y="250"/>
                    </a:lnTo>
                    <a:lnTo>
                      <a:pt x="53" y="342"/>
                    </a:lnTo>
                    <a:lnTo>
                      <a:pt x="14" y="447"/>
                    </a:lnTo>
                    <a:lnTo>
                      <a:pt x="1" y="565"/>
                    </a:lnTo>
                    <a:lnTo>
                      <a:pt x="1" y="17121"/>
                    </a:lnTo>
                    <a:lnTo>
                      <a:pt x="14" y="17226"/>
                    </a:lnTo>
                    <a:lnTo>
                      <a:pt x="53" y="17331"/>
                    </a:lnTo>
                    <a:lnTo>
                      <a:pt x="106" y="17423"/>
                    </a:lnTo>
                    <a:lnTo>
                      <a:pt x="171" y="17514"/>
                    </a:lnTo>
                    <a:lnTo>
                      <a:pt x="250" y="17580"/>
                    </a:lnTo>
                    <a:lnTo>
                      <a:pt x="342" y="17632"/>
                    </a:lnTo>
                    <a:lnTo>
                      <a:pt x="447" y="17659"/>
                    </a:lnTo>
                    <a:lnTo>
                      <a:pt x="565" y="17672"/>
                    </a:lnTo>
                    <a:lnTo>
                      <a:pt x="43844" y="17672"/>
                    </a:lnTo>
                    <a:lnTo>
                      <a:pt x="43962" y="17659"/>
                    </a:lnTo>
                    <a:lnTo>
                      <a:pt x="44067" y="17632"/>
                    </a:lnTo>
                    <a:lnTo>
                      <a:pt x="44159" y="17580"/>
                    </a:lnTo>
                    <a:lnTo>
                      <a:pt x="44238" y="17514"/>
                    </a:lnTo>
                    <a:lnTo>
                      <a:pt x="44317" y="17423"/>
                    </a:lnTo>
                    <a:lnTo>
                      <a:pt x="44356" y="17331"/>
                    </a:lnTo>
                    <a:lnTo>
                      <a:pt x="44395" y="17226"/>
                    </a:lnTo>
                    <a:lnTo>
                      <a:pt x="44408" y="17121"/>
                    </a:lnTo>
                    <a:lnTo>
                      <a:pt x="44408" y="565"/>
                    </a:lnTo>
                    <a:lnTo>
                      <a:pt x="44395" y="447"/>
                    </a:lnTo>
                    <a:lnTo>
                      <a:pt x="44356" y="342"/>
                    </a:lnTo>
                    <a:lnTo>
                      <a:pt x="44317" y="250"/>
                    </a:lnTo>
                    <a:lnTo>
                      <a:pt x="44238" y="171"/>
                    </a:lnTo>
                    <a:lnTo>
                      <a:pt x="44159" y="105"/>
                    </a:lnTo>
                    <a:lnTo>
                      <a:pt x="44067" y="53"/>
                    </a:lnTo>
                    <a:lnTo>
                      <a:pt x="43962" y="14"/>
                    </a:lnTo>
                    <a:lnTo>
                      <a:pt x="4384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" name="Google Shape;350;p16"/>
              <p:cNvSpPr/>
              <p:nvPr/>
            </p:nvSpPr>
            <p:spPr>
              <a:xfrm>
                <a:off x="3557425" y="2204943"/>
                <a:ext cx="214538" cy="33441"/>
              </a:xfrm>
              <a:custGeom>
                <a:rect b="b" l="l" r="r" t="t"/>
                <a:pathLst>
                  <a:path extrusionOk="0" h="1863" w="11952">
                    <a:moveTo>
                      <a:pt x="1" y="0"/>
                    </a:moveTo>
                    <a:lnTo>
                      <a:pt x="1" y="1863"/>
                    </a:lnTo>
                    <a:lnTo>
                      <a:pt x="11952" y="1863"/>
                    </a:lnTo>
                    <a:lnTo>
                      <a:pt x="1195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" name="Google Shape;351;p16"/>
              <p:cNvSpPr/>
              <p:nvPr/>
            </p:nvSpPr>
            <p:spPr>
              <a:xfrm>
                <a:off x="3557425" y="2256746"/>
                <a:ext cx="214538" cy="16729"/>
              </a:xfrm>
              <a:custGeom>
                <a:rect b="b" l="l" r="r" t="t"/>
                <a:pathLst>
                  <a:path extrusionOk="0" h="932" w="11952">
                    <a:moveTo>
                      <a:pt x="1" y="0"/>
                    </a:moveTo>
                    <a:lnTo>
                      <a:pt x="1" y="932"/>
                    </a:lnTo>
                    <a:lnTo>
                      <a:pt x="11952" y="932"/>
                    </a:lnTo>
                    <a:lnTo>
                      <a:pt x="1195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" name="Google Shape;352;p16"/>
              <p:cNvSpPr/>
              <p:nvPr/>
            </p:nvSpPr>
            <p:spPr>
              <a:xfrm>
                <a:off x="3557425" y="2310435"/>
                <a:ext cx="721303" cy="162035"/>
              </a:xfrm>
              <a:custGeom>
                <a:rect b="b" l="l" r="r" t="t"/>
                <a:pathLst>
                  <a:path extrusionOk="0" h="9027" w="40184">
                    <a:moveTo>
                      <a:pt x="1" y="0"/>
                    </a:moveTo>
                    <a:lnTo>
                      <a:pt x="1" y="9026"/>
                    </a:lnTo>
                    <a:lnTo>
                      <a:pt x="40184" y="9026"/>
                    </a:lnTo>
                    <a:lnTo>
                      <a:pt x="401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" name="Google Shape;353;p16"/>
              <p:cNvSpPr/>
              <p:nvPr/>
            </p:nvSpPr>
            <p:spPr>
              <a:xfrm>
                <a:off x="3527987" y="2544270"/>
                <a:ext cx="797142" cy="317212"/>
              </a:xfrm>
              <a:custGeom>
                <a:rect b="b" l="l" r="r" t="t"/>
                <a:pathLst>
                  <a:path extrusionOk="0" h="17672" w="44409">
                    <a:moveTo>
                      <a:pt x="565" y="1"/>
                    </a:moveTo>
                    <a:lnTo>
                      <a:pt x="447" y="14"/>
                    </a:lnTo>
                    <a:lnTo>
                      <a:pt x="342" y="40"/>
                    </a:lnTo>
                    <a:lnTo>
                      <a:pt x="250" y="92"/>
                    </a:lnTo>
                    <a:lnTo>
                      <a:pt x="171" y="158"/>
                    </a:lnTo>
                    <a:lnTo>
                      <a:pt x="106" y="250"/>
                    </a:lnTo>
                    <a:lnTo>
                      <a:pt x="53" y="342"/>
                    </a:lnTo>
                    <a:lnTo>
                      <a:pt x="14" y="447"/>
                    </a:lnTo>
                    <a:lnTo>
                      <a:pt x="1" y="552"/>
                    </a:lnTo>
                    <a:lnTo>
                      <a:pt x="1" y="17108"/>
                    </a:lnTo>
                    <a:lnTo>
                      <a:pt x="14" y="17226"/>
                    </a:lnTo>
                    <a:lnTo>
                      <a:pt x="53" y="17331"/>
                    </a:lnTo>
                    <a:lnTo>
                      <a:pt x="106" y="17423"/>
                    </a:lnTo>
                    <a:lnTo>
                      <a:pt x="171" y="17501"/>
                    </a:lnTo>
                    <a:lnTo>
                      <a:pt x="250" y="17580"/>
                    </a:lnTo>
                    <a:lnTo>
                      <a:pt x="342" y="17619"/>
                    </a:lnTo>
                    <a:lnTo>
                      <a:pt x="447" y="17659"/>
                    </a:lnTo>
                    <a:lnTo>
                      <a:pt x="565" y="17672"/>
                    </a:lnTo>
                    <a:lnTo>
                      <a:pt x="43844" y="17672"/>
                    </a:lnTo>
                    <a:lnTo>
                      <a:pt x="43962" y="17659"/>
                    </a:lnTo>
                    <a:lnTo>
                      <a:pt x="44067" y="17619"/>
                    </a:lnTo>
                    <a:lnTo>
                      <a:pt x="44159" y="17580"/>
                    </a:lnTo>
                    <a:lnTo>
                      <a:pt x="44238" y="17501"/>
                    </a:lnTo>
                    <a:lnTo>
                      <a:pt x="44317" y="17423"/>
                    </a:lnTo>
                    <a:lnTo>
                      <a:pt x="44356" y="17331"/>
                    </a:lnTo>
                    <a:lnTo>
                      <a:pt x="44395" y="17226"/>
                    </a:lnTo>
                    <a:lnTo>
                      <a:pt x="44408" y="17108"/>
                    </a:lnTo>
                    <a:lnTo>
                      <a:pt x="44408" y="552"/>
                    </a:lnTo>
                    <a:lnTo>
                      <a:pt x="44395" y="447"/>
                    </a:lnTo>
                    <a:lnTo>
                      <a:pt x="44356" y="342"/>
                    </a:lnTo>
                    <a:lnTo>
                      <a:pt x="44317" y="250"/>
                    </a:lnTo>
                    <a:lnTo>
                      <a:pt x="44238" y="158"/>
                    </a:lnTo>
                    <a:lnTo>
                      <a:pt x="44159" y="92"/>
                    </a:lnTo>
                    <a:lnTo>
                      <a:pt x="44067" y="40"/>
                    </a:lnTo>
                    <a:lnTo>
                      <a:pt x="43962" y="14"/>
                    </a:lnTo>
                    <a:lnTo>
                      <a:pt x="43844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" name="Google Shape;354;p16"/>
              <p:cNvSpPr/>
              <p:nvPr/>
            </p:nvSpPr>
            <p:spPr>
              <a:xfrm>
                <a:off x="3557425" y="2569005"/>
                <a:ext cx="214538" cy="33441"/>
              </a:xfrm>
              <a:custGeom>
                <a:rect b="b" l="l" r="r" t="t"/>
                <a:pathLst>
                  <a:path extrusionOk="0" h="1863" w="11952">
                    <a:moveTo>
                      <a:pt x="1" y="0"/>
                    </a:moveTo>
                    <a:lnTo>
                      <a:pt x="1" y="1863"/>
                    </a:lnTo>
                    <a:lnTo>
                      <a:pt x="11952" y="1863"/>
                    </a:lnTo>
                    <a:lnTo>
                      <a:pt x="1195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" name="Google Shape;355;p16"/>
              <p:cNvSpPr/>
              <p:nvPr/>
            </p:nvSpPr>
            <p:spPr>
              <a:xfrm>
                <a:off x="3557425" y="2620808"/>
                <a:ext cx="214538" cy="16729"/>
              </a:xfrm>
              <a:custGeom>
                <a:rect b="b" l="l" r="r" t="t"/>
                <a:pathLst>
                  <a:path extrusionOk="0" h="932" w="11952">
                    <a:moveTo>
                      <a:pt x="1" y="0"/>
                    </a:moveTo>
                    <a:lnTo>
                      <a:pt x="1" y="932"/>
                    </a:lnTo>
                    <a:lnTo>
                      <a:pt x="11952" y="932"/>
                    </a:lnTo>
                    <a:lnTo>
                      <a:pt x="1195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" name="Google Shape;356;p16"/>
              <p:cNvSpPr/>
              <p:nvPr/>
            </p:nvSpPr>
            <p:spPr>
              <a:xfrm>
                <a:off x="3557425" y="2674730"/>
                <a:ext cx="721303" cy="161801"/>
              </a:xfrm>
              <a:custGeom>
                <a:rect b="b" l="l" r="r" t="t"/>
                <a:pathLst>
                  <a:path extrusionOk="0" h="9014" w="40184">
                    <a:moveTo>
                      <a:pt x="1" y="1"/>
                    </a:moveTo>
                    <a:lnTo>
                      <a:pt x="1" y="9013"/>
                    </a:lnTo>
                    <a:lnTo>
                      <a:pt x="40184" y="9013"/>
                    </a:lnTo>
                    <a:lnTo>
                      <a:pt x="4018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" name="Google Shape;357;p16"/>
              <p:cNvSpPr/>
              <p:nvPr/>
            </p:nvSpPr>
            <p:spPr>
              <a:xfrm>
                <a:off x="3527987" y="2908565"/>
                <a:ext cx="797142" cy="316979"/>
              </a:xfrm>
              <a:custGeom>
                <a:rect b="b" l="l" r="r" t="t"/>
                <a:pathLst>
                  <a:path extrusionOk="0" h="17659" w="44409">
                    <a:moveTo>
                      <a:pt x="565" y="1"/>
                    </a:moveTo>
                    <a:lnTo>
                      <a:pt x="447" y="14"/>
                    </a:lnTo>
                    <a:lnTo>
                      <a:pt x="342" y="40"/>
                    </a:lnTo>
                    <a:lnTo>
                      <a:pt x="250" y="93"/>
                    </a:lnTo>
                    <a:lnTo>
                      <a:pt x="171" y="158"/>
                    </a:lnTo>
                    <a:lnTo>
                      <a:pt x="106" y="237"/>
                    </a:lnTo>
                    <a:lnTo>
                      <a:pt x="53" y="342"/>
                    </a:lnTo>
                    <a:lnTo>
                      <a:pt x="14" y="434"/>
                    </a:lnTo>
                    <a:lnTo>
                      <a:pt x="1" y="552"/>
                    </a:lnTo>
                    <a:lnTo>
                      <a:pt x="1" y="17108"/>
                    </a:lnTo>
                    <a:lnTo>
                      <a:pt x="14" y="17226"/>
                    </a:lnTo>
                    <a:lnTo>
                      <a:pt x="53" y="17331"/>
                    </a:lnTo>
                    <a:lnTo>
                      <a:pt x="106" y="17423"/>
                    </a:lnTo>
                    <a:lnTo>
                      <a:pt x="171" y="17501"/>
                    </a:lnTo>
                    <a:lnTo>
                      <a:pt x="250" y="17567"/>
                    </a:lnTo>
                    <a:lnTo>
                      <a:pt x="342" y="17620"/>
                    </a:lnTo>
                    <a:lnTo>
                      <a:pt x="447" y="17659"/>
                    </a:lnTo>
                    <a:lnTo>
                      <a:pt x="43962" y="17659"/>
                    </a:lnTo>
                    <a:lnTo>
                      <a:pt x="44067" y="17620"/>
                    </a:lnTo>
                    <a:lnTo>
                      <a:pt x="44159" y="17567"/>
                    </a:lnTo>
                    <a:lnTo>
                      <a:pt x="44238" y="17501"/>
                    </a:lnTo>
                    <a:lnTo>
                      <a:pt x="44317" y="17423"/>
                    </a:lnTo>
                    <a:lnTo>
                      <a:pt x="44356" y="17331"/>
                    </a:lnTo>
                    <a:lnTo>
                      <a:pt x="44395" y="17226"/>
                    </a:lnTo>
                    <a:lnTo>
                      <a:pt x="44408" y="17108"/>
                    </a:lnTo>
                    <a:lnTo>
                      <a:pt x="44408" y="552"/>
                    </a:lnTo>
                    <a:lnTo>
                      <a:pt x="44395" y="434"/>
                    </a:lnTo>
                    <a:lnTo>
                      <a:pt x="44356" y="342"/>
                    </a:lnTo>
                    <a:lnTo>
                      <a:pt x="44317" y="237"/>
                    </a:lnTo>
                    <a:lnTo>
                      <a:pt x="44238" y="158"/>
                    </a:lnTo>
                    <a:lnTo>
                      <a:pt x="44159" y="93"/>
                    </a:lnTo>
                    <a:lnTo>
                      <a:pt x="44067" y="40"/>
                    </a:lnTo>
                    <a:lnTo>
                      <a:pt x="43962" y="14"/>
                    </a:lnTo>
                    <a:lnTo>
                      <a:pt x="43844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" name="Google Shape;358;p16"/>
              <p:cNvSpPr/>
              <p:nvPr/>
            </p:nvSpPr>
            <p:spPr>
              <a:xfrm>
                <a:off x="3557425" y="2933300"/>
                <a:ext cx="214538" cy="33459"/>
              </a:xfrm>
              <a:custGeom>
                <a:rect b="b" l="l" r="r" t="t"/>
                <a:pathLst>
                  <a:path extrusionOk="0" h="1864" w="11952">
                    <a:moveTo>
                      <a:pt x="1" y="0"/>
                    </a:moveTo>
                    <a:lnTo>
                      <a:pt x="1" y="1863"/>
                    </a:lnTo>
                    <a:lnTo>
                      <a:pt x="11952" y="1863"/>
                    </a:lnTo>
                    <a:lnTo>
                      <a:pt x="1195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" name="Google Shape;359;p16"/>
              <p:cNvSpPr/>
              <p:nvPr/>
            </p:nvSpPr>
            <p:spPr>
              <a:xfrm>
                <a:off x="3557425" y="2985104"/>
                <a:ext cx="214538" cy="16729"/>
              </a:xfrm>
              <a:custGeom>
                <a:rect b="b" l="l" r="r" t="t"/>
                <a:pathLst>
                  <a:path extrusionOk="0" h="932" w="11952">
                    <a:moveTo>
                      <a:pt x="1" y="0"/>
                    </a:moveTo>
                    <a:lnTo>
                      <a:pt x="1" y="932"/>
                    </a:lnTo>
                    <a:lnTo>
                      <a:pt x="11952" y="932"/>
                    </a:lnTo>
                    <a:lnTo>
                      <a:pt x="1195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" name="Google Shape;360;p16"/>
              <p:cNvSpPr/>
              <p:nvPr/>
            </p:nvSpPr>
            <p:spPr>
              <a:xfrm>
                <a:off x="3557425" y="3038792"/>
                <a:ext cx="721303" cy="162035"/>
              </a:xfrm>
              <a:custGeom>
                <a:rect b="b" l="l" r="r" t="t"/>
                <a:pathLst>
                  <a:path extrusionOk="0" h="9027" w="40184">
                    <a:moveTo>
                      <a:pt x="1" y="1"/>
                    </a:moveTo>
                    <a:lnTo>
                      <a:pt x="1" y="9026"/>
                    </a:lnTo>
                    <a:lnTo>
                      <a:pt x="40184" y="9026"/>
                    </a:lnTo>
                    <a:lnTo>
                      <a:pt x="4018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" name="Google Shape;361;p16"/>
              <p:cNvSpPr/>
              <p:nvPr/>
            </p:nvSpPr>
            <p:spPr>
              <a:xfrm>
                <a:off x="3294386" y="2851825"/>
                <a:ext cx="107395" cy="48285"/>
              </a:xfrm>
              <a:custGeom>
                <a:rect b="b" l="l" r="r" t="t"/>
                <a:pathLst>
                  <a:path extrusionOk="0" h="2690" w="5983">
                    <a:moveTo>
                      <a:pt x="1339" y="0"/>
                    </a:moveTo>
                    <a:lnTo>
                      <a:pt x="1208" y="13"/>
                    </a:lnTo>
                    <a:lnTo>
                      <a:pt x="1076" y="26"/>
                    </a:lnTo>
                    <a:lnTo>
                      <a:pt x="945" y="66"/>
                    </a:lnTo>
                    <a:lnTo>
                      <a:pt x="827" y="105"/>
                    </a:lnTo>
                    <a:lnTo>
                      <a:pt x="709" y="157"/>
                    </a:lnTo>
                    <a:lnTo>
                      <a:pt x="591" y="223"/>
                    </a:lnTo>
                    <a:lnTo>
                      <a:pt x="486" y="302"/>
                    </a:lnTo>
                    <a:lnTo>
                      <a:pt x="394" y="394"/>
                    </a:lnTo>
                    <a:lnTo>
                      <a:pt x="302" y="485"/>
                    </a:lnTo>
                    <a:lnTo>
                      <a:pt x="224" y="590"/>
                    </a:lnTo>
                    <a:lnTo>
                      <a:pt x="158" y="708"/>
                    </a:lnTo>
                    <a:lnTo>
                      <a:pt x="106" y="827"/>
                    </a:lnTo>
                    <a:lnTo>
                      <a:pt x="53" y="945"/>
                    </a:lnTo>
                    <a:lnTo>
                      <a:pt x="27" y="1076"/>
                    </a:lnTo>
                    <a:lnTo>
                      <a:pt x="1" y="1207"/>
                    </a:lnTo>
                    <a:lnTo>
                      <a:pt x="1" y="1351"/>
                    </a:lnTo>
                    <a:lnTo>
                      <a:pt x="1" y="1482"/>
                    </a:lnTo>
                    <a:lnTo>
                      <a:pt x="27" y="1614"/>
                    </a:lnTo>
                    <a:lnTo>
                      <a:pt x="53" y="1745"/>
                    </a:lnTo>
                    <a:lnTo>
                      <a:pt x="106" y="1863"/>
                    </a:lnTo>
                    <a:lnTo>
                      <a:pt x="158" y="1981"/>
                    </a:lnTo>
                    <a:lnTo>
                      <a:pt x="224" y="2099"/>
                    </a:lnTo>
                    <a:lnTo>
                      <a:pt x="302" y="2204"/>
                    </a:lnTo>
                    <a:lnTo>
                      <a:pt x="394" y="2296"/>
                    </a:lnTo>
                    <a:lnTo>
                      <a:pt x="486" y="2388"/>
                    </a:lnTo>
                    <a:lnTo>
                      <a:pt x="591" y="2466"/>
                    </a:lnTo>
                    <a:lnTo>
                      <a:pt x="709" y="2532"/>
                    </a:lnTo>
                    <a:lnTo>
                      <a:pt x="827" y="2584"/>
                    </a:lnTo>
                    <a:lnTo>
                      <a:pt x="945" y="2624"/>
                    </a:lnTo>
                    <a:lnTo>
                      <a:pt x="1076" y="2663"/>
                    </a:lnTo>
                    <a:lnTo>
                      <a:pt x="1208" y="2689"/>
                    </a:lnTo>
                    <a:lnTo>
                      <a:pt x="4776" y="2689"/>
                    </a:lnTo>
                    <a:lnTo>
                      <a:pt x="4907" y="2663"/>
                    </a:lnTo>
                    <a:lnTo>
                      <a:pt x="5038" y="2624"/>
                    </a:lnTo>
                    <a:lnTo>
                      <a:pt x="5156" y="2584"/>
                    </a:lnTo>
                    <a:lnTo>
                      <a:pt x="5275" y="2532"/>
                    </a:lnTo>
                    <a:lnTo>
                      <a:pt x="5393" y="2466"/>
                    </a:lnTo>
                    <a:lnTo>
                      <a:pt x="5498" y="2388"/>
                    </a:lnTo>
                    <a:lnTo>
                      <a:pt x="5589" y="2296"/>
                    </a:lnTo>
                    <a:lnTo>
                      <a:pt x="5681" y="2204"/>
                    </a:lnTo>
                    <a:lnTo>
                      <a:pt x="5747" y="2099"/>
                    </a:lnTo>
                    <a:lnTo>
                      <a:pt x="5826" y="1981"/>
                    </a:lnTo>
                    <a:lnTo>
                      <a:pt x="5878" y="1863"/>
                    </a:lnTo>
                    <a:lnTo>
                      <a:pt x="5917" y="1745"/>
                    </a:lnTo>
                    <a:lnTo>
                      <a:pt x="5957" y="1614"/>
                    </a:lnTo>
                    <a:lnTo>
                      <a:pt x="5970" y="1482"/>
                    </a:lnTo>
                    <a:lnTo>
                      <a:pt x="5983" y="1351"/>
                    </a:lnTo>
                    <a:lnTo>
                      <a:pt x="5970" y="1207"/>
                    </a:lnTo>
                    <a:lnTo>
                      <a:pt x="5957" y="1076"/>
                    </a:lnTo>
                    <a:lnTo>
                      <a:pt x="5917" y="945"/>
                    </a:lnTo>
                    <a:lnTo>
                      <a:pt x="5878" y="827"/>
                    </a:lnTo>
                    <a:lnTo>
                      <a:pt x="5826" y="708"/>
                    </a:lnTo>
                    <a:lnTo>
                      <a:pt x="5747" y="590"/>
                    </a:lnTo>
                    <a:lnTo>
                      <a:pt x="5681" y="485"/>
                    </a:lnTo>
                    <a:lnTo>
                      <a:pt x="5589" y="394"/>
                    </a:lnTo>
                    <a:lnTo>
                      <a:pt x="5498" y="302"/>
                    </a:lnTo>
                    <a:lnTo>
                      <a:pt x="5393" y="223"/>
                    </a:lnTo>
                    <a:lnTo>
                      <a:pt x="5275" y="157"/>
                    </a:lnTo>
                    <a:lnTo>
                      <a:pt x="5156" y="105"/>
                    </a:lnTo>
                    <a:lnTo>
                      <a:pt x="5038" y="66"/>
                    </a:lnTo>
                    <a:lnTo>
                      <a:pt x="4907" y="26"/>
                    </a:lnTo>
                    <a:lnTo>
                      <a:pt x="4776" y="13"/>
                    </a:lnTo>
                    <a:lnTo>
                      <a:pt x="463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" name="Google Shape;362;p16"/>
              <p:cNvSpPr/>
              <p:nvPr/>
            </p:nvSpPr>
            <p:spPr>
              <a:xfrm>
                <a:off x="3300040" y="2857946"/>
                <a:ext cx="36044" cy="36044"/>
              </a:xfrm>
              <a:custGeom>
                <a:rect b="b" l="l" r="r" t="t"/>
                <a:pathLst>
                  <a:path extrusionOk="0" h="2008" w="2008">
                    <a:moveTo>
                      <a:pt x="906" y="0"/>
                    </a:moveTo>
                    <a:lnTo>
                      <a:pt x="801" y="13"/>
                    </a:lnTo>
                    <a:lnTo>
                      <a:pt x="709" y="39"/>
                    </a:lnTo>
                    <a:lnTo>
                      <a:pt x="617" y="79"/>
                    </a:lnTo>
                    <a:lnTo>
                      <a:pt x="525" y="118"/>
                    </a:lnTo>
                    <a:lnTo>
                      <a:pt x="447" y="171"/>
                    </a:lnTo>
                    <a:lnTo>
                      <a:pt x="368" y="223"/>
                    </a:lnTo>
                    <a:lnTo>
                      <a:pt x="289" y="289"/>
                    </a:lnTo>
                    <a:lnTo>
                      <a:pt x="224" y="367"/>
                    </a:lnTo>
                    <a:lnTo>
                      <a:pt x="171" y="446"/>
                    </a:lnTo>
                    <a:lnTo>
                      <a:pt x="119" y="525"/>
                    </a:lnTo>
                    <a:lnTo>
                      <a:pt x="79" y="617"/>
                    </a:lnTo>
                    <a:lnTo>
                      <a:pt x="40" y="709"/>
                    </a:lnTo>
                    <a:lnTo>
                      <a:pt x="14" y="800"/>
                    </a:lnTo>
                    <a:lnTo>
                      <a:pt x="1" y="905"/>
                    </a:lnTo>
                    <a:lnTo>
                      <a:pt x="1" y="1010"/>
                    </a:lnTo>
                    <a:lnTo>
                      <a:pt x="1" y="1102"/>
                    </a:lnTo>
                    <a:lnTo>
                      <a:pt x="14" y="1207"/>
                    </a:lnTo>
                    <a:lnTo>
                      <a:pt x="40" y="1299"/>
                    </a:lnTo>
                    <a:lnTo>
                      <a:pt x="79" y="1391"/>
                    </a:lnTo>
                    <a:lnTo>
                      <a:pt x="119" y="1483"/>
                    </a:lnTo>
                    <a:lnTo>
                      <a:pt x="171" y="1561"/>
                    </a:lnTo>
                    <a:lnTo>
                      <a:pt x="224" y="1640"/>
                    </a:lnTo>
                    <a:lnTo>
                      <a:pt x="289" y="1719"/>
                    </a:lnTo>
                    <a:lnTo>
                      <a:pt x="368" y="1784"/>
                    </a:lnTo>
                    <a:lnTo>
                      <a:pt x="447" y="1837"/>
                    </a:lnTo>
                    <a:lnTo>
                      <a:pt x="525" y="1889"/>
                    </a:lnTo>
                    <a:lnTo>
                      <a:pt x="617" y="1929"/>
                    </a:lnTo>
                    <a:lnTo>
                      <a:pt x="709" y="1968"/>
                    </a:lnTo>
                    <a:lnTo>
                      <a:pt x="801" y="1994"/>
                    </a:lnTo>
                    <a:lnTo>
                      <a:pt x="906" y="2007"/>
                    </a:lnTo>
                    <a:lnTo>
                      <a:pt x="1103" y="2007"/>
                    </a:lnTo>
                    <a:lnTo>
                      <a:pt x="1208" y="1994"/>
                    </a:lnTo>
                    <a:lnTo>
                      <a:pt x="1299" y="1968"/>
                    </a:lnTo>
                    <a:lnTo>
                      <a:pt x="1391" y="1929"/>
                    </a:lnTo>
                    <a:lnTo>
                      <a:pt x="1483" y="1889"/>
                    </a:lnTo>
                    <a:lnTo>
                      <a:pt x="1562" y="1837"/>
                    </a:lnTo>
                    <a:lnTo>
                      <a:pt x="1640" y="1784"/>
                    </a:lnTo>
                    <a:lnTo>
                      <a:pt x="1719" y="1719"/>
                    </a:lnTo>
                    <a:lnTo>
                      <a:pt x="1785" y="1640"/>
                    </a:lnTo>
                    <a:lnTo>
                      <a:pt x="1837" y="1561"/>
                    </a:lnTo>
                    <a:lnTo>
                      <a:pt x="1890" y="1483"/>
                    </a:lnTo>
                    <a:lnTo>
                      <a:pt x="1929" y="1391"/>
                    </a:lnTo>
                    <a:lnTo>
                      <a:pt x="1968" y="1299"/>
                    </a:lnTo>
                    <a:lnTo>
                      <a:pt x="1995" y="1207"/>
                    </a:lnTo>
                    <a:lnTo>
                      <a:pt x="2008" y="1102"/>
                    </a:lnTo>
                    <a:lnTo>
                      <a:pt x="2008" y="1010"/>
                    </a:lnTo>
                    <a:lnTo>
                      <a:pt x="2008" y="905"/>
                    </a:lnTo>
                    <a:lnTo>
                      <a:pt x="1995" y="800"/>
                    </a:lnTo>
                    <a:lnTo>
                      <a:pt x="1968" y="709"/>
                    </a:lnTo>
                    <a:lnTo>
                      <a:pt x="1929" y="617"/>
                    </a:lnTo>
                    <a:lnTo>
                      <a:pt x="1890" y="525"/>
                    </a:lnTo>
                    <a:lnTo>
                      <a:pt x="1837" y="446"/>
                    </a:lnTo>
                    <a:lnTo>
                      <a:pt x="1785" y="367"/>
                    </a:lnTo>
                    <a:lnTo>
                      <a:pt x="1719" y="289"/>
                    </a:lnTo>
                    <a:lnTo>
                      <a:pt x="1640" y="223"/>
                    </a:lnTo>
                    <a:lnTo>
                      <a:pt x="1562" y="171"/>
                    </a:lnTo>
                    <a:lnTo>
                      <a:pt x="1483" y="118"/>
                    </a:lnTo>
                    <a:lnTo>
                      <a:pt x="1391" y="79"/>
                    </a:lnTo>
                    <a:lnTo>
                      <a:pt x="1299" y="39"/>
                    </a:lnTo>
                    <a:lnTo>
                      <a:pt x="1208" y="13"/>
                    </a:lnTo>
                    <a:lnTo>
                      <a:pt x="110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" name="Google Shape;363;p16"/>
              <p:cNvSpPr/>
              <p:nvPr/>
            </p:nvSpPr>
            <p:spPr>
              <a:xfrm>
                <a:off x="3304043" y="2861949"/>
                <a:ext cx="28038" cy="28038"/>
              </a:xfrm>
              <a:custGeom>
                <a:rect b="b" l="l" r="r" t="t"/>
                <a:pathLst>
                  <a:path extrusionOk="0" h="1562" w="1562">
                    <a:moveTo>
                      <a:pt x="696" y="0"/>
                    </a:moveTo>
                    <a:lnTo>
                      <a:pt x="617" y="13"/>
                    </a:lnTo>
                    <a:lnTo>
                      <a:pt x="473" y="66"/>
                    </a:lnTo>
                    <a:lnTo>
                      <a:pt x="342" y="131"/>
                    </a:lnTo>
                    <a:lnTo>
                      <a:pt x="224" y="223"/>
                    </a:lnTo>
                    <a:lnTo>
                      <a:pt x="132" y="341"/>
                    </a:lnTo>
                    <a:lnTo>
                      <a:pt x="66" y="472"/>
                    </a:lnTo>
                    <a:lnTo>
                      <a:pt x="14" y="630"/>
                    </a:lnTo>
                    <a:lnTo>
                      <a:pt x="1" y="695"/>
                    </a:lnTo>
                    <a:lnTo>
                      <a:pt x="1" y="787"/>
                    </a:lnTo>
                    <a:lnTo>
                      <a:pt x="1" y="866"/>
                    </a:lnTo>
                    <a:lnTo>
                      <a:pt x="14" y="932"/>
                    </a:lnTo>
                    <a:lnTo>
                      <a:pt x="66" y="1089"/>
                    </a:lnTo>
                    <a:lnTo>
                      <a:pt x="132" y="1220"/>
                    </a:lnTo>
                    <a:lnTo>
                      <a:pt x="224" y="1338"/>
                    </a:lnTo>
                    <a:lnTo>
                      <a:pt x="342" y="1430"/>
                    </a:lnTo>
                    <a:lnTo>
                      <a:pt x="473" y="1496"/>
                    </a:lnTo>
                    <a:lnTo>
                      <a:pt x="617" y="1548"/>
                    </a:lnTo>
                    <a:lnTo>
                      <a:pt x="696" y="1561"/>
                    </a:lnTo>
                    <a:lnTo>
                      <a:pt x="866" y="1561"/>
                    </a:lnTo>
                    <a:lnTo>
                      <a:pt x="932" y="1548"/>
                    </a:lnTo>
                    <a:lnTo>
                      <a:pt x="1089" y="1496"/>
                    </a:lnTo>
                    <a:lnTo>
                      <a:pt x="1221" y="1430"/>
                    </a:lnTo>
                    <a:lnTo>
                      <a:pt x="1326" y="1338"/>
                    </a:lnTo>
                    <a:lnTo>
                      <a:pt x="1431" y="1220"/>
                    </a:lnTo>
                    <a:lnTo>
                      <a:pt x="1496" y="1089"/>
                    </a:lnTo>
                    <a:lnTo>
                      <a:pt x="1549" y="932"/>
                    </a:lnTo>
                    <a:lnTo>
                      <a:pt x="1562" y="866"/>
                    </a:lnTo>
                    <a:lnTo>
                      <a:pt x="1562" y="787"/>
                    </a:lnTo>
                    <a:lnTo>
                      <a:pt x="1562" y="695"/>
                    </a:lnTo>
                    <a:lnTo>
                      <a:pt x="1549" y="630"/>
                    </a:lnTo>
                    <a:lnTo>
                      <a:pt x="1496" y="472"/>
                    </a:lnTo>
                    <a:lnTo>
                      <a:pt x="1431" y="341"/>
                    </a:lnTo>
                    <a:lnTo>
                      <a:pt x="1326" y="223"/>
                    </a:lnTo>
                    <a:lnTo>
                      <a:pt x="1221" y="131"/>
                    </a:lnTo>
                    <a:lnTo>
                      <a:pt x="1089" y="66"/>
                    </a:lnTo>
                    <a:lnTo>
                      <a:pt x="932" y="13"/>
                    </a:lnTo>
                    <a:lnTo>
                      <a:pt x="866" y="0"/>
                    </a:lnTo>
                    <a:close/>
                  </a:path>
                </a:pathLst>
              </a:custGeom>
              <a:solidFill>
                <a:srgbClr val="F7F7F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" name="Google Shape;364;p16"/>
              <p:cNvSpPr/>
              <p:nvPr/>
            </p:nvSpPr>
            <p:spPr>
              <a:xfrm>
                <a:off x="3294386" y="2916804"/>
                <a:ext cx="107395" cy="48303"/>
              </a:xfrm>
              <a:custGeom>
                <a:rect b="b" l="l" r="r" t="t"/>
                <a:pathLst>
                  <a:path extrusionOk="0" h="2691" w="5983">
                    <a:moveTo>
                      <a:pt x="1339" y="1"/>
                    </a:moveTo>
                    <a:lnTo>
                      <a:pt x="1208" y="14"/>
                    </a:lnTo>
                    <a:lnTo>
                      <a:pt x="1076" y="27"/>
                    </a:lnTo>
                    <a:lnTo>
                      <a:pt x="945" y="66"/>
                    </a:lnTo>
                    <a:lnTo>
                      <a:pt x="827" y="106"/>
                    </a:lnTo>
                    <a:lnTo>
                      <a:pt x="709" y="171"/>
                    </a:lnTo>
                    <a:lnTo>
                      <a:pt x="591" y="237"/>
                    </a:lnTo>
                    <a:lnTo>
                      <a:pt x="486" y="316"/>
                    </a:lnTo>
                    <a:lnTo>
                      <a:pt x="394" y="394"/>
                    </a:lnTo>
                    <a:lnTo>
                      <a:pt x="302" y="499"/>
                    </a:lnTo>
                    <a:lnTo>
                      <a:pt x="224" y="591"/>
                    </a:lnTo>
                    <a:lnTo>
                      <a:pt x="158" y="709"/>
                    </a:lnTo>
                    <a:lnTo>
                      <a:pt x="106" y="827"/>
                    </a:lnTo>
                    <a:lnTo>
                      <a:pt x="53" y="945"/>
                    </a:lnTo>
                    <a:lnTo>
                      <a:pt x="27" y="1077"/>
                    </a:lnTo>
                    <a:lnTo>
                      <a:pt x="1" y="1208"/>
                    </a:lnTo>
                    <a:lnTo>
                      <a:pt x="1" y="1352"/>
                    </a:lnTo>
                    <a:lnTo>
                      <a:pt x="1" y="1483"/>
                    </a:lnTo>
                    <a:lnTo>
                      <a:pt x="27" y="1615"/>
                    </a:lnTo>
                    <a:lnTo>
                      <a:pt x="53" y="1746"/>
                    </a:lnTo>
                    <a:lnTo>
                      <a:pt x="106" y="1877"/>
                    </a:lnTo>
                    <a:lnTo>
                      <a:pt x="158" y="1995"/>
                    </a:lnTo>
                    <a:lnTo>
                      <a:pt x="224" y="2100"/>
                    </a:lnTo>
                    <a:lnTo>
                      <a:pt x="302" y="2205"/>
                    </a:lnTo>
                    <a:lnTo>
                      <a:pt x="394" y="2297"/>
                    </a:lnTo>
                    <a:lnTo>
                      <a:pt x="486" y="2389"/>
                    </a:lnTo>
                    <a:lnTo>
                      <a:pt x="591" y="2467"/>
                    </a:lnTo>
                    <a:lnTo>
                      <a:pt x="709" y="2533"/>
                    </a:lnTo>
                    <a:lnTo>
                      <a:pt x="827" y="2585"/>
                    </a:lnTo>
                    <a:lnTo>
                      <a:pt x="945" y="2638"/>
                    </a:lnTo>
                    <a:lnTo>
                      <a:pt x="1076" y="2664"/>
                    </a:lnTo>
                    <a:lnTo>
                      <a:pt x="1208" y="2690"/>
                    </a:lnTo>
                    <a:lnTo>
                      <a:pt x="4776" y="2690"/>
                    </a:lnTo>
                    <a:lnTo>
                      <a:pt x="4907" y="2664"/>
                    </a:lnTo>
                    <a:lnTo>
                      <a:pt x="5038" y="2638"/>
                    </a:lnTo>
                    <a:lnTo>
                      <a:pt x="5156" y="2585"/>
                    </a:lnTo>
                    <a:lnTo>
                      <a:pt x="5275" y="2533"/>
                    </a:lnTo>
                    <a:lnTo>
                      <a:pt x="5393" y="2467"/>
                    </a:lnTo>
                    <a:lnTo>
                      <a:pt x="5498" y="2389"/>
                    </a:lnTo>
                    <a:lnTo>
                      <a:pt x="5589" y="2297"/>
                    </a:lnTo>
                    <a:lnTo>
                      <a:pt x="5681" y="2205"/>
                    </a:lnTo>
                    <a:lnTo>
                      <a:pt x="5747" y="2100"/>
                    </a:lnTo>
                    <a:lnTo>
                      <a:pt x="5826" y="1995"/>
                    </a:lnTo>
                    <a:lnTo>
                      <a:pt x="5878" y="1877"/>
                    </a:lnTo>
                    <a:lnTo>
                      <a:pt x="5917" y="1746"/>
                    </a:lnTo>
                    <a:lnTo>
                      <a:pt x="5957" y="1615"/>
                    </a:lnTo>
                    <a:lnTo>
                      <a:pt x="5970" y="1483"/>
                    </a:lnTo>
                    <a:lnTo>
                      <a:pt x="5983" y="1352"/>
                    </a:lnTo>
                    <a:lnTo>
                      <a:pt x="5970" y="1208"/>
                    </a:lnTo>
                    <a:lnTo>
                      <a:pt x="5957" y="1077"/>
                    </a:lnTo>
                    <a:lnTo>
                      <a:pt x="5917" y="945"/>
                    </a:lnTo>
                    <a:lnTo>
                      <a:pt x="5878" y="827"/>
                    </a:lnTo>
                    <a:lnTo>
                      <a:pt x="5826" y="709"/>
                    </a:lnTo>
                    <a:lnTo>
                      <a:pt x="5747" y="591"/>
                    </a:lnTo>
                    <a:lnTo>
                      <a:pt x="5681" y="499"/>
                    </a:lnTo>
                    <a:lnTo>
                      <a:pt x="5589" y="394"/>
                    </a:lnTo>
                    <a:lnTo>
                      <a:pt x="5498" y="316"/>
                    </a:lnTo>
                    <a:lnTo>
                      <a:pt x="5393" y="237"/>
                    </a:lnTo>
                    <a:lnTo>
                      <a:pt x="5275" y="171"/>
                    </a:lnTo>
                    <a:lnTo>
                      <a:pt x="5156" y="106"/>
                    </a:lnTo>
                    <a:lnTo>
                      <a:pt x="5038" y="66"/>
                    </a:lnTo>
                    <a:lnTo>
                      <a:pt x="4907" y="27"/>
                    </a:lnTo>
                    <a:lnTo>
                      <a:pt x="4776" y="14"/>
                    </a:lnTo>
                    <a:lnTo>
                      <a:pt x="46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" name="Google Shape;365;p16"/>
              <p:cNvSpPr/>
              <p:nvPr/>
            </p:nvSpPr>
            <p:spPr>
              <a:xfrm>
                <a:off x="3360083" y="2922925"/>
                <a:ext cx="36062" cy="36295"/>
              </a:xfrm>
              <a:custGeom>
                <a:rect b="b" l="l" r="r" t="t"/>
                <a:pathLst>
                  <a:path extrusionOk="0" h="2022" w="2009">
                    <a:moveTo>
                      <a:pt x="998" y="1"/>
                    </a:moveTo>
                    <a:lnTo>
                      <a:pt x="906" y="14"/>
                    </a:lnTo>
                    <a:lnTo>
                      <a:pt x="801" y="27"/>
                    </a:lnTo>
                    <a:lnTo>
                      <a:pt x="709" y="53"/>
                    </a:lnTo>
                    <a:lnTo>
                      <a:pt x="617" y="80"/>
                    </a:lnTo>
                    <a:lnTo>
                      <a:pt x="526" y="119"/>
                    </a:lnTo>
                    <a:lnTo>
                      <a:pt x="447" y="172"/>
                    </a:lnTo>
                    <a:lnTo>
                      <a:pt x="368" y="237"/>
                    </a:lnTo>
                    <a:lnTo>
                      <a:pt x="290" y="303"/>
                    </a:lnTo>
                    <a:lnTo>
                      <a:pt x="224" y="368"/>
                    </a:lnTo>
                    <a:lnTo>
                      <a:pt x="171" y="447"/>
                    </a:lnTo>
                    <a:lnTo>
                      <a:pt x="119" y="526"/>
                    </a:lnTo>
                    <a:lnTo>
                      <a:pt x="80" y="618"/>
                    </a:lnTo>
                    <a:lnTo>
                      <a:pt x="40" y="709"/>
                    </a:lnTo>
                    <a:lnTo>
                      <a:pt x="14" y="801"/>
                    </a:lnTo>
                    <a:lnTo>
                      <a:pt x="1" y="906"/>
                    </a:lnTo>
                    <a:lnTo>
                      <a:pt x="1" y="1011"/>
                    </a:lnTo>
                    <a:lnTo>
                      <a:pt x="1" y="1116"/>
                    </a:lnTo>
                    <a:lnTo>
                      <a:pt x="14" y="1208"/>
                    </a:lnTo>
                    <a:lnTo>
                      <a:pt x="40" y="1313"/>
                    </a:lnTo>
                    <a:lnTo>
                      <a:pt x="80" y="1405"/>
                    </a:lnTo>
                    <a:lnTo>
                      <a:pt x="119" y="1483"/>
                    </a:lnTo>
                    <a:lnTo>
                      <a:pt x="171" y="1575"/>
                    </a:lnTo>
                    <a:lnTo>
                      <a:pt x="224" y="1654"/>
                    </a:lnTo>
                    <a:lnTo>
                      <a:pt x="290" y="1720"/>
                    </a:lnTo>
                    <a:lnTo>
                      <a:pt x="368" y="1785"/>
                    </a:lnTo>
                    <a:lnTo>
                      <a:pt x="447" y="1838"/>
                    </a:lnTo>
                    <a:lnTo>
                      <a:pt x="526" y="1890"/>
                    </a:lnTo>
                    <a:lnTo>
                      <a:pt x="617" y="1929"/>
                    </a:lnTo>
                    <a:lnTo>
                      <a:pt x="709" y="1969"/>
                    </a:lnTo>
                    <a:lnTo>
                      <a:pt x="801" y="1995"/>
                    </a:lnTo>
                    <a:lnTo>
                      <a:pt x="906" y="2008"/>
                    </a:lnTo>
                    <a:lnTo>
                      <a:pt x="998" y="2021"/>
                    </a:lnTo>
                    <a:lnTo>
                      <a:pt x="1103" y="2008"/>
                    </a:lnTo>
                    <a:lnTo>
                      <a:pt x="1208" y="1995"/>
                    </a:lnTo>
                    <a:lnTo>
                      <a:pt x="1300" y="1969"/>
                    </a:lnTo>
                    <a:lnTo>
                      <a:pt x="1392" y="1929"/>
                    </a:lnTo>
                    <a:lnTo>
                      <a:pt x="1483" y="1890"/>
                    </a:lnTo>
                    <a:lnTo>
                      <a:pt x="1562" y="1838"/>
                    </a:lnTo>
                    <a:lnTo>
                      <a:pt x="1641" y="1785"/>
                    </a:lnTo>
                    <a:lnTo>
                      <a:pt x="1719" y="1720"/>
                    </a:lnTo>
                    <a:lnTo>
                      <a:pt x="1785" y="1654"/>
                    </a:lnTo>
                    <a:lnTo>
                      <a:pt x="1838" y="1575"/>
                    </a:lnTo>
                    <a:lnTo>
                      <a:pt x="1890" y="1483"/>
                    </a:lnTo>
                    <a:lnTo>
                      <a:pt x="1929" y="1405"/>
                    </a:lnTo>
                    <a:lnTo>
                      <a:pt x="1969" y="1313"/>
                    </a:lnTo>
                    <a:lnTo>
                      <a:pt x="1995" y="1208"/>
                    </a:lnTo>
                    <a:lnTo>
                      <a:pt x="2008" y="1116"/>
                    </a:lnTo>
                    <a:lnTo>
                      <a:pt x="2008" y="1011"/>
                    </a:lnTo>
                    <a:lnTo>
                      <a:pt x="2008" y="906"/>
                    </a:lnTo>
                    <a:lnTo>
                      <a:pt x="1995" y="801"/>
                    </a:lnTo>
                    <a:lnTo>
                      <a:pt x="1969" y="709"/>
                    </a:lnTo>
                    <a:lnTo>
                      <a:pt x="1929" y="618"/>
                    </a:lnTo>
                    <a:lnTo>
                      <a:pt x="1890" y="526"/>
                    </a:lnTo>
                    <a:lnTo>
                      <a:pt x="1838" y="447"/>
                    </a:lnTo>
                    <a:lnTo>
                      <a:pt x="1785" y="368"/>
                    </a:lnTo>
                    <a:lnTo>
                      <a:pt x="1719" y="303"/>
                    </a:lnTo>
                    <a:lnTo>
                      <a:pt x="1641" y="237"/>
                    </a:lnTo>
                    <a:lnTo>
                      <a:pt x="1562" y="172"/>
                    </a:lnTo>
                    <a:lnTo>
                      <a:pt x="1483" y="119"/>
                    </a:lnTo>
                    <a:lnTo>
                      <a:pt x="1392" y="80"/>
                    </a:lnTo>
                    <a:lnTo>
                      <a:pt x="1300" y="53"/>
                    </a:lnTo>
                    <a:lnTo>
                      <a:pt x="1208" y="27"/>
                    </a:lnTo>
                    <a:lnTo>
                      <a:pt x="1103" y="14"/>
                    </a:lnTo>
                    <a:lnTo>
                      <a:pt x="998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" name="Google Shape;366;p16"/>
              <p:cNvSpPr/>
              <p:nvPr/>
            </p:nvSpPr>
            <p:spPr>
              <a:xfrm>
                <a:off x="3364085" y="2926928"/>
                <a:ext cx="28056" cy="28056"/>
              </a:xfrm>
              <a:custGeom>
                <a:rect b="b" l="l" r="r" t="t"/>
                <a:pathLst>
                  <a:path extrusionOk="0" h="1563" w="1563">
                    <a:moveTo>
                      <a:pt x="775" y="1"/>
                    </a:moveTo>
                    <a:lnTo>
                      <a:pt x="696" y="14"/>
                    </a:lnTo>
                    <a:lnTo>
                      <a:pt x="618" y="27"/>
                    </a:lnTo>
                    <a:lnTo>
                      <a:pt x="473" y="67"/>
                    </a:lnTo>
                    <a:lnTo>
                      <a:pt x="342" y="145"/>
                    </a:lnTo>
                    <a:lnTo>
                      <a:pt x="224" y="237"/>
                    </a:lnTo>
                    <a:lnTo>
                      <a:pt x="132" y="355"/>
                    </a:lnTo>
                    <a:lnTo>
                      <a:pt x="67" y="486"/>
                    </a:lnTo>
                    <a:lnTo>
                      <a:pt x="14" y="631"/>
                    </a:lnTo>
                    <a:lnTo>
                      <a:pt x="1" y="709"/>
                    </a:lnTo>
                    <a:lnTo>
                      <a:pt x="1" y="788"/>
                    </a:lnTo>
                    <a:lnTo>
                      <a:pt x="1" y="867"/>
                    </a:lnTo>
                    <a:lnTo>
                      <a:pt x="14" y="946"/>
                    </a:lnTo>
                    <a:lnTo>
                      <a:pt x="67" y="1090"/>
                    </a:lnTo>
                    <a:lnTo>
                      <a:pt x="132" y="1221"/>
                    </a:lnTo>
                    <a:lnTo>
                      <a:pt x="224" y="1339"/>
                    </a:lnTo>
                    <a:lnTo>
                      <a:pt x="342" y="1431"/>
                    </a:lnTo>
                    <a:lnTo>
                      <a:pt x="473" y="1510"/>
                    </a:lnTo>
                    <a:lnTo>
                      <a:pt x="618" y="1549"/>
                    </a:lnTo>
                    <a:lnTo>
                      <a:pt x="696" y="1562"/>
                    </a:lnTo>
                    <a:lnTo>
                      <a:pt x="854" y="1562"/>
                    </a:lnTo>
                    <a:lnTo>
                      <a:pt x="932" y="1549"/>
                    </a:lnTo>
                    <a:lnTo>
                      <a:pt x="1090" y="1510"/>
                    </a:lnTo>
                    <a:lnTo>
                      <a:pt x="1221" y="1431"/>
                    </a:lnTo>
                    <a:lnTo>
                      <a:pt x="1326" y="1339"/>
                    </a:lnTo>
                    <a:lnTo>
                      <a:pt x="1431" y="1221"/>
                    </a:lnTo>
                    <a:lnTo>
                      <a:pt x="1496" y="1090"/>
                    </a:lnTo>
                    <a:lnTo>
                      <a:pt x="1549" y="946"/>
                    </a:lnTo>
                    <a:lnTo>
                      <a:pt x="1562" y="867"/>
                    </a:lnTo>
                    <a:lnTo>
                      <a:pt x="1562" y="788"/>
                    </a:lnTo>
                    <a:lnTo>
                      <a:pt x="1562" y="709"/>
                    </a:lnTo>
                    <a:lnTo>
                      <a:pt x="1549" y="631"/>
                    </a:lnTo>
                    <a:lnTo>
                      <a:pt x="1496" y="486"/>
                    </a:lnTo>
                    <a:lnTo>
                      <a:pt x="1431" y="355"/>
                    </a:lnTo>
                    <a:lnTo>
                      <a:pt x="1326" y="237"/>
                    </a:lnTo>
                    <a:lnTo>
                      <a:pt x="1221" y="145"/>
                    </a:lnTo>
                    <a:lnTo>
                      <a:pt x="1090" y="67"/>
                    </a:lnTo>
                    <a:lnTo>
                      <a:pt x="932" y="27"/>
                    </a:lnTo>
                    <a:lnTo>
                      <a:pt x="854" y="14"/>
                    </a:lnTo>
                    <a:lnTo>
                      <a:pt x="775" y="1"/>
                    </a:lnTo>
                    <a:close/>
                  </a:path>
                </a:pathLst>
              </a:custGeom>
              <a:solidFill>
                <a:srgbClr val="F7F7F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" name="Google Shape;367;p16"/>
              <p:cNvSpPr/>
              <p:nvPr/>
            </p:nvSpPr>
            <p:spPr>
              <a:xfrm>
                <a:off x="3294386" y="2982267"/>
                <a:ext cx="107395" cy="48303"/>
              </a:xfrm>
              <a:custGeom>
                <a:rect b="b" l="l" r="r" t="t"/>
                <a:pathLst>
                  <a:path extrusionOk="0" h="2691" w="5983">
                    <a:moveTo>
                      <a:pt x="1208" y="1"/>
                    </a:moveTo>
                    <a:lnTo>
                      <a:pt x="1076" y="27"/>
                    </a:lnTo>
                    <a:lnTo>
                      <a:pt x="945" y="53"/>
                    </a:lnTo>
                    <a:lnTo>
                      <a:pt x="827" y="106"/>
                    </a:lnTo>
                    <a:lnTo>
                      <a:pt x="709" y="158"/>
                    </a:lnTo>
                    <a:lnTo>
                      <a:pt x="591" y="224"/>
                    </a:lnTo>
                    <a:lnTo>
                      <a:pt x="486" y="303"/>
                    </a:lnTo>
                    <a:lnTo>
                      <a:pt x="394" y="395"/>
                    </a:lnTo>
                    <a:lnTo>
                      <a:pt x="302" y="486"/>
                    </a:lnTo>
                    <a:lnTo>
                      <a:pt x="224" y="591"/>
                    </a:lnTo>
                    <a:lnTo>
                      <a:pt x="158" y="696"/>
                    </a:lnTo>
                    <a:lnTo>
                      <a:pt x="106" y="814"/>
                    </a:lnTo>
                    <a:lnTo>
                      <a:pt x="53" y="946"/>
                    </a:lnTo>
                    <a:lnTo>
                      <a:pt x="27" y="1077"/>
                    </a:lnTo>
                    <a:lnTo>
                      <a:pt x="1" y="1208"/>
                    </a:lnTo>
                    <a:lnTo>
                      <a:pt x="1" y="1339"/>
                    </a:lnTo>
                    <a:lnTo>
                      <a:pt x="1" y="1483"/>
                    </a:lnTo>
                    <a:lnTo>
                      <a:pt x="27" y="1615"/>
                    </a:lnTo>
                    <a:lnTo>
                      <a:pt x="53" y="1746"/>
                    </a:lnTo>
                    <a:lnTo>
                      <a:pt x="106" y="1864"/>
                    </a:lnTo>
                    <a:lnTo>
                      <a:pt x="158" y="1982"/>
                    </a:lnTo>
                    <a:lnTo>
                      <a:pt x="224" y="2100"/>
                    </a:lnTo>
                    <a:lnTo>
                      <a:pt x="302" y="2205"/>
                    </a:lnTo>
                    <a:lnTo>
                      <a:pt x="394" y="2297"/>
                    </a:lnTo>
                    <a:lnTo>
                      <a:pt x="486" y="2375"/>
                    </a:lnTo>
                    <a:lnTo>
                      <a:pt x="591" y="2454"/>
                    </a:lnTo>
                    <a:lnTo>
                      <a:pt x="709" y="2520"/>
                    </a:lnTo>
                    <a:lnTo>
                      <a:pt x="827" y="2585"/>
                    </a:lnTo>
                    <a:lnTo>
                      <a:pt x="945" y="2625"/>
                    </a:lnTo>
                    <a:lnTo>
                      <a:pt x="1076" y="2664"/>
                    </a:lnTo>
                    <a:lnTo>
                      <a:pt x="1208" y="2677"/>
                    </a:lnTo>
                    <a:lnTo>
                      <a:pt x="1339" y="2690"/>
                    </a:lnTo>
                    <a:lnTo>
                      <a:pt x="4632" y="2690"/>
                    </a:lnTo>
                    <a:lnTo>
                      <a:pt x="4776" y="2677"/>
                    </a:lnTo>
                    <a:lnTo>
                      <a:pt x="4907" y="2664"/>
                    </a:lnTo>
                    <a:lnTo>
                      <a:pt x="5038" y="2625"/>
                    </a:lnTo>
                    <a:lnTo>
                      <a:pt x="5156" y="2585"/>
                    </a:lnTo>
                    <a:lnTo>
                      <a:pt x="5275" y="2520"/>
                    </a:lnTo>
                    <a:lnTo>
                      <a:pt x="5393" y="2454"/>
                    </a:lnTo>
                    <a:lnTo>
                      <a:pt x="5498" y="2375"/>
                    </a:lnTo>
                    <a:lnTo>
                      <a:pt x="5589" y="2297"/>
                    </a:lnTo>
                    <a:lnTo>
                      <a:pt x="5681" y="2205"/>
                    </a:lnTo>
                    <a:lnTo>
                      <a:pt x="5747" y="2100"/>
                    </a:lnTo>
                    <a:lnTo>
                      <a:pt x="5826" y="1982"/>
                    </a:lnTo>
                    <a:lnTo>
                      <a:pt x="5878" y="1864"/>
                    </a:lnTo>
                    <a:lnTo>
                      <a:pt x="5917" y="1746"/>
                    </a:lnTo>
                    <a:lnTo>
                      <a:pt x="5957" y="1615"/>
                    </a:lnTo>
                    <a:lnTo>
                      <a:pt x="5970" y="1483"/>
                    </a:lnTo>
                    <a:lnTo>
                      <a:pt x="5983" y="1339"/>
                    </a:lnTo>
                    <a:lnTo>
                      <a:pt x="5970" y="1208"/>
                    </a:lnTo>
                    <a:lnTo>
                      <a:pt x="5957" y="1077"/>
                    </a:lnTo>
                    <a:lnTo>
                      <a:pt x="5917" y="946"/>
                    </a:lnTo>
                    <a:lnTo>
                      <a:pt x="5878" y="814"/>
                    </a:lnTo>
                    <a:lnTo>
                      <a:pt x="5826" y="696"/>
                    </a:lnTo>
                    <a:lnTo>
                      <a:pt x="5747" y="591"/>
                    </a:lnTo>
                    <a:lnTo>
                      <a:pt x="5681" y="486"/>
                    </a:lnTo>
                    <a:lnTo>
                      <a:pt x="5589" y="395"/>
                    </a:lnTo>
                    <a:lnTo>
                      <a:pt x="5498" y="303"/>
                    </a:lnTo>
                    <a:lnTo>
                      <a:pt x="5393" y="224"/>
                    </a:lnTo>
                    <a:lnTo>
                      <a:pt x="5275" y="158"/>
                    </a:lnTo>
                    <a:lnTo>
                      <a:pt x="5156" y="106"/>
                    </a:lnTo>
                    <a:lnTo>
                      <a:pt x="5038" y="53"/>
                    </a:lnTo>
                    <a:lnTo>
                      <a:pt x="4907" y="27"/>
                    </a:lnTo>
                    <a:lnTo>
                      <a:pt x="477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8" name="Google Shape;368;p16"/>
              <p:cNvSpPr/>
              <p:nvPr/>
            </p:nvSpPr>
            <p:spPr>
              <a:xfrm>
                <a:off x="3300040" y="2988406"/>
                <a:ext cx="36044" cy="36044"/>
              </a:xfrm>
              <a:custGeom>
                <a:rect b="b" l="l" r="r" t="t"/>
                <a:pathLst>
                  <a:path extrusionOk="0" h="2008" w="2008">
                    <a:moveTo>
                      <a:pt x="906" y="0"/>
                    </a:moveTo>
                    <a:lnTo>
                      <a:pt x="801" y="13"/>
                    </a:lnTo>
                    <a:lnTo>
                      <a:pt x="709" y="39"/>
                    </a:lnTo>
                    <a:lnTo>
                      <a:pt x="617" y="79"/>
                    </a:lnTo>
                    <a:lnTo>
                      <a:pt x="525" y="118"/>
                    </a:lnTo>
                    <a:lnTo>
                      <a:pt x="447" y="171"/>
                    </a:lnTo>
                    <a:lnTo>
                      <a:pt x="368" y="223"/>
                    </a:lnTo>
                    <a:lnTo>
                      <a:pt x="289" y="289"/>
                    </a:lnTo>
                    <a:lnTo>
                      <a:pt x="224" y="367"/>
                    </a:lnTo>
                    <a:lnTo>
                      <a:pt x="171" y="433"/>
                    </a:lnTo>
                    <a:lnTo>
                      <a:pt x="119" y="525"/>
                    </a:lnTo>
                    <a:lnTo>
                      <a:pt x="79" y="604"/>
                    </a:lnTo>
                    <a:lnTo>
                      <a:pt x="40" y="708"/>
                    </a:lnTo>
                    <a:lnTo>
                      <a:pt x="14" y="800"/>
                    </a:lnTo>
                    <a:lnTo>
                      <a:pt x="1" y="892"/>
                    </a:lnTo>
                    <a:lnTo>
                      <a:pt x="1" y="997"/>
                    </a:lnTo>
                    <a:lnTo>
                      <a:pt x="1" y="1102"/>
                    </a:lnTo>
                    <a:lnTo>
                      <a:pt x="14" y="1207"/>
                    </a:lnTo>
                    <a:lnTo>
                      <a:pt x="40" y="1299"/>
                    </a:lnTo>
                    <a:lnTo>
                      <a:pt x="79" y="1391"/>
                    </a:lnTo>
                    <a:lnTo>
                      <a:pt x="119" y="1482"/>
                    </a:lnTo>
                    <a:lnTo>
                      <a:pt x="171" y="1561"/>
                    </a:lnTo>
                    <a:lnTo>
                      <a:pt x="224" y="1640"/>
                    </a:lnTo>
                    <a:lnTo>
                      <a:pt x="289" y="1719"/>
                    </a:lnTo>
                    <a:lnTo>
                      <a:pt x="368" y="1771"/>
                    </a:lnTo>
                    <a:lnTo>
                      <a:pt x="447" y="1837"/>
                    </a:lnTo>
                    <a:lnTo>
                      <a:pt x="525" y="1889"/>
                    </a:lnTo>
                    <a:lnTo>
                      <a:pt x="617" y="1929"/>
                    </a:lnTo>
                    <a:lnTo>
                      <a:pt x="709" y="1968"/>
                    </a:lnTo>
                    <a:lnTo>
                      <a:pt x="801" y="1981"/>
                    </a:lnTo>
                    <a:lnTo>
                      <a:pt x="906" y="2007"/>
                    </a:lnTo>
                    <a:lnTo>
                      <a:pt x="1103" y="2007"/>
                    </a:lnTo>
                    <a:lnTo>
                      <a:pt x="1208" y="1981"/>
                    </a:lnTo>
                    <a:lnTo>
                      <a:pt x="1299" y="1968"/>
                    </a:lnTo>
                    <a:lnTo>
                      <a:pt x="1391" y="1929"/>
                    </a:lnTo>
                    <a:lnTo>
                      <a:pt x="1483" y="1889"/>
                    </a:lnTo>
                    <a:lnTo>
                      <a:pt x="1562" y="1837"/>
                    </a:lnTo>
                    <a:lnTo>
                      <a:pt x="1640" y="1771"/>
                    </a:lnTo>
                    <a:lnTo>
                      <a:pt x="1719" y="1719"/>
                    </a:lnTo>
                    <a:lnTo>
                      <a:pt x="1785" y="1640"/>
                    </a:lnTo>
                    <a:lnTo>
                      <a:pt x="1837" y="1561"/>
                    </a:lnTo>
                    <a:lnTo>
                      <a:pt x="1890" y="1482"/>
                    </a:lnTo>
                    <a:lnTo>
                      <a:pt x="1929" y="1391"/>
                    </a:lnTo>
                    <a:lnTo>
                      <a:pt x="1968" y="1299"/>
                    </a:lnTo>
                    <a:lnTo>
                      <a:pt x="1995" y="1207"/>
                    </a:lnTo>
                    <a:lnTo>
                      <a:pt x="2008" y="1102"/>
                    </a:lnTo>
                    <a:lnTo>
                      <a:pt x="2008" y="997"/>
                    </a:lnTo>
                    <a:lnTo>
                      <a:pt x="2008" y="892"/>
                    </a:lnTo>
                    <a:lnTo>
                      <a:pt x="1995" y="800"/>
                    </a:lnTo>
                    <a:lnTo>
                      <a:pt x="1968" y="708"/>
                    </a:lnTo>
                    <a:lnTo>
                      <a:pt x="1929" y="604"/>
                    </a:lnTo>
                    <a:lnTo>
                      <a:pt x="1890" y="525"/>
                    </a:lnTo>
                    <a:lnTo>
                      <a:pt x="1837" y="433"/>
                    </a:lnTo>
                    <a:lnTo>
                      <a:pt x="1785" y="367"/>
                    </a:lnTo>
                    <a:lnTo>
                      <a:pt x="1719" y="289"/>
                    </a:lnTo>
                    <a:lnTo>
                      <a:pt x="1640" y="223"/>
                    </a:lnTo>
                    <a:lnTo>
                      <a:pt x="1562" y="171"/>
                    </a:lnTo>
                    <a:lnTo>
                      <a:pt x="1483" y="118"/>
                    </a:lnTo>
                    <a:lnTo>
                      <a:pt x="1391" y="79"/>
                    </a:lnTo>
                    <a:lnTo>
                      <a:pt x="1299" y="39"/>
                    </a:lnTo>
                    <a:lnTo>
                      <a:pt x="1208" y="13"/>
                    </a:lnTo>
                    <a:lnTo>
                      <a:pt x="110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" name="Google Shape;369;p16"/>
              <p:cNvSpPr/>
              <p:nvPr/>
            </p:nvSpPr>
            <p:spPr>
              <a:xfrm>
                <a:off x="3304043" y="2992409"/>
                <a:ext cx="28038" cy="28038"/>
              </a:xfrm>
              <a:custGeom>
                <a:rect b="b" l="l" r="r" t="t"/>
                <a:pathLst>
                  <a:path extrusionOk="0" h="1562" w="1562">
                    <a:moveTo>
                      <a:pt x="696" y="0"/>
                    </a:moveTo>
                    <a:lnTo>
                      <a:pt x="617" y="13"/>
                    </a:lnTo>
                    <a:lnTo>
                      <a:pt x="473" y="66"/>
                    </a:lnTo>
                    <a:lnTo>
                      <a:pt x="342" y="131"/>
                    </a:lnTo>
                    <a:lnTo>
                      <a:pt x="224" y="223"/>
                    </a:lnTo>
                    <a:lnTo>
                      <a:pt x="132" y="341"/>
                    </a:lnTo>
                    <a:lnTo>
                      <a:pt x="66" y="472"/>
                    </a:lnTo>
                    <a:lnTo>
                      <a:pt x="14" y="617"/>
                    </a:lnTo>
                    <a:lnTo>
                      <a:pt x="1" y="695"/>
                    </a:lnTo>
                    <a:lnTo>
                      <a:pt x="1" y="774"/>
                    </a:lnTo>
                    <a:lnTo>
                      <a:pt x="1" y="853"/>
                    </a:lnTo>
                    <a:lnTo>
                      <a:pt x="14" y="932"/>
                    </a:lnTo>
                    <a:lnTo>
                      <a:pt x="66" y="1076"/>
                    </a:lnTo>
                    <a:lnTo>
                      <a:pt x="132" y="1220"/>
                    </a:lnTo>
                    <a:lnTo>
                      <a:pt x="224" y="1325"/>
                    </a:lnTo>
                    <a:lnTo>
                      <a:pt x="342" y="1430"/>
                    </a:lnTo>
                    <a:lnTo>
                      <a:pt x="473" y="1496"/>
                    </a:lnTo>
                    <a:lnTo>
                      <a:pt x="617" y="1548"/>
                    </a:lnTo>
                    <a:lnTo>
                      <a:pt x="696" y="1548"/>
                    </a:lnTo>
                    <a:lnTo>
                      <a:pt x="775" y="1561"/>
                    </a:lnTo>
                    <a:lnTo>
                      <a:pt x="866" y="1548"/>
                    </a:lnTo>
                    <a:lnTo>
                      <a:pt x="932" y="1548"/>
                    </a:lnTo>
                    <a:lnTo>
                      <a:pt x="1089" y="1496"/>
                    </a:lnTo>
                    <a:lnTo>
                      <a:pt x="1221" y="1430"/>
                    </a:lnTo>
                    <a:lnTo>
                      <a:pt x="1326" y="1325"/>
                    </a:lnTo>
                    <a:lnTo>
                      <a:pt x="1431" y="1220"/>
                    </a:lnTo>
                    <a:lnTo>
                      <a:pt x="1496" y="1076"/>
                    </a:lnTo>
                    <a:lnTo>
                      <a:pt x="1549" y="932"/>
                    </a:lnTo>
                    <a:lnTo>
                      <a:pt x="1562" y="853"/>
                    </a:lnTo>
                    <a:lnTo>
                      <a:pt x="1562" y="774"/>
                    </a:lnTo>
                    <a:lnTo>
                      <a:pt x="1562" y="695"/>
                    </a:lnTo>
                    <a:lnTo>
                      <a:pt x="1549" y="617"/>
                    </a:lnTo>
                    <a:lnTo>
                      <a:pt x="1496" y="472"/>
                    </a:lnTo>
                    <a:lnTo>
                      <a:pt x="1431" y="341"/>
                    </a:lnTo>
                    <a:lnTo>
                      <a:pt x="1326" y="223"/>
                    </a:lnTo>
                    <a:lnTo>
                      <a:pt x="1221" y="131"/>
                    </a:lnTo>
                    <a:lnTo>
                      <a:pt x="1089" y="66"/>
                    </a:lnTo>
                    <a:lnTo>
                      <a:pt x="932" y="13"/>
                    </a:lnTo>
                    <a:lnTo>
                      <a:pt x="866" y="0"/>
                    </a:lnTo>
                    <a:close/>
                  </a:path>
                </a:pathLst>
              </a:custGeom>
              <a:solidFill>
                <a:srgbClr val="F7F7F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" name="Google Shape;370;p16"/>
              <p:cNvSpPr/>
              <p:nvPr/>
            </p:nvSpPr>
            <p:spPr>
              <a:xfrm>
                <a:off x="3294386" y="3047264"/>
                <a:ext cx="107395" cy="48303"/>
              </a:xfrm>
              <a:custGeom>
                <a:rect b="b" l="l" r="r" t="t"/>
                <a:pathLst>
                  <a:path extrusionOk="0" h="2691" w="5983">
                    <a:moveTo>
                      <a:pt x="1339" y="1"/>
                    </a:moveTo>
                    <a:lnTo>
                      <a:pt x="1208" y="14"/>
                    </a:lnTo>
                    <a:lnTo>
                      <a:pt x="1076" y="27"/>
                    </a:lnTo>
                    <a:lnTo>
                      <a:pt x="945" y="66"/>
                    </a:lnTo>
                    <a:lnTo>
                      <a:pt x="827" y="106"/>
                    </a:lnTo>
                    <a:lnTo>
                      <a:pt x="709" y="158"/>
                    </a:lnTo>
                    <a:lnTo>
                      <a:pt x="591" y="237"/>
                    </a:lnTo>
                    <a:lnTo>
                      <a:pt x="486" y="316"/>
                    </a:lnTo>
                    <a:lnTo>
                      <a:pt x="394" y="394"/>
                    </a:lnTo>
                    <a:lnTo>
                      <a:pt x="302" y="486"/>
                    </a:lnTo>
                    <a:lnTo>
                      <a:pt x="224" y="591"/>
                    </a:lnTo>
                    <a:lnTo>
                      <a:pt x="158" y="709"/>
                    </a:lnTo>
                    <a:lnTo>
                      <a:pt x="106" y="827"/>
                    </a:lnTo>
                    <a:lnTo>
                      <a:pt x="53" y="945"/>
                    </a:lnTo>
                    <a:lnTo>
                      <a:pt x="27" y="1077"/>
                    </a:lnTo>
                    <a:lnTo>
                      <a:pt x="1" y="1208"/>
                    </a:lnTo>
                    <a:lnTo>
                      <a:pt x="1" y="1352"/>
                    </a:lnTo>
                    <a:lnTo>
                      <a:pt x="1" y="1483"/>
                    </a:lnTo>
                    <a:lnTo>
                      <a:pt x="27" y="1614"/>
                    </a:lnTo>
                    <a:lnTo>
                      <a:pt x="53" y="1746"/>
                    </a:lnTo>
                    <a:lnTo>
                      <a:pt x="106" y="1877"/>
                    </a:lnTo>
                    <a:lnTo>
                      <a:pt x="158" y="1995"/>
                    </a:lnTo>
                    <a:lnTo>
                      <a:pt x="224" y="2100"/>
                    </a:lnTo>
                    <a:lnTo>
                      <a:pt x="302" y="2205"/>
                    </a:lnTo>
                    <a:lnTo>
                      <a:pt x="394" y="2297"/>
                    </a:lnTo>
                    <a:lnTo>
                      <a:pt x="486" y="2388"/>
                    </a:lnTo>
                    <a:lnTo>
                      <a:pt x="591" y="2467"/>
                    </a:lnTo>
                    <a:lnTo>
                      <a:pt x="709" y="2533"/>
                    </a:lnTo>
                    <a:lnTo>
                      <a:pt x="827" y="2585"/>
                    </a:lnTo>
                    <a:lnTo>
                      <a:pt x="945" y="2638"/>
                    </a:lnTo>
                    <a:lnTo>
                      <a:pt x="1076" y="2664"/>
                    </a:lnTo>
                    <a:lnTo>
                      <a:pt x="1208" y="2690"/>
                    </a:lnTo>
                    <a:lnTo>
                      <a:pt x="4776" y="2690"/>
                    </a:lnTo>
                    <a:lnTo>
                      <a:pt x="4907" y="2664"/>
                    </a:lnTo>
                    <a:lnTo>
                      <a:pt x="5038" y="2638"/>
                    </a:lnTo>
                    <a:lnTo>
                      <a:pt x="5156" y="2585"/>
                    </a:lnTo>
                    <a:lnTo>
                      <a:pt x="5275" y="2533"/>
                    </a:lnTo>
                    <a:lnTo>
                      <a:pt x="5393" y="2467"/>
                    </a:lnTo>
                    <a:lnTo>
                      <a:pt x="5498" y="2388"/>
                    </a:lnTo>
                    <a:lnTo>
                      <a:pt x="5589" y="2297"/>
                    </a:lnTo>
                    <a:lnTo>
                      <a:pt x="5681" y="2205"/>
                    </a:lnTo>
                    <a:lnTo>
                      <a:pt x="5747" y="2100"/>
                    </a:lnTo>
                    <a:lnTo>
                      <a:pt x="5826" y="1995"/>
                    </a:lnTo>
                    <a:lnTo>
                      <a:pt x="5878" y="1877"/>
                    </a:lnTo>
                    <a:lnTo>
                      <a:pt x="5917" y="1746"/>
                    </a:lnTo>
                    <a:lnTo>
                      <a:pt x="5957" y="1614"/>
                    </a:lnTo>
                    <a:lnTo>
                      <a:pt x="5970" y="1483"/>
                    </a:lnTo>
                    <a:lnTo>
                      <a:pt x="5983" y="1352"/>
                    </a:lnTo>
                    <a:lnTo>
                      <a:pt x="5970" y="1208"/>
                    </a:lnTo>
                    <a:lnTo>
                      <a:pt x="5957" y="1077"/>
                    </a:lnTo>
                    <a:lnTo>
                      <a:pt x="5917" y="945"/>
                    </a:lnTo>
                    <a:lnTo>
                      <a:pt x="5878" y="827"/>
                    </a:lnTo>
                    <a:lnTo>
                      <a:pt x="5826" y="709"/>
                    </a:lnTo>
                    <a:lnTo>
                      <a:pt x="5747" y="591"/>
                    </a:lnTo>
                    <a:lnTo>
                      <a:pt x="5681" y="486"/>
                    </a:lnTo>
                    <a:lnTo>
                      <a:pt x="5589" y="394"/>
                    </a:lnTo>
                    <a:lnTo>
                      <a:pt x="5498" y="316"/>
                    </a:lnTo>
                    <a:lnTo>
                      <a:pt x="5393" y="237"/>
                    </a:lnTo>
                    <a:lnTo>
                      <a:pt x="5275" y="158"/>
                    </a:lnTo>
                    <a:lnTo>
                      <a:pt x="5156" y="106"/>
                    </a:lnTo>
                    <a:lnTo>
                      <a:pt x="5038" y="66"/>
                    </a:lnTo>
                    <a:lnTo>
                      <a:pt x="4907" y="27"/>
                    </a:lnTo>
                    <a:lnTo>
                      <a:pt x="4776" y="14"/>
                    </a:lnTo>
                    <a:lnTo>
                      <a:pt x="46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" name="Google Shape;371;p16"/>
              <p:cNvSpPr/>
              <p:nvPr/>
            </p:nvSpPr>
            <p:spPr>
              <a:xfrm>
                <a:off x="3360083" y="3053385"/>
                <a:ext cx="36062" cy="36062"/>
              </a:xfrm>
              <a:custGeom>
                <a:rect b="b" l="l" r="r" t="t"/>
                <a:pathLst>
                  <a:path extrusionOk="0" h="2009" w="2009">
                    <a:moveTo>
                      <a:pt x="906" y="1"/>
                    </a:moveTo>
                    <a:lnTo>
                      <a:pt x="801" y="14"/>
                    </a:lnTo>
                    <a:lnTo>
                      <a:pt x="709" y="40"/>
                    </a:lnTo>
                    <a:lnTo>
                      <a:pt x="617" y="80"/>
                    </a:lnTo>
                    <a:lnTo>
                      <a:pt x="526" y="119"/>
                    </a:lnTo>
                    <a:lnTo>
                      <a:pt x="447" y="171"/>
                    </a:lnTo>
                    <a:lnTo>
                      <a:pt x="368" y="224"/>
                    </a:lnTo>
                    <a:lnTo>
                      <a:pt x="290" y="290"/>
                    </a:lnTo>
                    <a:lnTo>
                      <a:pt x="224" y="368"/>
                    </a:lnTo>
                    <a:lnTo>
                      <a:pt x="171" y="447"/>
                    </a:lnTo>
                    <a:lnTo>
                      <a:pt x="119" y="526"/>
                    </a:lnTo>
                    <a:lnTo>
                      <a:pt x="80" y="617"/>
                    </a:lnTo>
                    <a:lnTo>
                      <a:pt x="40" y="709"/>
                    </a:lnTo>
                    <a:lnTo>
                      <a:pt x="14" y="801"/>
                    </a:lnTo>
                    <a:lnTo>
                      <a:pt x="1" y="906"/>
                    </a:lnTo>
                    <a:lnTo>
                      <a:pt x="1" y="1011"/>
                    </a:lnTo>
                    <a:lnTo>
                      <a:pt x="1" y="1103"/>
                    </a:lnTo>
                    <a:lnTo>
                      <a:pt x="14" y="1208"/>
                    </a:lnTo>
                    <a:lnTo>
                      <a:pt x="40" y="1300"/>
                    </a:lnTo>
                    <a:lnTo>
                      <a:pt x="80" y="1392"/>
                    </a:lnTo>
                    <a:lnTo>
                      <a:pt x="119" y="1483"/>
                    </a:lnTo>
                    <a:lnTo>
                      <a:pt x="171" y="1575"/>
                    </a:lnTo>
                    <a:lnTo>
                      <a:pt x="224" y="1641"/>
                    </a:lnTo>
                    <a:lnTo>
                      <a:pt x="290" y="1719"/>
                    </a:lnTo>
                    <a:lnTo>
                      <a:pt x="368" y="1785"/>
                    </a:lnTo>
                    <a:lnTo>
                      <a:pt x="447" y="1838"/>
                    </a:lnTo>
                    <a:lnTo>
                      <a:pt x="526" y="1890"/>
                    </a:lnTo>
                    <a:lnTo>
                      <a:pt x="617" y="1929"/>
                    </a:lnTo>
                    <a:lnTo>
                      <a:pt x="709" y="1969"/>
                    </a:lnTo>
                    <a:lnTo>
                      <a:pt x="801" y="1995"/>
                    </a:lnTo>
                    <a:lnTo>
                      <a:pt x="906" y="2008"/>
                    </a:lnTo>
                    <a:lnTo>
                      <a:pt x="1103" y="2008"/>
                    </a:lnTo>
                    <a:lnTo>
                      <a:pt x="1208" y="1995"/>
                    </a:lnTo>
                    <a:lnTo>
                      <a:pt x="1300" y="1969"/>
                    </a:lnTo>
                    <a:lnTo>
                      <a:pt x="1392" y="1929"/>
                    </a:lnTo>
                    <a:lnTo>
                      <a:pt x="1483" y="1890"/>
                    </a:lnTo>
                    <a:lnTo>
                      <a:pt x="1562" y="1838"/>
                    </a:lnTo>
                    <a:lnTo>
                      <a:pt x="1641" y="1785"/>
                    </a:lnTo>
                    <a:lnTo>
                      <a:pt x="1719" y="1719"/>
                    </a:lnTo>
                    <a:lnTo>
                      <a:pt x="1785" y="1641"/>
                    </a:lnTo>
                    <a:lnTo>
                      <a:pt x="1838" y="1575"/>
                    </a:lnTo>
                    <a:lnTo>
                      <a:pt x="1890" y="1483"/>
                    </a:lnTo>
                    <a:lnTo>
                      <a:pt x="1929" y="1392"/>
                    </a:lnTo>
                    <a:lnTo>
                      <a:pt x="1969" y="1300"/>
                    </a:lnTo>
                    <a:lnTo>
                      <a:pt x="1995" y="1208"/>
                    </a:lnTo>
                    <a:lnTo>
                      <a:pt x="2008" y="1103"/>
                    </a:lnTo>
                    <a:lnTo>
                      <a:pt x="2008" y="1011"/>
                    </a:lnTo>
                    <a:lnTo>
                      <a:pt x="2008" y="906"/>
                    </a:lnTo>
                    <a:lnTo>
                      <a:pt x="1995" y="801"/>
                    </a:lnTo>
                    <a:lnTo>
                      <a:pt x="1969" y="709"/>
                    </a:lnTo>
                    <a:lnTo>
                      <a:pt x="1929" y="617"/>
                    </a:lnTo>
                    <a:lnTo>
                      <a:pt x="1890" y="526"/>
                    </a:lnTo>
                    <a:lnTo>
                      <a:pt x="1838" y="447"/>
                    </a:lnTo>
                    <a:lnTo>
                      <a:pt x="1785" y="368"/>
                    </a:lnTo>
                    <a:lnTo>
                      <a:pt x="1719" y="290"/>
                    </a:lnTo>
                    <a:lnTo>
                      <a:pt x="1641" y="224"/>
                    </a:lnTo>
                    <a:lnTo>
                      <a:pt x="1562" y="171"/>
                    </a:lnTo>
                    <a:lnTo>
                      <a:pt x="1483" y="119"/>
                    </a:lnTo>
                    <a:lnTo>
                      <a:pt x="1392" y="80"/>
                    </a:lnTo>
                    <a:lnTo>
                      <a:pt x="1300" y="40"/>
                    </a:lnTo>
                    <a:lnTo>
                      <a:pt x="1208" y="14"/>
                    </a:lnTo>
                    <a:lnTo>
                      <a:pt x="110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" name="Google Shape;372;p16"/>
              <p:cNvSpPr/>
              <p:nvPr/>
            </p:nvSpPr>
            <p:spPr>
              <a:xfrm>
                <a:off x="3364085" y="3057388"/>
                <a:ext cx="28056" cy="28056"/>
              </a:xfrm>
              <a:custGeom>
                <a:rect b="b" l="l" r="r" t="t"/>
                <a:pathLst>
                  <a:path extrusionOk="0" h="1563" w="1563">
                    <a:moveTo>
                      <a:pt x="775" y="1"/>
                    </a:moveTo>
                    <a:lnTo>
                      <a:pt x="696" y="14"/>
                    </a:lnTo>
                    <a:lnTo>
                      <a:pt x="618" y="14"/>
                    </a:lnTo>
                    <a:lnTo>
                      <a:pt x="473" y="67"/>
                    </a:lnTo>
                    <a:lnTo>
                      <a:pt x="342" y="132"/>
                    </a:lnTo>
                    <a:lnTo>
                      <a:pt x="224" y="237"/>
                    </a:lnTo>
                    <a:lnTo>
                      <a:pt x="132" y="342"/>
                    </a:lnTo>
                    <a:lnTo>
                      <a:pt x="67" y="486"/>
                    </a:lnTo>
                    <a:lnTo>
                      <a:pt x="14" y="631"/>
                    </a:lnTo>
                    <a:lnTo>
                      <a:pt x="1" y="709"/>
                    </a:lnTo>
                    <a:lnTo>
                      <a:pt x="1" y="788"/>
                    </a:lnTo>
                    <a:lnTo>
                      <a:pt x="1" y="867"/>
                    </a:lnTo>
                    <a:lnTo>
                      <a:pt x="14" y="945"/>
                    </a:lnTo>
                    <a:lnTo>
                      <a:pt x="67" y="1090"/>
                    </a:lnTo>
                    <a:lnTo>
                      <a:pt x="132" y="1221"/>
                    </a:lnTo>
                    <a:lnTo>
                      <a:pt x="224" y="1339"/>
                    </a:lnTo>
                    <a:lnTo>
                      <a:pt x="342" y="1431"/>
                    </a:lnTo>
                    <a:lnTo>
                      <a:pt x="473" y="1496"/>
                    </a:lnTo>
                    <a:lnTo>
                      <a:pt x="618" y="1549"/>
                    </a:lnTo>
                    <a:lnTo>
                      <a:pt x="696" y="1562"/>
                    </a:lnTo>
                    <a:lnTo>
                      <a:pt x="854" y="1562"/>
                    </a:lnTo>
                    <a:lnTo>
                      <a:pt x="932" y="1549"/>
                    </a:lnTo>
                    <a:lnTo>
                      <a:pt x="1090" y="1496"/>
                    </a:lnTo>
                    <a:lnTo>
                      <a:pt x="1221" y="1431"/>
                    </a:lnTo>
                    <a:lnTo>
                      <a:pt x="1326" y="1339"/>
                    </a:lnTo>
                    <a:lnTo>
                      <a:pt x="1431" y="1221"/>
                    </a:lnTo>
                    <a:lnTo>
                      <a:pt x="1496" y="1090"/>
                    </a:lnTo>
                    <a:lnTo>
                      <a:pt x="1549" y="945"/>
                    </a:lnTo>
                    <a:lnTo>
                      <a:pt x="1562" y="867"/>
                    </a:lnTo>
                    <a:lnTo>
                      <a:pt x="1562" y="788"/>
                    </a:lnTo>
                    <a:lnTo>
                      <a:pt x="1562" y="709"/>
                    </a:lnTo>
                    <a:lnTo>
                      <a:pt x="1549" y="631"/>
                    </a:lnTo>
                    <a:lnTo>
                      <a:pt x="1496" y="486"/>
                    </a:lnTo>
                    <a:lnTo>
                      <a:pt x="1431" y="342"/>
                    </a:lnTo>
                    <a:lnTo>
                      <a:pt x="1326" y="237"/>
                    </a:lnTo>
                    <a:lnTo>
                      <a:pt x="1221" y="132"/>
                    </a:lnTo>
                    <a:lnTo>
                      <a:pt x="1090" y="67"/>
                    </a:lnTo>
                    <a:lnTo>
                      <a:pt x="932" y="14"/>
                    </a:lnTo>
                    <a:lnTo>
                      <a:pt x="854" y="14"/>
                    </a:lnTo>
                    <a:lnTo>
                      <a:pt x="775" y="1"/>
                    </a:lnTo>
                    <a:close/>
                  </a:path>
                </a:pathLst>
              </a:custGeom>
              <a:solidFill>
                <a:srgbClr val="F7F7F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" name="Google Shape;373;p16"/>
              <p:cNvSpPr/>
              <p:nvPr/>
            </p:nvSpPr>
            <p:spPr>
              <a:xfrm>
                <a:off x="3294386" y="3112728"/>
                <a:ext cx="107395" cy="48303"/>
              </a:xfrm>
              <a:custGeom>
                <a:rect b="b" l="l" r="r" t="t"/>
                <a:pathLst>
                  <a:path extrusionOk="0" h="2691" w="5983">
                    <a:moveTo>
                      <a:pt x="1208" y="1"/>
                    </a:moveTo>
                    <a:lnTo>
                      <a:pt x="1076" y="27"/>
                    </a:lnTo>
                    <a:lnTo>
                      <a:pt x="945" y="53"/>
                    </a:lnTo>
                    <a:lnTo>
                      <a:pt x="827" y="106"/>
                    </a:lnTo>
                    <a:lnTo>
                      <a:pt x="709" y="158"/>
                    </a:lnTo>
                    <a:lnTo>
                      <a:pt x="591" y="224"/>
                    </a:lnTo>
                    <a:lnTo>
                      <a:pt x="486" y="303"/>
                    </a:lnTo>
                    <a:lnTo>
                      <a:pt x="394" y="394"/>
                    </a:lnTo>
                    <a:lnTo>
                      <a:pt x="302" y="486"/>
                    </a:lnTo>
                    <a:lnTo>
                      <a:pt x="224" y="591"/>
                    </a:lnTo>
                    <a:lnTo>
                      <a:pt x="158" y="696"/>
                    </a:lnTo>
                    <a:lnTo>
                      <a:pt x="106" y="814"/>
                    </a:lnTo>
                    <a:lnTo>
                      <a:pt x="53" y="945"/>
                    </a:lnTo>
                    <a:lnTo>
                      <a:pt x="27" y="1064"/>
                    </a:lnTo>
                    <a:lnTo>
                      <a:pt x="1" y="1208"/>
                    </a:lnTo>
                    <a:lnTo>
                      <a:pt x="1" y="1339"/>
                    </a:lnTo>
                    <a:lnTo>
                      <a:pt x="1" y="1483"/>
                    </a:lnTo>
                    <a:lnTo>
                      <a:pt x="27" y="1615"/>
                    </a:lnTo>
                    <a:lnTo>
                      <a:pt x="53" y="1746"/>
                    </a:lnTo>
                    <a:lnTo>
                      <a:pt x="106" y="1864"/>
                    </a:lnTo>
                    <a:lnTo>
                      <a:pt x="158" y="1982"/>
                    </a:lnTo>
                    <a:lnTo>
                      <a:pt x="224" y="2087"/>
                    </a:lnTo>
                    <a:lnTo>
                      <a:pt x="302" y="2192"/>
                    </a:lnTo>
                    <a:lnTo>
                      <a:pt x="394" y="2297"/>
                    </a:lnTo>
                    <a:lnTo>
                      <a:pt x="486" y="2375"/>
                    </a:lnTo>
                    <a:lnTo>
                      <a:pt x="591" y="2454"/>
                    </a:lnTo>
                    <a:lnTo>
                      <a:pt x="709" y="2520"/>
                    </a:lnTo>
                    <a:lnTo>
                      <a:pt x="827" y="2585"/>
                    </a:lnTo>
                    <a:lnTo>
                      <a:pt x="945" y="2625"/>
                    </a:lnTo>
                    <a:lnTo>
                      <a:pt x="1076" y="2664"/>
                    </a:lnTo>
                    <a:lnTo>
                      <a:pt x="1208" y="2677"/>
                    </a:lnTo>
                    <a:lnTo>
                      <a:pt x="1339" y="2690"/>
                    </a:lnTo>
                    <a:lnTo>
                      <a:pt x="4632" y="2690"/>
                    </a:lnTo>
                    <a:lnTo>
                      <a:pt x="4776" y="2677"/>
                    </a:lnTo>
                    <a:lnTo>
                      <a:pt x="4907" y="2664"/>
                    </a:lnTo>
                    <a:lnTo>
                      <a:pt x="5038" y="2625"/>
                    </a:lnTo>
                    <a:lnTo>
                      <a:pt x="5156" y="2585"/>
                    </a:lnTo>
                    <a:lnTo>
                      <a:pt x="5275" y="2520"/>
                    </a:lnTo>
                    <a:lnTo>
                      <a:pt x="5393" y="2454"/>
                    </a:lnTo>
                    <a:lnTo>
                      <a:pt x="5498" y="2375"/>
                    </a:lnTo>
                    <a:lnTo>
                      <a:pt x="5589" y="2297"/>
                    </a:lnTo>
                    <a:lnTo>
                      <a:pt x="5681" y="2192"/>
                    </a:lnTo>
                    <a:lnTo>
                      <a:pt x="5747" y="2087"/>
                    </a:lnTo>
                    <a:lnTo>
                      <a:pt x="5826" y="1982"/>
                    </a:lnTo>
                    <a:lnTo>
                      <a:pt x="5878" y="1864"/>
                    </a:lnTo>
                    <a:lnTo>
                      <a:pt x="5917" y="1746"/>
                    </a:lnTo>
                    <a:lnTo>
                      <a:pt x="5957" y="1615"/>
                    </a:lnTo>
                    <a:lnTo>
                      <a:pt x="5970" y="1483"/>
                    </a:lnTo>
                    <a:lnTo>
                      <a:pt x="5983" y="1339"/>
                    </a:lnTo>
                    <a:lnTo>
                      <a:pt x="5970" y="1208"/>
                    </a:lnTo>
                    <a:lnTo>
                      <a:pt x="5957" y="1064"/>
                    </a:lnTo>
                    <a:lnTo>
                      <a:pt x="5917" y="945"/>
                    </a:lnTo>
                    <a:lnTo>
                      <a:pt x="5878" y="814"/>
                    </a:lnTo>
                    <a:lnTo>
                      <a:pt x="5826" y="696"/>
                    </a:lnTo>
                    <a:lnTo>
                      <a:pt x="5747" y="591"/>
                    </a:lnTo>
                    <a:lnTo>
                      <a:pt x="5681" y="486"/>
                    </a:lnTo>
                    <a:lnTo>
                      <a:pt x="5589" y="394"/>
                    </a:lnTo>
                    <a:lnTo>
                      <a:pt x="5498" y="303"/>
                    </a:lnTo>
                    <a:lnTo>
                      <a:pt x="5393" y="224"/>
                    </a:lnTo>
                    <a:lnTo>
                      <a:pt x="5275" y="158"/>
                    </a:lnTo>
                    <a:lnTo>
                      <a:pt x="5156" y="106"/>
                    </a:lnTo>
                    <a:lnTo>
                      <a:pt x="5038" y="53"/>
                    </a:lnTo>
                    <a:lnTo>
                      <a:pt x="4907" y="27"/>
                    </a:lnTo>
                    <a:lnTo>
                      <a:pt x="477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" name="Google Shape;374;p16"/>
              <p:cNvSpPr/>
              <p:nvPr/>
            </p:nvSpPr>
            <p:spPr>
              <a:xfrm>
                <a:off x="3300040" y="3118616"/>
                <a:ext cx="36044" cy="36295"/>
              </a:xfrm>
              <a:custGeom>
                <a:rect b="b" l="l" r="r" t="t"/>
                <a:pathLst>
                  <a:path extrusionOk="0" h="2022" w="2008">
                    <a:moveTo>
                      <a:pt x="998" y="1"/>
                    </a:moveTo>
                    <a:lnTo>
                      <a:pt x="906" y="14"/>
                    </a:lnTo>
                    <a:lnTo>
                      <a:pt x="801" y="27"/>
                    </a:lnTo>
                    <a:lnTo>
                      <a:pt x="709" y="53"/>
                    </a:lnTo>
                    <a:lnTo>
                      <a:pt x="617" y="80"/>
                    </a:lnTo>
                    <a:lnTo>
                      <a:pt x="525" y="132"/>
                    </a:lnTo>
                    <a:lnTo>
                      <a:pt x="447" y="185"/>
                    </a:lnTo>
                    <a:lnTo>
                      <a:pt x="368" y="237"/>
                    </a:lnTo>
                    <a:lnTo>
                      <a:pt x="289" y="303"/>
                    </a:lnTo>
                    <a:lnTo>
                      <a:pt x="224" y="368"/>
                    </a:lnTo>
                    <a:lnTo>
                      <a:pt x="171" y="447"/>
                    </a:lnTo>
                    <a:lnTo>
                      <a:pt x="119" y="539"/>
                    </a:lnTo>
                    <a:lnTo>
                      <a:pt x="79" y="617"/>
                    </a:lnTo>
                    <a:lnTo>
                      <a:pt x="40" y="709"/>
                    </a:lnTo>
                    <a:lnTo>
                      <a:pt x="14" y="814"/>
                    </a:lnTo>
                    <a:lnTo>
                      <a:pt x="1" y="906"/>
                    </a:lnTo>
                    <a:lnTo>
                      <a:pt x="1" y="1011"/>
                    </a:lnTo>
                    <a:lnTo>
                      <a:pt x="1" y="1116"/>
                    </a:lnTo>
                    <a:lnTo>
                      <a:pt x="14" y="1221"/>
                    </a:lnTo>
                    <a:lnTo>
                      <a:pt x="40" y="1313"/>
                    </a:lnTo>
                    <a:lnTo>
                      <a:pt x="79" y="1405"/>
                    </a:lnTo>
                    <a:lnTo>
                      <a:pt x="119" y="1496"/>
                    </a:lnTo>
                    <a:lnTo>
                      <a:pt x="171" y="1575"/>
                    </a:lnTo>
                    <a:lnTo>
                      <a:pt x="224" y="1654"/>
                    </a:lnTo>
                    <a:lnTo>
                      <a:pt x="289" y="1719"/>
                    </a:lnTo>
                    <a:lnTo>
                      <a:pt x="368" y="1785"/>
                    </a:lnTo>
                    <a:lnTo>
                      <a:pt x="447" y="1851"/>
                    </a:lnTo>
                    <a:lnTo>
                      <a:pt x="525" y="1903"/>
                    </a:lnTo>
                    <a:lnTo>
                      <a:pt x="617" y="1942"/>
                    </a:lnTo>
                    <a:lnTo>
                      <a:pt x="709" y="1969"/>
                    </a:lnTo>
                    <a:lnTo>
                      <a:pt x="801" y="1995"/>
                    </a:lnTo>
                    <a:lnTo>
                      <a:pt x="906" y="2008"/>
                    </a:lnTo>
                    <a:lnTo>
                      <a:pt x="998" y="2021"/>
                    </a:lnTo>
                    <a:lnTo>
                      <a:pt x="1103" y="2008"/>
                    </a:lnTo>
                    <a:lnTo>
                      <a:pt x="1208" y="1995"/>
                    </a:lnTo>
                    <a:lnTo>
                      <a:pt x="1299" y="1969"/>
                    </a:lnTo>
                    <a:lnTo>
                      <a:pt x="1391" y="1942"/>
                    </a:lnTo>
                    <a:lnTo>
                      <a:pt x="1483" y="1903"/>
                    </a:lnTo>
                    <a:lnTo>
                      <a:pt x="1562" y="1851"/>
                    </a:lnTo>
                    <a:lnTo>
                      <a:pt x="1640" y="1785"/>
                    </a:lnTo>
                    <a:lnTo>
                      <a:pt x="1719" y="1719"/>
                    </a:lnTo>
                    <a:lnTo>
                      <a:pt x="1785" y="1654"/>
                    </a:lnTo>
                    <a:lnTo>
                      <a:pt x="1837" y="1575"/>
                    </a:lnTo>
                    <a:lnTo>
                      <a:pt x="1890" y="1496"/>
                    </a:lnTo>
                    <a:lnTo>
                      <a:pt x="1929" y="1405"/>
                    </a:lnTo>
                    <a:lnTo>
                      <a:pt x="1968" y="1313"/>
                    </a:lnTo>
                    <a:lnTo>
                      <a:pt x="1995" y="1221"/>
                    </a:lnTo>
                    <a:lnTo>
                      <a:pt x="2008" y="1116"/>
                    </a:lnTo>
                    <a:lnTo>
                      <a:pt x="2008" y="1011"/>
                    </a:lnTo>
                    <a:lnTo>
                      <a:pt x="2008" y="906"/>
                    </a:lnTo>
                    <a:lnTo>
                      <a:pt x="1995" y="814"/>
                    </a:lnTo>
                    <a:lnTo>
                      <a:pt x="1968" y="709"/>
                    </a:lnTo>
                    <a:lnTo>
                      <a:pt x="1929" y="617"/>
                    </a:lnTo>
                    <a:lnTo>
                      <a:pt x="1890" y="539"/>
                    </a:lnTo>
                    <a:lnTo>
                      <a:pt x="1837" y="447"/>
                    </a:lnTo>
                    <a:lnTo>
                      <a:pt x="1785" y="368"/>
                    </a:lnTo>
                    <a:lnTo>
                      <a:pt x="1719" y="303"/>
                    </a:lnTo>
                    <a:lnTo>
                      <a:pt x="1640" y="237"/>
                    </a:lnTo>
                    <a:lnTo>
                      <a:pt x="1562" y="185"/>
                    </a:lnTo>
                    <a:lnTo>
                      <a:pt x="1483" y="132"/>
                    </a:lnTo>
                    <a:lnTo>
                      <a:pt x="1391" y="80"/>
                    </a:lnTo>
                    <a:lnTo>
                      <a:pt x="1299" y="53"/>
                    </a:lnTo>
                    <a:lnTo>
                      <a:pt x="1208" y="27"/>
                    </a:lnTo>
                    <a:lnTo>
                      <a:pt x="1103" y="14"/>
                    </a:lnTo>
                    <a:lnTo>
                      <a:pt x="998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" name="Google Shape;375;p16"/>
              <p:cNvSpPr/>
              <p:nvPr/>
            </p:nvSpPr>
            <p:spPr>
              <a:xfrm>
                <a:off x="3304043" y="3122870"/>
                <a:ext cx="28038" cy="28038"/>
              </a:xfrm>
              <a:custGeom>
                <a:rect b="b" l="l" r="r" t="t"/>
                <a:pathLst>
                  <a:path extrusionOk="0" h="1562" w="1562">
                    <a:moveTo>
                      <a:pt x="696" y="0"/>
                    </a:moveTo>
                    <a:lnTo>
                      <a:pt x="617" y="13"/>
                    </a:lnTo>
                    <a:lnTo>
                      <a:pt x="473" y="52"/>
                    </a:lnTo>
                    <a:lnTo>
                      <a:pt x="342" y="131"/>
                    </a:lnTo>
                    <a:lnTo>
                      <a:pt x="224" y="223"/>
                    </a:lnTo>
                    <a:lnTo>
                      <a:pt x="132" y="341"/>
                    </a:lnTo>
                    <a:lnTo>
                      <a:pt x="66" y="472"/>
                    </a:lnTo>
                    <a:lnTo>
                      <a:pt x="14" y="617"/>
                    </a:lnTo>
                    <a:lnTo>
                      <a:pt x="1" y="695"/>
                    </a:lnTo>
                    <a:lnTo>
                      <a:pt x="1" y="774"/>
                    </a:lnTo>
                    <a:lnTo>
                      <a:pt x="1" y="853"/>
                    </a:lnTo>
                    <a:lnTo>
                      <a:pt x="14" y="931"/>
                    </a:lnTo>
                    <a:lnTo>
                      <a:pt x="66" y="1076"/>
                    </a:lnTo>
                    <a:lnTo>
                      <a:pt x="132" y="1207"/>
                    </a:lnTo>
                    <a:lnTo>
                      <a:pt x="224" y="1325"/>
                    </a:lnTo>
                    <a:lnTo>
                      <a:pt x="342" y="1417"/>
                    </a:lnTo>
                    <a:lnTo>
                      <a:pt x="473" y="1496"/>
                    </a:lnTo>
                    <a:lnTo>
                      <a:pt x="617" y="1535"/>
                    </a:lnTo>
                    <a:lnTo>
                      <a:pt x="696" y="1548"/>
                    </a:lnTo>
                    <a:lnTo>
                      <a:pt x="775" y="1561"/>
                    </a:lnTo>
                    <a:lnTo>
                      <a:pt x="866" y="1548"/>
                    </a:lnTo>
                    <a:lnTo>
                      <a:pt x="932" y="1535"/>
                    </a:lnTo>
                    <a:lnTo>
                      <a:pt x="1089" y="1496"/>
                    </a:lnTo>
                    <a:lnTo>
                      <a:pt x="1221" y="1417"/>
                    </a:lnTo>
                    <a:lnTo>
                      <a:pt x="1326" y="1325"/>
                    </a:lnTo>
                    <a:lnTo>
                      <a:pt x="1431" y="1207"/>
                    </a:lnTo>
                    <a:lnTo>
                      <a:pt x="1496" y="1076"/>
                    </a:lnTo>
                    <a:lnTo>
                      <a:pt x="1549" y="931"/>
                    </a:lnTo>
                    <a:lnTo>
                      <a:pt x="1562" y="853"/>
                    </a:lnTo>
                    <a:lnTo>
                      <a:pt x="1562" y="774"/>
                    </a:lnTo>
                    <a:lnTo>
                      <a:pt x="1562" y="695"/>
                    </a:lnTo>
                    <a:lnTo>
                      <a:pt x="1549" y="617"/>
                    </a:lnTo>
                    <a:lnTo>
                      <a:pt x="1496" y="472"/>
                    </a:lnTo>
                    <a:lnTo>
                      <a:pt x="1431" y="341"/>
                    </a:lnTo>
                    <a:lnTo>
                      <a:pt x="1326" y="223"/>
                    </a:lnTo>
                    <a:lnTo>
                      <a:pt x="1221" y="131"/>
                    </a:lnTo>
                    <a:lnTo>
                      <a:pt x="1089" y="52"/>
                    </a:lnTo>
                    <a:lnTo>
                      <a:pt x="932" y="13"/>
                    </a:lnTo>
                    <a:lnTo>
                      <a:pt x="866" y="0"/>
                    </a:lnTo>
                    <a:close/>
                  </a:path>
                </a:pathLst>
              </a:custGeom>
              <a:solidFill>
                <a:srgbClr val="F7F7F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" name="Google Shape;376;p16"/>
              <p:cNvSpPr/>
              <p:nvPr/>
            </p:nvSpPr>
            <p:spPr>
              <a:xfrm>
                <a:off x="3294386" y="3177725"/>
                <a:ext cx="107395" cy="48303"/>
              </a:xfrm>
              <a:custGeom>
                <a:rect b="b" l="l" r="r" t="t"/>
                <a:pathLst>
                  <a:path extrusionOk="0" h="2691" w="5983">
                    <a:moveTo>
                      <a:pt x="1208" y="1"/>
                    </a:moveTo>
                    <a:lnTo>
                      <a:pt x="1076" y="27"/>
                    </a:lnTo>
                    <a:lnTo>
                      <a:pt x="945" y="66"/>
                    </a:lnTo>
                    <a:lnTo>
                      <a:pt x="827" y="106"/>
                    </a:lnTo>
                    <a:lnTo>
                      <a:pt x="709" y="158"/>
                    </a:lnTo>
                    <a:lnTo>
                      <a:pt x="591" y="224"/>
                    </a:lnTo>
                    <a:lnTo>
                      <a:pt x="486" y="302"/>
                    </a:lnTo>
                    <a:lnTo>
                      <a:pt x="394" y="394"/>
                    </a:lnTo>
                    <a:lnTo>
                      <a:pt x="302" y="486"/>
                    </a:lnTo>
                    <a:lnTo>
                      <a:pt x="224" y="591"/>
                    </a:lnTo>
                    <a:lnTo>
                      <a:pt x="158" y="709"/>
                    </a:lnTo>
                    <a:lnTo>
                      <a:pt x="106" y="827"/>
                    </a:lnTo>
                    <a:lnTo>
                      <a:pt x="53" y="945"/>
                    </a:lnTo>
                    <a:lnTo>
                      <a:pt x="27" y="1076"/>
                    </a:lnTo>
                    <a:lnTo>
                      <a:pt x="1" y="1208"/>
                    </a:lnTo>
                    <a:lnTo>
                      <a:pt x="1" y="1339"/>
                    </a:lnTo>
                    <a:lnTo>
                      <a:pt x="1" y="1483"/>
                    </a:lnTo>
                    <a:lnTo>
                      <a:pt x="27" y="1614"/>
                    </a:lnTo>
                    <a:lnTo>
                      <a:pt x="53" y="1746"/>
                    </a:lnTo>
                    <a:lnTo>
                      <a:pt x="106" y="1864"/>
                    </a:lnTo>
                    <a:lnTo>
                      <a:pt x="158" y="1982"/>
                    </a:lnTo>
                    <a:lnTo>
                      <a:pt x="224" y="2100"/>
                    </a:lnTo>
                    <a:lnTo>
                      <a:pt x="302" y="2205"/>
                    </a:lnTo>
                    <a:lnTo>
                      <a:pt x="394" y="2297"/>
                    </a:lnTo>
                    <a:lnTo>
                      <a:pt x="486" y="2388"/>
                    </a:lnTo>
                    <a:lnTo>
                      <a:pt x="591" y="2454"/>
                    </a:lnTo>
                    <a:lnTo>
                      <a:pt x="709" y="2533"/>
                    </a:lnTo>
                    <a:lnTo>
                      <a:pt x="827" y="2585"/>
                    </a:lnTo>
                    <a:lnTo>
                      <a:pt x="945" y="2625"/>
                    </a:lnTo>
                    <a:lnTo>
                      <a:pt x="1076" y="2664"/>
                    </a:lnTo>
                    <a:lnTo>
                      <a:pt x="1208" y="2677"/>
                    </a:lnTo>
                    <a:lnTo>
                      <a:pt x="1339" y="2690"/>
                    </a:lnTo>
                    <a:lnTo>
                      <a:pt x="4632" y="2690"/>
                    </a:lnTo>
                    <a:lnTo>
                      <a:pt x="4776" y="2677"/>
                    </a:lnTo>
                    <a:lnTo>
                      <a:pt x="4907" y="2664"/>
                    </a:lnTo>
                    <a:lnTo>
                      <a:pt x="5038" y="2625"/>
                    </a:lnTo>
                    <a:lnTo>
                      <a:pt x="5156" y="2585"/>
                    </a:lnTo>
                    <a:lnTo>
                      <a:pt x="5275" y="2533"/>
                    </a:lnTo>
                    <a:lnTo>
                      <a:pt x="5393" y="2454"/>
                    </a:lnTo>
                    <a:lnTo>
                      <a:pt x="5498" y="2388"/>
                    </a:lnTo>
                    <a:lnTo>
                      <a:pt x="5589" y="2297"/>
                    </a:lnTo>
                    <a:lnTo>
                      <a:pt x="5681" y="2205"/>
                    </a:lnTo>
                    <a:lnTo>
                      <a:pt x="5747" y="2100"/>
                    </a:lnTo>
                    <a:lnTo>
                      <a:pt x="5826" y="1982"/>
                    </a:lnTo>
                    <a:lnTo>
                      <a:pt x="5878" y="1864"/>
                    </a:lnTo>
                    <a:lnTo>
                      <a:pt x="5917" y="1746"/>
                    </a:lnTo>
                    <a:lnTo>
                      <a:pt x="5957" y="1614"/>
                    </a:lnTo>
                    <a:lnTo>
                      <a:pt x="5970" y="1483"/>
                    </a:lnTo>
                    <a:lnTo>
                      <a:pt x="5983" y="1339"/>
                    </a:lnTo>
                    <a:lnTo>
                      <a:pt x="5970" y="1208"/>
                    </a:lnTo>
                    <a:lnTo>
                      <a:pt x="5957" y="1076"/>
                    </a:lnTo>
                    <a:lnTo>
                      <a:pt x="5917" y="945"/>
                    </a:lnTo>
                    <a:lnTo>
                      <a:pt x="5878" y="827"/>
                    </a:lnTo>
                    <a:lnTo>
                      <a:pt x="5826" y="709"/>
                    </a:lnTo>
                    <a:lnTo>
                      <a:pt x="5747" y="591"/>
                    </a:lnTo>
                    <a:lnTo>
                      <a:pt x="5681" y="486"/>
                    </a:lnTo>
                    <a:lnTo>
                      <a:pt x="5589" y="394"/>
                    </a:lnTo>
                    <a:lnTo>
                      <a:pt x="5498" y="302"/>
                    </a:lnTo>
                    <a:lnTo>
                      <a:pt x="5393" y="224"/>
                    </a:lnTo>
                    <a:lnTo>
                      <a:pt x="5275" y="158"/>
                    </a:lnTo>
                    <a:lnTo>
                      <a:pt x="5156" y="106"/>
                    </a:lnTo>
                    <a:lnTo>
                      <a:pt x="5038" y="66"/>
                    </a:lnTo>
                    <a:lnTo>
                      <a:pt x="4907" y="27"/>
                    </a:lnTo>
                    <a:lnTo>
                      <a:pt x="477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" name="Google Shape;377;p16"/>
              <p:cNvSpPr/>
              <p:nvPr/>
            </p:nvSpPr>
            <p:spPr>
              <a:xfrm>
                <a:off x="3360083" y="3183846"/>
                <a:ext cx="36062" cy="36062"/>
              </a:xfrm>
              <a:custGeom>
                <a:rect b="b" l="l" r="r" t="t"/>
                <a:pathLst>
                  <a:path extrusionOk="0" h="2009" w="2009">
                    <a:moveTo>
                      <a:pt x="906" y="1"/>
                    </a:moveTo>
                    <a:lnTo>
                      <a:pt x="801" y="14"/>
                    </a:lnTo>
                    <a:lnTo>
                      <a:pt x="709" y="40"/>
                    </a:lnTo>
                    <a:lnTo>
                      <a:pt x="617" y="80"/>
                    </a:lnTo>
                    <a:lnTo>
                      <a:pt x="526" y="119"/>
                    </a:lnTo>
                    <a:lnTo>
                      <a:pt x="447" y="171"/>
                    </a:lnTo>
                    <a:lnTo>
                      <a:pt x="368" y="224"/>
                    </a:lnTo>
                    <a:lnTo>
                      <a:pt x="290" y="289"/>
                    </a:lnTo>
                    <a:lnTo>
                      <a:pt x="224" y="368"/>
                    </a:lnTo>
                    <a:lnTo>
                      <a:pt x="171" y="447"/>
                    </a:lnTo>
                    <a:lnTo>
                      <a:pt x="119" y="526"/>
                    </a:lnTo>
                    <a:lnTo>
                      <a:pt x="80" y="617"/>
                    </a:lnTo>
                    <a:lnTo>
                      <a:pt x="40" y="709"/>
                    </a:lnTo>
                    <a:lnTo>
                      <a:pt x="14" y="801"/>
                    </a:lnTo>
                    <a:lnTo>
                      <a:pt x="1" y="906"/>
                    </a:lnTo>
                    <a:lnTo>
                      <a:pt x="1" y="998"/>
                    </a:lnTo>
                    <a:lnTo>
                      <a:pt x="1" y="1103"/>
                    </a:lnTo>
                    <a:lnTo>
                      <a:pt x="14" y="1208"/>
                    </a:lnTo>
                    <a:lnTo>
                      <a:pt x="40" y="1300"/>
                    </a:lnTo>
                    <a:lnTo>
                      <a:pt x="80" y="1391"/>
                    </a:lnTo>
                    <a:lnTo>
                      <a:pt x="119" y="1483"/>
                    </a:lnTo>
                    <a:lnTo>
                      <a:pt x="171" y="1562"/>
                    </a:lnTo>
                    <a:lnTo>
                      <a:pt x="224" y="1641"/>
                    </a:lnTo>
                    <a:lnTo>
                      <a:pt x="290" y="1719"/>
                    </a:lnTo>
                    <a:lnTo>
                      <a:pt x="368" y="1785"/>
                    </a:lnTo>
                    <a:lnTo>
                      <a:pt x="447" y="1837"/>
                    </a:lnTo>
                    <a:lnTo>
                      <a:pt x="526" y="1890"/>
                    </a:lnTo>
                    <a:lnTo>
                      <a:pt x="617" y="1929"/>
                    </a:lnTo>
                    <a:lnTo>
                      <a:pt x="709" y="1969"/>
                    </a:lnTo>
                    <a:lnTo>
                      <a:pt x="801" y="1995"/>
                    </a:lnTo>
                    <a:lnTo>
                      <a:pt x="906" y="2008"/>
                    </a:lnTo>
                    <a:lnTo>
                      <a:pt x="1103" y="2008"/>
                    </a:lnTo>
                    <a:lnTo>
                      <a:pt x="1208" y="1995"/>
                    </a:lnTo>
                    <a:lnTo>
                      <a:pt x="1300" y="1969"/>
                    </a:lnTo>
                    <a:lnTo>
                      <a:pt x="1392" y="1929"/>
                    </a:lnTo>
                    <a:lnTo>
                      <a:pt x="1483" y="1890"/>
                    </a:lnTo>
                    <a:lnTo>
                      <a:pt x="1562" y="1837"/>
                    </a:lnTo>
                    <a:lnTo>
                      <a:pt x="1641" y="1785"/>
                    </a:lnTo>
                    <a:lnTo>
                      <a:pt x="1719" y="1719"/>
                    </a:lnTo>
                    <a:lnTo>
                      <a:pt x="1785" y="1641"/>
                    </a:lnTo>
                    <a:lnTo>
                      <a:pt x="1838" y="1562"/>
                    </a:lnTo>
                    <a:lnTo>
                      <a:pt x="1890" y="1483"/>
                    </a:lnTo>
                    <a:lnTo>
                      <a:pt x="1929" y="1391"/>
                    </a:lnTo>
                    <a:lnTo>
                      <a:pt x="1969" y="1300"/>
                    </a:lnTo>
                    <a:lnTo>
                      <a:pt x="1995" y="1208"/>
                    </a:lnTo>
                    <a:lnTo>
                      <a:pt x="2008" y="1103"/>
                    </a:lnTo>
                    <a:lnTo>
                      <a:pt x="2008" y="998"/>
                    </a:lnTo>
                    <a:lnTo>
                      <a:pt x="2008" y="906"/>
                    </a:lnTo>
                    <a:lnTo>
                      <a:pt x="1995" y="801"/>
                    </a:lnTo>
                    <a:lnTo>
                      <a:pt x="1969" y="709"/>
                    </a:lnTo>
                    <a:lnTo>
                      <a:pt x="1929" y="617"/>
                    </a:lnTo>
                    <a:lnTo>
                      <a:pt x="1890" y="526"/>
                    </a:lnTo>
                    <a:lnTo>
                      <a:pt x="1838" y="447"/>
                    </a:lnTo>
                    <a:lnTo>
                      <a:pt x="1785" y="368"/>
                    </a:lnTo>
                    <a:lnTo>
                      <a:pt x="1719" y="289"/>
                    </a:lnTo>
                    <a:lnTo>
                      <a:pt x="1641" y="224"/>
                    </a:lnTo>
                    <a:lnTo>
                      <a:pt x="1562" y="171"/>
                    </a:lnTo>
                    <a:lnTo>
                      <a:pt x="1483" y="119"/>
                    </a:lnTo>
                    <a:lnTo>
                      <a:pt x="1392" y="80"/>
                    </a:lnTo>
                    <a:lnTo>
                      <a:pt x="1300" y="40"/>
                    </a:lnTo>
                    <a:lnTo>
                      <a:pt x="1208" y="14"/>
                    </a:lnTo>
                    <a:lnTo>
                      <a:pt x="110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" name="Google Shape;378;p16"/>
              <p:cNvSpPr/>
              <p:nvPr/>
            </p:nvSpPr>
            <p:spPr>
              <a:xfrm>
                <a:off x="3364085" y="3187849"/>
                <a:ext cx="28056" cy="28056"/>
              </a:xfrm>
              <a:custGeom>
                <a:rect b="b" l="l" r="r" t="t"/>
                <a:pathLst>
                  <a:path extrusionOk="0" h="1563" w="1563">
                    <a:moveTo>
                      <a:pt x="696" y="1"/>
                    </a:moveTo>
                    <a:lnTo>
                      <a:pt x="618" y="14"/>
                    </a:lnTo>
                    <a:lnTo>
                      <a:pt x="473" y="66"/>
                    </a:lnTo>
                    <a:lnTo>
                      <a:pt x="342" y="132"/>
                    </a:lnTo>
                    <a:lnTo>
                      <a:pt x="224" y="224"/>
                    </a:lnTo>
                    <a:lnTo>
                      <a:pt x="132" y="342"/>
                    </a:lnTo>
                    <a:lnTo>
                      <a:pt x="67" y="473"/>
                    </a:lnTo>
                    <a:lnTo>
                      <a:pt x="14" y="617"/>
                    </a:lnTo>
                    <a:lnTo>
                      <a:pt x="1" y="696"/>
                    </a:lnTo>
                    <a:lnTo>
                      <a:pt x="1" y="775"/>
                    </a:lnTo>
                    <a:lnTo>
                      <a:pt x="1" y="867"/>
                    </a:lnTo>
                    <a:lnTo>
                      <a:pt x="14" y="932"/>
                    </a:lnTo>
                    <a:lnTo>
                      <a:pt x="67" y="1090"/>
                    </a:lnTo>
                    <a:lnTo>
                      <a:pt x="132" y="1221"/>
                    </a:lnTo>
                    <a:lnTo>
                      <a:pt x="224" y="1326"/>
                    </a:lnTo>
                    <a:lnTo>
                      <a:pt x="342" y="1431"/>
                    </a:lnTo>
                    <a:lnTo>
                      <a:pt x="473" y="1496"/>
                    </a:lnTo>
                    <a:lnTo>
                      <a:pt x="618" y="1549"/>
                    </a:lnTo>
                    <a:lnTo>
                      <a:pt x="696" y="1562"/>
                    </a:lnTo>
                    <a:lnTo>
                      <a:pt x="854" y="1562"/>
                    </a:lnTo>
                    <a:lnTo>
                      <a:pt x="932" y="1549"/>
                    </a:lnTo>
                    <a:lnTo>
                      <a:pt x="1090" y="1496"/>
                    </a:lnTo>
                    <a:lnTo>
                      <a:pt x="1221" y="1431"/>
                    </a:lnTo>
                    <a:lnTo>
                      <a:pt x="1326" y="1326"/>
                    </a:lnTo>
                    <a:lnTo>
                      <a:pt x="1431" y="1221"/>
                    </a:lnTo>
                    <a:lnTo>
                      <a:pt x="1496" y="1090"/>
                    </a:lnTo>
                    <a:lnTo>
                      <a:pt x="1549" y="932"/>
                    </a:lnTo>
                    <a:lnTo>
                      <a:pt x="1562" y="867"/>
                    </a:lnTo>
                    <a:lnTo>
                      <a:pt x="1562" y="775"/>
                    </a:lnTo>
                    <a:lnTo>
                      <a:pt x="1562" y="696"/>
                    </a:lnTo>
                    <a:lnTo>
                      <a:pt x="1549" y="617"/>
                    </a:lnTo>
                    <a:lnTo>
                      <a:pt x="1496" y="473"/>
                    </a:lnTo>
                    <a:lnTo>
                      <a:pt x="1431" y="342"/>
                    </a:lnTo>
                    <a:lnTo>
                      <a:pt x="1326" y="224"/>
                    </a:lnTo>
                    <a:lnTo>
                      <a:pt x="1221" y="132"/>
                    </a:lnTo>
                    <a:lnTo>
                      <a:pt x="1090" y="66"/>
                    </a:lnTo>
                    <a:lnTo>
                      <a:pt x="932" y="14"/>
                    </a:lnTo>
                    <a:lnTo>
                      <a:pt x="854" y="1"/>
                    </a:lnTo>
                    <a:close/>
                  </a:path>
                </a:pathLst>
              </a:custGeom>
              <a:solidFill>
                <a:srgbClr val="F7F7F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" name="Google Shape;379;p16"/>
              <p:cNvSpPr/>
              <p:nvPr/>
            </p:nvSpPr>
            <p:spPr>
              <a:xfrm>
                <a:off x="3126248" y="2186095"/>
                <a:ext cx="42183" cy="41931"/>
              </a:xfrm>
              <a:custGeom>
                <a:rect b="b" l="l" r="r" t="t"/>
                <a:pathLst>
                  <a:path extrusionOk="0" h="2336" w="2350">
                    <a:moveTo>
                      <a:pt x="1050" y="1"/>
                    </a:moveTo>
                    <a:lnTo>
                      <a:pt x="932" y="14"/>
                    </a:lnTo>
                    <a:lnTo>
                      <a:pt x="814" y="53"/>
                    </a:lnTo>
                    <a:lnTo>
                      <a:pt x="709" y="92"/>
                    </a:lnTo>
                    <a:lnTo>
                      <a:pt x="604" y="132"/>
                    </a:lnTo>
                    <a:lnTo>
                      <a:pt x="512" y="197"/>
                    </a:lnTo>
                    <a:lnTo>
                      <a:pt x="421" y="263"/>
                    </a:lnTo>
                    <a:lnTo>
                      <a:pt x="342" y="342"/>
                    </a:lnTo>
                    <a:lnTo>
                      <a:pt x="263" y="420"/>
                    </a:lnTo>
                    <a:lnTo>
                      <a:pt x="198" y="512"/>
                    </a:lnTo>
                    <a:lnTo>
                      <a:pt x="132" y="604"/>
                    </a:lnTo>
                    <a:lnTo>
                      <a:pt x="93" y="709"/>
                    </a:lnTo>
                    <a:lnTo>
                      <a:pt x="53" y="814"/>
                    </a:lnTo>
                    <a:lnTo>
                      <a:pt x="14" y="932"/>
                    </a:lnTo>
                    <a:lnTo>
                      <a:pt x="1" y="1050"/>
                    </a:lnTo>
                    <a:lnTo>
                      <a:pt x="1" y="1168"/>
                    </a:lnTo>
                    <a:lnTo>
                      <a:pt x="1" y="1286"/>
                    </a:lnTo>
                    <a:lnTo>
                      <a:pt x="14" y="1404"/>
                    </a:lnTo>
                    <a:lnTo>
                      <a:pt x="53" y="1522"/>
                    </a:lnTo>
                    <a:lnTo>
                      <a:pt x="93" y="1627"/>
                    </a:lnTo>
                    <a:lnTo>
                      <a:pt x="132" y="1732"/>
                    </a:lnTo>
                    <a:lnTo>
                      <a:pt x="198" y="1824"/>
                    </a:lnTo>
                    <a:lnTo>
                      <a:pt x="263" y="1916"/>
                    </a:lnTo>
                    <a:lnTo>
                      <a:pt x="342" y="1995"/>
                    </a:lnTo>
                    <a:lnTo>
                      <a:pt x="421" y="2073"/>
                    </a:lnTo>
                    <a:lnTo>
                      <a:pt x="512" y="2139"/>
                    </a:lnTo>
                    <a:lnTo>
                      <a:pt x="604" y="2205"/>
                    </a:lnTo>
                    <a:lnTo>
                      <a:pt x="709" y="2244"/>
                    </a:lnTo>
                    <a:lnTo>
                      <a:pt x="814" y="2283"/>
                    </a:lnTo>
                    <a:lnTo>
                      <a:pt x="932" y="2323"/>
                    </a:lnTo>
                    <a:lnTo>
                      <a:pt x="1050" y="2336"/>
                    </a:lnTo>
                    <a:lnTo>
                      <a:pt x="1286" y="2336"/>
                    </a:lnTo>
                    <a:lnTo>
                      <a:pt x="1405" y="2323"/>
                    </a:lnTo>
                    <a:lnTo>
                      <a:pt x="1523" y="2283"/>
                    </a:lnTo>
                    <a:lnTo>
                      <a:pt x="1628" y="2244"/>
                    </a:lnTo>
                    <a:lnTo>
                      <a:pt x="1732" y="2205"/>
                    </a:lnTo>
                    <a:lnTo>
                      <a:pt x="1824" y="2139"/>
                    </a:lnTo>
                    <a:lnTo>
                      <a:pt x="1916" y="2073"/>
                    </a:lnTo>
                    <a:lnTo>
                      <a:pt x="1995" y="1995"/>
                    </a:lnTo>
                    <a:lnTo>
                      <a:pt x="2074" y="1916"/>
                    </a:lnTo>
                    <a:lnTo>
                      <a:pt x="2139" y="1824"/>
                    </a:lnTo>
                    <a:lnTo>
                      <a:pt x="2205" y="1732"/>
                    </a:lnTo>
                    <a:lnTo>
                      <a:pt x="2244" y="1627"/>
                    </a:lnTo>
                    <a:lnTo>
                      <a:pt x="2283" y="1522"/>
                    </a:lnTo>
                    <a:lnTo>
                      <a:pt x="2323" y="1404"/>
                    </a:lnTo>
                    <a:lnTo>
                      <a:pt x="2336" y="1286"/>
                    </a:lnTo>
                    <a:lnTo>
                      <a:pt x="2349" y="1168"/>
                    </a:lnTo>
                    <a:lnTo>
                      <a:pt x="2336" y="1050"/>
                    </a:lnTo>
                    <a:lnTo>
                      <a:pt x="2323" y="932"/>
                    </a:lnTo>
                    <a:lnTo>
                      <a:pt x="2283" y="814"/>
                    </a:lnTo>
                    <a:lnTo>
                      <a:pt x="2244" y="709"/>
                    </a:lnTo>
                    <a:lnTo>
                      <a:pt x="2205" y="604"/>
                    </a:lnTo>
                    <a:lnTo>
                      <a:pt x="2139" y="512"/>
                    </a:lnTo>
                    <a:lnTo>
                      <a:pt x="2074" y="420"/>
                    </a:lnTo>
                    <a:lnTo>
                      <a:pt x="1995" y="342"/>
                    </a:lnTo>
                    <a:lnTo>
                      <a:pt x="1916" y="263"/>
                    </a:lnTo>
                    <a:lnTo>
                      <a:pt x="1824" y="197"/>
                    </a:lnTo>
                    <a:lnTo>
                      <a:pt x="1732" y="132"/>
                    </a:lnTo>
                    <a:lnTo>
                      <a:pt x="1628" y="92"/>
                    </a:lnTo>
                    <a:lnTo>
                      <a:pt x="1523" y="53"/>
                    </a:lnTo>
                    <a:lnTo>
                      <a:pt x="1405" y="14"/>
                    </a:lnTo>
                    <a:lnTo>
                      <a:pt x="1286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" name="Google Shape;380;p16"/>
              <p:cNvSpPr/>
              <p:nvPr/>
            </p:nvSpPr>
            <p:spPr>
              <a:xfrm>
                <a:off x="3190311" y="2188680"/>
                <a:ext cx="207951" cy="36762"/>
              </a:xfrm>
              <a:custGeom>
                <a:rect b="b" l="l" r="r" t="t"/>
                <a:pathLst>
                  <a:path extrusionOk="0" h="2048" w="11585">
                    <a:moveTo>
                      <a:pt x="0" y="1"/>
                    </a:moveTo>
                    <a:lnTo>
                      <a:pt x="0" y="2047"/>
                    </a:lnTo>
                    <a:lnTo>
                      <a:pt x="11584" y="2047"/>
                    </a:lnTo>
                    <a:lnTo>
                      <a:pt x="11584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" name="Google Shape;381;p16"/>
              <p:cNvSpPr/>
              <p:nvPr/>
            </p:nvSpPr>
            <p:spPr>
              <a:xfrm>
                <a:off x="3126248" y="2272758"/>
                <a:ext cx="42183" cy="42165"/>
              </a:xfrm>
              <a:custGeom>
                <a:rect b="b" l="l" r="r" t="t"/>
                <a:pathLst>
                  <a:path extrusionOk="0" h="2349" w="2350">
                    <a:moveTo>
                      <a:pt x="1168" y="0"/>
                    </a:moveTo>
                    <a:lnTo>
                      <a:pt x="1050" y="13"/>
                    </a:lnTo>
                    <a:lnTo>
                      <a:pt x="932" y="27"/>
                    </a:lnTo>
                    <a:lnTo>
                      <a:pt x="814" y="53"/>
                    </a:lnTo>
                    <a:lnTo>
                      <a:pt x="709" y="92"/>
                    </a:lnTo>
                    <a:lnTo>
                      <a:pt x="604" y="145"/>
                    </a:lnTo>
                    <a:lnTo>
                      <a:pt x="512" y="197"/>
                    </a:lnTo>
                    <a:lnTo>
                      <a:pt x="421" y="263"/>
                    </a:lnTo>
                    <a:lnTo>
                      <a:pt x="342" y="341"/>
                    </a:lnTo>
                    <a:lnTo>
                      <a:pt x="263" y="433"/>
                    </a:lnTo>
                    <a:lnTo>
                      <a:pt x="198" y="512"/>
                    </a:lnTo>
                    <a:lnTo>
                      <a:pt x="132" y="617"/>
                    </a:lnTo>
                    <a:lnTo>
                      <a:pt x="93" y="722"/>
                    </a:lnTo>
                    <a:lnTo>
                      <a:pt x="53" y="827"/>
                    </a:lnTo>
                    <a:lnTo>
                      <a:pt x="14" y="932"/>
                    </a:lnTo>
                    <a:lnTo>
                      <a:pt x="1" y="1050"/>
                    </a:lnTo>
                    <a:lnTo>
                      <a:pt x="1" y="1168"/>
                    </a:lnTo>
                    <a:lnTo>
                      <a:pt x="1" y="1299"/>
                    </a:lnTo>
                    <a:lnTo>
                      <a:pt x="14" y="1417"/>
                    </a:lnTo>
                    <a:lnTo>
                      <a:pt x="53" y="1522"/>
                    </a:lnTo>
                    <a:lnTo>
                      <a:pt x="93" y="1627"/>
                    </a:lnTo>
                    <a:lnTo>
                      <a:pt x="132" y="1732"/>
                    </a:lnTo>
                    <a:lnTo>
                      <a:pt x="198" y="1837"/>
                    </a:lnTo>
                    <a:lnTo>
                      <a:pt x="263" y="1916"/>
                    </a:lnTo>
                    <a:lnTo>
                      <a:pt x="342" y="2008"/>
                    </a:lnTo>
                    <a:lnTo>
                      <a:pt x="421" y="2086"/>
                    </a:lnTo>
                    <a:lnTo>
                      <a:pt x="512" y="2152"/>
                    </a:lnTo>
                    <a:lnTo>
                      <a:pt x="604" y="2204"/>
                    </a:lnTo>
                    <a:lnTo>
                      <a:pt x="709" y="2257"/>
                    </a:lnTo>
                    <a:lnTo>
                      <a:pt x="814" y="2296"/>
                    </a:lnTo>
                    <a:lnTo>
                      <a:pt x="932" y="2322"/>
                    </a:lnTo>
                    <a:lnTo>
                      <a:pt x="1050" y="2336"/>
                    </a:lnTo>
                    <a:lnTo>
                      <a:pt x="1168" y="2349"/>
                    </a:lnTo>
                    <a:lnTo>
                      <a:pt x="1286" y="2336"/>
                    </a:lnTo>
                    <a:lnTo>
                      <a:pt x="1405" y="2322"/>
                    </a:lnTo>
                    <a:lnTo>
                      <a:pt x="1523" y="2296"/>
                    </a:lnTo>
                    <a:lnTo>
                      <a:pt x="1628" y="2257"/>
                    </a:lnTo>
                    <a:lnTo>
                      <a:pt x="1732" y="2204"/>
                    </a:lnTo>
                    <a:lnTo>
                      <a:pt x="1824" y="2152"/>
                    </a:lnTo>
                    <a:lnTo>
                      <a:pt x="1916" y="2086"/>
                    </a:lnTo>
                    <a:lnTo>
                      <a:pt x="1995" y="2008"/>
                    </a:lnTo>
                    <a:lnTo>
                      <a:pt x="2074" y="1916"/>
                    </a:lnTo>
                    <a:lnTo>
                      <a:pt x="2139" y="1837"/>
                    </a:lnTo>
                    <a:lnTo>
                      <a:pt x="2205" y="1732"/>
                    </a:lnTo>
                    <a:lnTo>
                      <a:pt x="2244" y="1627"/>
                    </a:lnTo>
                    <a:lnTo>
                      <a:pt x="2283" y="1522"/>
                    </a:lnTo>
                    <a:lnTo>
                      <a:pt x="2323" y="1417"/>
                    </a:lnTo>
                    <a:lnTo>
                      <a:pt x="2336" y="1299"/>
                    </a:lnTo>
                    <a:lnTo>
                      <a:pt x="2349" y="1168"/>
                    </a:lnTo>
                    <a:lnTo>
                      <a:pt x="2336" y="1050"/>
                    </a:lnTo>
                    <a:lnTo>
                      <a:pt x="2323" y="932"/>
                    </a:lnTo>
                    <a:lnTo>
                      <a:pt x="2283" y="827"/>
                    </a:lnTo>
                    <a:lnTo>
                      <a:pt x="2244" y="722"/>
                    </a:lnTo>
                    <a:lnTo>
                      <a:pt x="2205" y="617"/>
                    </a:lnTo>
                    <a:lnTo>
                      <a:pt x="2139" y="512"/>
                    </a:lnTo>
                    <a:lnTo>
                      <a:pt x="2074" y="433"/>
                    </a:lnTo>
                    <a:lnTo>
                      <a:pt x="1995" y="341"/>
                    </a:lnTo>
                    <a:lnTo>
                      <a:pt x="1916" y="263"/>
                    </a:lnTo>
                    <a:lnTo>
                      <a:pt x="1824" y="197"/>
                    </a:lnTo>
                    <a:lnTo>
                      <a:pt x="1732" y="145"/>
                    </a:lnTo>
                    <a:lnTo>
                      <a:pt x="1628" y="92"/>
                    </a:lnTo>
                    <a:lnTo>
                      <a:pt x="1523" y="53"/>
                    </a:lnTo>
                    <a:lnTo>
                      <a:pt x="1405" y="27"/>
                    </a:lnTo>
                    <a:lnTo>
                      <a:pt x="1286" y="13"/>
                    </a:lnTo>
                    <a:lnTo>
                      <a:pt x="116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" name="Google Shape;382;p16"/>
              <p:cNvSpPr/>
              <p:nvPr/>
            </p:nvSpPr>
            <p:spPr>
              <a:xfrm>
                <a:off x="3190311" y="2275343"/>
                <a:ext cx="207951" cy="36995"/>
              </a:xfrm>
              <a:custGeom>
                <a:rect b="b" l="l" r="r" t="t"/>
                <a:pathLst>
                  <a:path extrusionOk="0" h="2061" w="11585">
                    <a:moveTo>
                      <a:pt x="0" y="1"/>
                    </a:moveTo>
                    <a:lnTo>
                      <a:pt x="0" y="2060"/>
                    </a:lnTo>
                    <a:lnTo>
                      <a:pt x="11584" y="2060"/>
                    </a:lnTo>
                    <a:lnTo>
                      <a:pt x="11584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3" name="Google Shape;383;p16"/>
              <p:cNvSpPr/>
              <p:nvPr/>
            </p:nvSpPr>
            <p:spPr>
              <a:xfrm>
                <a:off x="3126248" y="2416394"/>
                <a:ext cx="42183" cy="42183"/>
              </a:xfrm>
              <a:custGeom>
                <a:rect b="b" l="l" r="r" t="t"/>
                <a:pathLst>
                  <a:path extrusionOk="0" h="2350" w="2350">
                    <a:moveTo>
                      <a:pt x="1050" y="1"/>
                    </a:moveTo>
                    <a:lnTo>
                      <a:pt x="932" y="27"/>
                    </a:lnTo>
                    <a:lnTo>
                      <a:pt x="814" y="53"/>
                    </a:lnTo>
                    <a:lnTo>
                      <a:pt x="709" y="93"/>
                    </a:lnTo>
                    <a:lnTo>
                      <a:pt x="604" y="145"/>
                    </a:lnTo>
                    <a:lnTo>
                      <a:pt x="512" y="198"/>
                    </a:lnTo>
                    <a:lnTo>
                      <a:pt x="421" y="263"/>
                    </a:lnTo>
                    <a:lnTo>
                      <a:pt x="342" y="342"/>
                    </a:lnTo>
                    <a:lnTo>
                      <a:pt x="263" y="421"/>
                    </a:lnTo>
                    <a:lnTo>
                      <a:pt x="198" y="513"/>
                    </a:lnTo>
                    <a:lnTo>
                      <a:pt x="132" y="618"/>
                    </a:lnTo>
                    <a:lnTo>
                      <a:pt x="93" y="709"/>
                    </a:lnTo>
                    <a:lnTo>
                      <a:pt x="53" y="827"/>
                    </a:lnTo>
                    <a:lnTo>
                      <a:pt x="14" y="932"/>
                    </a:lnTo>
                    <a:lnTo>
                      <a:pt x="1" y="1050"/>
                    </a:lnTo>
                    <a:lnTo>
                      <a:pt x="1" y="1169"/>
                    </a:lnTo>
                    <a:lnTo>
                      <a:pt x="1" y="1287"/>
                    </a:lnTo>
                    <a:lnTo>
                      <a:pt x="14" y="1405"/>
                    </a:lnTo>
                    <a:lnTo>
                      <a:pt x="53" y="1523"/>
                    </a:lnTo>
                    <a:lnTo>
                      <a:pt x="93" y="1628"/>
                    </a:lnTo>
                    <a:lnTo>
                      <a:pt x="132" y="1733"/>
                    </a:lnTo>
                    <a:lnTo>
                      <a:pt x="198" y="1825"/>
                    </a:lnTo>
                    <a:lnTo>
                      <a:pt x="263" y="1916"/>
                    </a:lnTo>
                    <a:lnTo>
                      <a:pt x="342" y="1995"/>
                    </a:lnTo>
                    <a:lnTo>
                      <a:pt x="421" y="2074"/>
                    </a:lnTo>
                    <a:lnTo>
                      <a:pt x="512" y="2139"/>
                    </a:lnTo>
                    <a:lnTo>
                      <a:pt x="604" y="2205"/>
                    </a:lnTo>
                    <a:lnTo>
                      <a:pt x="709" y="2257"/>
                    </a:lnTo>
                    <a:lnTo>
                      <a:pt x="814" y="2297"/>
                    </a:lnTo>
                    <a:lnTo>
                      <a:pt x="932" y="2323"/>
                    </a:lnTo>
                    <a:lnTo>
                      <a:pt x="1050" y="2336"/>
                    </a:lnTo>
                    <a:lnTo>
                      <a:pt x="1168" y="2349"/>
                    </a:lnTo>
                    <a:lnTo>
                      <a:pt x="1286" y="2336"/>
                    </a:lnTo>
                    <a:lnTo>
                      <a:pt x="1405" y="2323"/>
                    </a:lnTo>
                    <a:lnTo>
                      <a:pt x="1523" y="2297"/>
                    </a:lnTo>
                    <a:lnTo>
                      <a:pt x="1628" y="2257"/>
                    </a:lnTo>
                    <a:lnTo>
                      <a:pt x="1732" y="2205"/>
                    </a:lnTo>
                    <a:lnTo>
                      <a:pt x="1824" y="2139"/>
                    </a:lnTo>
                    <a:lnTo>
                      <a:pt x="1916" y="2074"/>
                    </a:lnTo>
                    <a:lnTo>
                      <a:pt x="1995" y="1995"/>
                    </a:lnTo>
                    <a:lnTo>
                      <a:pt x="2074" y="1916"/>
                    </a:lnTo>
                    <a:lnTo>
                      <a:pt x="2139" y="1825"/>
                    </a:lnTo>
                    <a:lnTo>
                      <a:pt x="2205" y="1733"/>
                    </a:lnTo>
                    <a:lnTo>
                      <a:pt x="2244" y="1628"/>
                    </a:lnTo>
                    <a:lnTo>
                      <a:pt x="2283" y="1523"/>
                    </a:lnTo>
                    <a:lnTo>
                      <a:pt x="2323" y="1405"/>
                    </a:lnTo>
                    <a:lnTo>
                      <a:pt x="2336" y="1287"/>
                    </a:lnTo>
                    <a:lnTo>
                      <a:pt x="2349" y="1169"/>
                    </a:lnTo>
                    <a:lnTo>
                      <a:pt x="2336" y="1050"/>
                    </a:lnTo>
                    <a:lnTo>
                      <a:pt x="2323" y="932"/>
                    </a:lnTo>
                    <a:lnTo>
                      <a:pt x="2283" y="827"/>
                    </a:lnTo>
                    <a:lnTo>
                      <a:pt x="2244" y="709"/>
                    </a:lnTo>
                    <a:lnTo>
                      <a:pt x="2205" y="618"/>
                    </a:lnTo>
                    <a:lnTo>
                      <a:pt x="2139" y="513"/>
                    </a:lnTo>
                    <a:lnTo>
                      <a:pt x="2074" y="421"/>
                    </a:lnTo>
                    <a:lnTo>
                      <a:pt x="1995" y="342"/>
                    </a:lnTo>
                    <a:lnTo>
                      <a:pt x="1916" y="263"/>
                    </a:lnTo>
                    <a:lnTo>
                      <a:pt x="1824" y="198"/>
                    </a:lnTo>
                    <a:lnTo>
                      <a:pt x="1732" y="145"/>
                    </a:lnTo>
                    <a:lnTo>
                      <a:pt x="1628" y="93"/>
                    </a:lnTo>
                    <a:lnTo>
                      <a:pt x="1523" y="53"/>
                    </a:lnTo>
                    <a:lnTo>
                      <a:pt x="1405" y="27"/>
                    </a:lnTo>
                    <a:lnTo>
                      <a:pt x="1286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4" name="Google Shape;384;p16"/>
              <p:cNvSpPr/>
              <p:nvPr/>
            </p:nvSpPr>
            <p:spPr>
              <a:xfrm>
                <a:off x="3190311" y="2418996"/>
                <a:ext cx="207951" cy="36744"/>
              </a:xfrm>
              <a:custGeom>
                <a:rect b="b" l="l" r="r" t="t"/>
                <a:pathLst>
                  <a:path extrusionOk="0" h="2047" w="11585">
                    <a:moveTo>
                      <a:pt x="0" y="0"/>
                    </a:moveTo>
                    <a:lnTo>
                      <a:pt x="0" y="2047"/>
                    </a:lnTo>
                    <a:lnTo>
                      <a:pt x="11584" y="2047"/>
                    </a:lnTo>
                    <a:lnTo>
                      <a:pt x="11584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5" name="Google Shape;385;p16"/>
              <p:cNvSpPr/>
              <p:nvPr/>
            </p:nvSpPr>
            <p:spPr>
              <a:xfrm>
                <a:off x="3126248" y="2503056"/>
                <a:ext cx="42183" cy="42183"/>
              </a:xfrm>
              <a:custGeom>
                <a:rect b="b" l="l" r="r" t="t"/>
                <a:pathLst>
                  <a:path extrusionOk="0" h="2350" w="2350">
                    <a:moveTo>
                      <a:pt x="1168" y="1"/>
                    </a:moveTo>
                    <a:lnTo>
                      <a:pt x="1050" y="14"/>
                    </a:lnTo>
                    <a:lnTo>
                      <a:pt x="932" y="27"/>
                    </a:lnTo>
                    <a:lnTo>
                      <a:pt x="814" y="53"/>
                    </a:lnTo>
                    <a:lnTo>
                      <a:pt x="709" y="93"/>
                    </a:lnTo>
                    <a:lnTo>
                      <a:pt x="604" y="145"/>
                    </a:lnTo>
                    <a:lnTo>
                      <a:pt x="512" y="211"/>
                    </a:lnTo>
                    <a:lnTo>
                      <a:pt x="421" y="276"/>
                    </a:lnTo>
                    <a:lnTo>
                      <a:pt x="342" y="342"/>
                    </a:lnTo>
                    <a:lnTo>
                      <a:pt x="263" y="434"/>
                    </a:lnTo>
                    <a:lnTo>
                      <a:pt x="198" y="526"/>
                    </a:lnTo>
                    <a:lnTo>
                      <a:pt x="132" y="617"/>
                    </a:lnTo>
                    <a:lnTo>
                      <a:pt x="93" y="722"/>
                    </a:lnTo>
                    <a:lnTo>
                      <a:pt x="53" y="827"/>
                    </a:lnTo>
                    <a:lnTo>
                      <a:pt x="14" y="945"/>
                    </a:lnTo>
                    <a:lnTo>
                      <a:pt x="1" y="1063"/>
                    </a:lnTo>
                    <a:lnTo>
                      <a:pt x="1" y="1181"/>
                    </a:lnTo>
                    <a:lnTo>
                      <a:pt x="1" y="1300"/>
                    </a:lnTo>
                    <a:lnTo>
                      <a:pt x="14" y="1418"/>
                    </a:lnTo>
                    <a:lnTo>
                      <a:pt x="53" y="1523"/>
                    </a:lnTo>
                    <a:lnTo>
                      <a:pt x="93" y="1641"/>
                    </a:lnTo>
                    <a:lnTo>
                      <a:pt x="132" y="1732"/>
                    </a:lnTo>
                    <a:lnTo>
                      <a:pt x="198" y="1837"/>
                    </a:lnTo>
                    <a:lnTo>
                      <a:pt x="263" y="1929"/>
                    </a:lnTo>
                    <a:lnTo>
                      <a:pt x="342" y="2008"/>
                    </a:lnTo>
                    <a:lnTo>
                      <a:pt x="421" y="2087"/>
                    </a:lnTo>
                    <a:lnTo>
                      <a:pt x="512" y="2152"/>
                    </a:lnTo>
                    <a:lnTo>
                      <a:pt x="604" y="2205"/>
                    </a:lnTo>
                    <a:lnTo>
                      <a:pt x="709" y="2257"/>
                    </a:lnTo>
                    <a:lnTo>
                      <a:pt x="814" y="2297"/>
                    </a:lnTo>
                    <a:lnTo>
                      <a:pt x="932" y="2323"/>
                    </a:lnTo>
                    <a:lnTo>
                      <a:pt x="1050" y="2349"/>
                    </a:lnTo>
                    <a:lnTo>
                      <a:pt x="1286" y="2349"/>
                    </a:lnTo>
                    <a:lnTo>
                      <a:pt x="1405" y="2323"/>
                    </a:lnTo>
                    <a:lnTo>
                      <a:pt x="1523" y="2297"/>
                    </a:lnTo>
                    <a:lnTo>
                      <a:pt x="1628" y="2257"/>
                    </a:lnTo>
                    <a:lnTo>
                      <a:pt x="1732" y="2205"/>
                    </a:lnTo>
                    <a:lnTo>
                      <a:pt x="1824" y="2152"/>
                    </a:lnTo>
                    <a:lnTo>
                      <a:pt x="1916" y="2087"/>
                    </a:lnTo>
                    <a:lnTo>
                      <a:pt x="1995" y="2008"/>
                    </a:lnTo>
                    <a:lnTo>
                      <a:pt x="2074" y="1929"/>
                    </a:lnTo>
                    <a:lnTo>
                      <a:pt x="2139" y="1837"/>
                    </a:lnTo>
                    <a:lnTo>
                      <a:pt x="2205" y="1732"/>
                    </a:lnTo>
                    <a:lnTo>
                      <a:pt x="2244" y="1641"/>
                    </a:lnTo>
                    <a:lnTo>
                      <a:pt x="2283" y="1523"/>
                    </a:lnTo>
                    <a:lnTo>
                      <a:pt x="2323" y="1418"/>
                    </a:lnTo>
                    <a:lnTo>
                      <a:pt x="2336" y="1300"/>
                    </a:lnTo>
                    <a:lnTo>
                      <a:pt x="2349" y="1181"/>
                    </a:lnTo>
                    <a:lnTo>
                      <a:pt x="2336" y="1063"/>
                    </a:lnTo>
                    <a:lnTo>
                      <a:pt x="2323" y="945"/>
                    </a:lnTo>
                    <a:lnTo>
                      <a:pt x="2283" y="827"/>
                    </a:lnTo>
                    <a:lnTo>
                      <a:pt x="2244" y="722"/>
                    </a:lnTo>
                    <a:lnTo>
                      <a:pt x="2205" y="617"/>
                    </a:lnTo>
                    <a:lnTo>
                      <a:pt x="2139" y="526"/>
                    </a:lnTo>
                    <a:lnTo>
                      <a:pt x="2074" y="434"/>
                    </a:lnTo>
                    <a:lnTo>
                      <a:pt x="1995" y="342"/>
                    </a:lnTo>
                    <a:lnTo>
                      <a:pt x="1916" y="276"/>
                    </a:lnTo>
                    <a:lnTo>
                      <a:pt x="1824" y="211"/>
                    </a:lnTo>
                    <a:lnTo>
                      <a:pt x="1732" y="145"/>
                    </a:lnTo>
                    <a:lnTo>
                      <a:pt x="1628" y="93"/>
                    </a:lnTo>
                    <a:lnTo>
                      <a:pt x="1523" y="53"/>
                    </a:lnTo>
                    <a:lnTo>
                      <a:pt x="1405" y="27"/>
                    </a:lnTo>
                    <a:lnTo>
                      <a:pt x="1286" y="14"/>
                    </a:lnTo>
                    <a:lnTo>
                      <a:pt x="116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6" name="Google Shape;386;p16"/>
              <p:cNvSpPr/>
              <p:nvPr/>
            </p:nvSpPr>
            <p:spPr>
              <a:xfrm>
                <a:off x="3190311" y="2505659"/>
                <a:ext cx="207951" cy="36977"/>
              </a:xfrm>
              <a:custGeom>
                <a:rect b="b" l="l" r="r" t="t"/>
                <a:pathLst>
                  <a:path extrusionOk="0" h="2060" w="11585">
                    <a:moveTo>
                      <a:pt x="0" y="0"/>
                    </a:moveTo>
                    <a:lnTo>
                      <a:pt x="0" y="2060"/>
                    </a:lnTo>
                    <a:lnTo>
                      <a:pt x="11584" y="2060"/>
                    </a:lnTo>
                    <a:lnTo>
                      <a:pt x="11584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7" name="Google Shape;387;p16"/>
              <p:cNvSpPr/>
              <p:nvPr/>
            </p:nvSpPr>
            <p:spPr>
              <a:xfrm>
                <a:off x="3126248" y="2646710"/>
                <a:ext cx="42183" cy="42165"/>
              </a:xfrm>
              <a:custGeom>
                <a:rect b="b" l="l" r="r" t="t"/>
                <a:pathLst>
                  <a:path extrusionOk="0" h="2349" w="2350">
                    <a:moveTo>
                      <a:pt x="1050" y="0"/>
                    </a:moveTo>
                    <a:lnTo>
                      <a:pt x="932" y="27"/>
                    </a:lnTo>
                    <a:lnTo>
                      <a:pt x="814" y="53"/>
                    </a:lnTo>
                    <a:lnTo>
                      <a:pt x="709" y="92"/>
                    </a:lnTo>
                    <a:lnTo>
                      <a:pt x="604" y="145"/>
                    </a:lnTo>
                    <a:lnTo>
                      <a:pt x="512" y="197"/>
                    </a:lnTo>
                    <a:lnTo>
                      <a:pt x="421" y="263"/>
                    </a:lnTo>
                    <a:lnTo>
                      <a:pt x="342" y="341"/>
                    </a:lnTo>
                    <a:lnTo>
                      <a:pt x="263" y="433"/>
                    </a:lnTo>
                    <a:lnTo>
                      <a:pt x="198" y="512"/>
                    </a:lnTo>
                    <a:lnTo>
                      <a:pt x="132" y="617"/>
                    </a:lnTo>
                    <a:lnTo>
                      <a:pt x="93" y="722"/>
                    </a:lnTo>
                    <a:lnTo>
                      <a:pt x="53" y="827"/>
                    </a:lnTo>
                    <a:lnTo>
                      <a:pt x="14" y="932"/>
                    </a:lnTo>
                    <a:lnTo>
                      <a:pt x="1" y="1050"/>
                    </a:lnTo>
                    <a:lnTo>
                      <a:pt x="1" y="1168"/>
                    </a:lnTo>
                    <a:lnTo>
                      <a:pt x="1" y="1299"/>
                    </a:lnTo>
                    <a:lnTo>
                      <a:pt x="14" y="1404"/>
                    </a:lnTo>
                    <a:lnTo>
                      <a:pt x="53" y="1522"/>
                    </a:lnTo>
                    <a:lnTo>
                      <a:pt x="93" y="1627"/>
                    </a:lnTo>
                    <a:lnTo>
                      <a:pt x="132" y="1732"/>
                    </a:lnTo>
                    <a:lnTo>
                      <a:pt x="198" y="1824"/>
                    </a:lnTo>
                    <a:lnTo>
                      <a:pt x="263" y="1916"/>
                    </a:lnTo>
                    <a:lnTo>
                      <a:pt x="342" y="2008"/>
                    </a:lnTo>
                    <a:lnTo>
                      <a:pt x="421" y="2073"/>
                    </a:lnTo>
                    <a:lnTo>
                      <a:pt x="512" y="2152"/>
                    </a:lnTo>
                    <a:lnTo>
                      <a:pt x="604" y="2204"/>
                    </a:lnTo>
                    <a:lnTo>
                      <a:pt x="709" y="2257"/>
                    </a:lnTo>
                    <a:lnTo>
                      <a:pt x="814" y="2296"/>
                    </a:lnTo>
                    <a:lnTo>
                      <a:pt x="932" y="2322"/>
                    </a:lnTo>
                    <a:lnTo>
                      <a:pt x="1050" y="2336"/>
                    </a:lnTo>
                    <a:lnTo>
                      <a:pt x="1168" y="2349"/>
                    </a:lnTo>
                    <a:lnTo>
                      <a:pt x="1286" y="2336"/>
                    </a:lnTo>
                    <a:lnTo>
                      <a:pt x="1405" y="2322"/>
                    </a:lnTo>
                    <a:lnTo>
                      <a:pt x="1523" y="2296"/>
                    </a:lnTo>
                    <a:lnTo>
                      <a:pt x="1628" y="2257"/>
                    </a:lnTo>
                    <a:lnTo>
                      <a:pt x="1732" y="2204"/>
                    </a:lnTo>
                    <a:lnTo>
                      <a:pt x="1824" y="2152"/>
                    </a:lnTo>
                    <a:lnTo>
                      <a:pt x="1916" y="2073"/>
                    </a:lnTo>
                    <a:lnTo>
                      <a:pt x="1995" y="2008"/>
                    </a:lnTo>
                    <a:lnTo>
                      <a:pt x="2074" y="1916"/>
                    </a:lnTo>
                    <a:lnTo>
                      <a:pt x="2139" y="1824"/>
                    </a:lnTo>
                    <a:lnTo>
                      <a:pt x="2205" y="1732"/>
                    </a:lnTo>
                    <a:lnTo>
                      <a:pt x="2244" y="1627"/>
                    </a:lnTo>
                    <a:lnTo>
                      <a:pt x="2283" y="1522"/>
                    </a:lnTo>
                    <a:lnTo>
                      <a:pt x="2323" y="1404"/>
                    </a:lnTo>
                    <a:lnTo>
                      <a:pt x="2336" y="1299"/>
                    </a:lnTo>
                    <a:lnTo>
                      <a:pt x="2349" y="1168"/>
                    </a:lnTo>
                    <a:lnTo>
                      <a:pt x="2336" y="1050"/>
                    </a:lnTo>
                    <a:lnTo>
                      <a:pt x="2323" y="932"/>
                    </a:lnTo>
                    <a:lnTo>
                      <a:pt x="2283" y="827"/>
                    </a:lnTo>
                    <a:lnTo>
                      <a:pt x="2244" y="722"/>
                    </a:lnTo>
                    <a:lnTo>
                      <a:pt x="2205" y="617"/>
                    </a:lnTo>
                    <a:lnTo>
                      <a:pt x="2139" y="512"/>
                    </a:lnTo>
                    <a:lnTo>
                      <a:pt x="2074" y="433"/>
                    </a:lnTo>
                    <a:lnTo>
                      <a:pt x="1995" y="341"/>
                    </a:lnTo>
                    <a:lnTo>
                      <a:pt x="1916" y="263"/>
                    </a:lnTo>
                    <a:lnTo>
                      <a:pt x="1824" y="197"/>
                    </a:lnTo>
                    <a:lnTo>
                      <a:pt x="1732" y="145"/>
                    </a:lnTo>
                    <a:lnTo>
                      <a:pt x="1628" y="92"/>
                    </a:lnTo>
                    <a:lnTo>
                      <a:pt x="1523" y="53"/>
                    </a:lnTo>
                    <a:lnTo>
                      <a:pt x="1405" y="27"/>
                    </a:lnTo>
                    <a:lnTo>
                      <a:pt x="128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8" name="Google Shape;388;p16"/>
              <p:cNvSpPr/>
              <p:nvPr/>
            </p:nvSpPr>
            <p:spPr>
              <a:xfrm>
                <a:off x="3190311" y="2649295"/>
                <a:ext cx="207951" cy="36995"/>
              </a:xfrm>
              <a:custGeom>
                <a:rect b="b" l="l" r="r" t="t"/>
                <a:pathLst>
                  <a:path extrusionOk="0" h="2061" w="11585">
                    <a:moveTo>
                      <a:pt x="0" y="1"/>
                    </a:moveTo>
                    <a:lnTo>
                      <a:pt x="0" y="2060"/>
                    </a:lnTo>
                    <a:lnTo>
                      <a:pt x="11584" y="2060"/>
                    </a:lnTo>
                    <a:lnTo>
                      <a:pt x="11584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9" name="Google Shape;389;p16"/>
              <p:cNvSpPr/>
              <p:nvPr/>
            </p:nvSpPr>
            <p:spPr>
              <a:xfrm>
                <a:off x="3126248" y="2733373"/>
                <a:ext cx="42183" cy="42165"/>
              </a:xfrm>
              <a:custGeom>
                <a:rect b="b" l="l" r="r" t="t"/>
                <a:pathLst>
                  <a:path extrusionOk="0" h="2349" w="2350">
                    <a:moveTo>
                      <a:pt x="1168" y="0"/>
                    </a:moveTo>
                    <a:lnTo>
                      <a:pt x="1050" y="13"/>
                    </a:lnTo>
                    <a:lnTo>
                      <a:pt x="932" y="26"/>
                    </a:lnTo>
                    <a:lnTo>
                      <a:pt x="814" y="66"/>
                    </a:lnTo>
                    <a:lnTo>
                      <a:pt x="709" y="105"/>
                    </a:lnTo>
                    <a:lnTo>
                      <a:pt x="604" y="144"/>
                    </a:lnTo>
                    <a:lnTo>
                      <a:pt x="512" y="210"/>
                    </a:lnTo>
                    <a:lnTo>
                      <a:pt x="421" y="276"/>
                    </a:lnTo>
                    <a:lnTo>
                      <a:pt x="342" y="354"/>
                    </a:lnTo>
                    <a:lnTo>
                      <a:pt x="263" y="433"/>
                    </a:lnTo>
                    <a:lnTo>
                      <a:pt x="198" y="525"/>
                    </a:lnTo>
                    <a:lnTo>
                      <a:pt x="132" y="617"/>
                    </a:lnTo>
                    <a:lnTo>
                      <a:pt x="93" y="722"/>
                    </a:lnTo>
                    <a:lnTo>
                      <a:pt x="53" y="827"/>
                    </a:lnTo>
                    <a:lnTo>
                      <a:pt x="14" y="945"/>
                    </a:lnTo>
                    <a:lnTo>
                      <a:pt x="1" y="1063"/>
                    </a:lnTo>
                    <a:lnTo>
                      <a:pt x="1" y="1181"/>
                    </a:lnTo>
                    <a:lnTo>
                      <a:pt x="1" y="1299"/>
                    </a:lnTo>
                    <a:lnTo>
                      <a:pt x="14" y="1417"/>
                    </a:lnTo>
                    <a:lnTo>
                      <a:pt x="53" y="1535"/>
                    </a:lnTo>
                    <a:lnTo>
                      <a:pt x="93" y="1640"/>
                    </a:lnTo>
                    <a:lnTo>
                      <a:pt x="132" y="1745"/>
                    </a:lnTo>
                    <a:lnTo>
                      <a:pt x="198" y="1837"/>
                    </a:lnTo>
                    <a:lnTo>
                      <a:pt x="263" y="1929"/>
                    </a:lnTo>
                    <a:lnTo>
                      <a:pt x="342" y="2007"/>
                    </a:lnTo>
                    <a:lnTo>
                      <a:pt x="421" y="2086"/>
                    </a:lnTo>
                    <a:lnTo>
                      <a:pt x="512" y="2152"/>
                    </a:lnTo>
                    <a:lnTo>
                      <a:pt x="604" y="2217"/>
                    </a:lnTo>
                    <a:lnTo>
                      <a:pt x="709" y="2257"/>
                    </a:lnTo>
                    <a:lnTo>
                      <a:pt x="814" y="2296"/>
                    </a:lnTo>
                    <a:lnTo>
                      <a:pt x="932" y="2335"/>
                    </a:lnTo>
                    <a:lnTo>
                      <a:pt x="1050" y="2348"/>
                    </a:lnTo>
                    <a:lnTo>
                      <a:pt x="1286" y="2348"/>
                    </a:lnTo>
                    <a:lnTo>
                      <a:pt x="1405" y="2335"/>
                    </a:lnTo>
                    <a:lnTo>
                      <a:pt x="1523" y="2296"/>
                    </a:lnTo>
                    <a:lnTo>
                      <a:pt x="1628" y="2257"/>
                    </a:lnTo>
                    <a:lnTo>
                      <a:pt x="1732" y="2217"/>
                    </a:lnTo>
                    <a:lnTo>
                      <a:pt x="1824" y="2152"/>
                    </a:lnTo>
                    <a:lnTo>
                      <a:pt x="1916" y="2086"/>
                    </a:lnTo>
                    <a:lnTo>
                      <a:pt x="1995" y="2007"/>
                    </a:lnTo>
                    <a:lnTo>
                      <a:pt x="2074" y="1929"/>
                    </a:lnTo>
                    <a:lnTo>
                      <a:pt x="2139" y="1837"/>
                    </a:lnTo>
                    <a:lnTo>
                      <a:pt x="2205" y="1745"/>
                    </a:lnTo>
                    <a:lnTo>
                      <a:pt x="2244" y="1640"/>
                    </a:lnTo>
                    <a:lnTo>
                      <a:pt x="2283" y="1535"/>
                    </a:lnTo>
                    <a:lnTo>
                      <a:pt x="2323" y="1417"/>
                    </a:lnTo>
                    <a:lnTo>
                      <a:pt x="2336" y="1299"/>
                    </a:lnTo>
                    <a:lnTo>
                      <a:pt x="2349" y="1181"/>
                    </a:lnTo>
                    <a:lnTo>
                      <a:pt x="2336" y="1063"/>
                    </a:lnTo>
                    <a:lnTo>
                      <a:pt x="2323" y="945"/>
                    </a:lnTo>
                    <a:lnTo>
                      <a:pt x="2283" y="827"/>
                    </a:lnTo>
                    <a:lnTo>
                      <a:pt x="2244" y="722"/>
                    </a:lnTo>
                    <a:lnTo>
                      <a:pt x="2205" y="617"/>
                    </a:lnTo>
                    <a:lnTo>
                      <a:pt x="2139" y="525"/>
                    </a:lnTo>
                    <a:lnTo>
                      <a:pt x="2074" y="433"/>
                    </a:lnTo>
                    <a:lnTo>
                      <a:pt x="1995" y="354"/>
                    </a:lnTo>
                    <a:lnTo>
                      <a:pt x="1916" y="276"/>
                    </a:lnTo>
                    <a:lnTo>
                      <a:pt x="1824" y="210"/>
                    </a:lnTo>
                    <a:lnTo>
                      <a:pt x="1732" y="144"/>
                    </a:lnTo>
                    <a:lnTo>
                      <a:pt x="1628" y="105"/>
                    </a:lnTo>
                    <a:lnTo>
                      <a:pt x="1523" y="66"/>
                    </a:lnTo>
                    <a:lnTo>
                      <a:pt x="1405" y="26"/>
                    </a:lnTo>
                    <a:lnTo>
                      <a:pt x="1286" y="13"/>
                    </a:lnTo>
                    <a:lnTo>
                      <a:pt x="116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" name="Google Shape;390;p16"/>
              <p:cNvSpPr/>
              <p:nvPr/>
            </p:nvSpPr>
            <p:spPr>
              <a:xfrm>
                <a:off x="3190311" y="2736191"/>
                <a:ext cx="207951" cy="36762"/>
              </a:xfrm>
              <a:custGeom>
                <a:rect b="b" l="l" r="r" t="t"/>
                <a:pathLst>
                  <a:path extrusionOk="0" h="2048" w="11585">
                    <a:moveTo>
                      <a:pt x="0" y="1"/>
                    </a:moveTo>
                    <a:lnTo>
                      <a:pt x="0" y="2047"/>
                    </a:lnTo>
                    <a:lnTo>
                      <a:pt x="11584" y="2047"/>
                    </a:lnTo>
                    <a:lnTo>
                      <a:pt x="11584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" name="Google Shape;391;p16"/>
              <p:cNvSpPr/>
              <p:nvPr/>
            </p:nvSpPr>
            <p:spPr>
              <a:xfrm>
                <a:off x="3076562" y="2367193"/>
                <a:ext cx="371386" cy="18"/>
              </a:xfrm>
              <a:custGeom>
                <a:rect b="b" l="l" r="r" t="t"/>
                <a:pathLst>
                  <a:path extrusionOk="0" fill="none" h="1" w="20690">
                    <a:moveTo>
                      <a:pt x="1" y="0"/>
                    </a:moveTo>
                    <a:lnTo>
                      <a:pt x="20689" y="0"/>
                    </a:lnTo>
                  </a:path>
                </a:pathLst>
              </a:custGeom>
              <a:noFill/>
              <a:ln cap="rnd" cmpd="sng" w="557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" name="Google Shape;392;p16"/>
              <p:cNvSpPr/>
              <p:nvPr/>
            </p:nvSpPr>
            <p:spPr>
              <a:xfrm>
                <a:off x="3076562" y="2596073"/>
                <a:ext cx="371386" cy="18"/>
              </a:xfrm>
              <a:custGeom>
                <a:rect b="b" l="l" r="r" t="t"/>
                <a:pathLst>
                  <a:path extrusionOk="0" fill="none" h="1" w="20690">
                    <a:moveTo>
                      <a:pt x="1" y="1"/>
                    </a:moveTo>
                    <a:lnTo>
                      <a:pt x="20689" y="1"/>
                    </a:lnTo>
                  </a:path>
                </a:pathLst>
              </a:custGeom>
              <a:noFill/>
              <a:ln cap="rnd" cmpd="sng" w="557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3" name="Google Shape;393;p16"/>
              <p:cNvSpPr/>
              <p:nvPr/>
            </p:nvSpPr>
            <p:spPr>
              <a:xfrm>
                <a:off x="3076562" y="2813663"/>
                <a:ext cx="371386" cy="18"/>
              </a:xfrm>
              <a:custGeom>
                <a:rect b="b" l="l" r="r" t="t"/>
                <a:pathLst>
                  <a:path extrusionOk="0" fill="none" h="1" w="20690">
                    <a:moveTo>
                      <a:pt x="1" y="1"/>
                    </a:moveTo>
                    <a:lnTo>
                      <a:pt x="20689" y="1"/>
                    </a:lnTo>
                  </a:path>
                </a:pathLst>
              </a:custGeom>
              <a:noFill/>
              <a:ln cap="rnd" cmpd="sng" w="557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4" name="Google Shape;394;p16"/>
              <p:cNvSpPr/>
              <p:nvPr/>
            </p:nvSpPr>
            <p:spPr>
              <a:xfrm>
                <a:off x="3128133" y="2857461"/>
                <a:ext cx="134248" cy="36995"/>
              </a:xfrm>
              <a:custGeom>
                <a:rect b="b" l="l" r="r" t="t"/>
                <a:pathLst>
                  <a:path extrusionOk="0" h="2061" w="7479">
                    <a:moveTo>
                      <a:pt x="1" y="1"/>
                    </a:moveTo>
                    <a:lnTo>
                      <a:pt x="1" y="2061"/>
                    </a:lnTo>
                    <a:lnTo>
                      <a:pt x="7479" y="2061"/>
                    </a:lnTo>
                    <a:lnTo>
                      <a:pt x="747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5" name="Google Shape;395;p16"/>
              <p:cNvSpPr/>
              <p:nvPr/>
            </p:nvSpPr>
            <p:spPr>
              <a:xfrm>
                <a:off x="3128133" y="2922691"/>
                <a:ext cx="134248" cy="36762"/>
              </a:xfrm>
              <a:custGeom>
                <a:rect b="b" l="l" r="r" t="t"/>
                <a:pathLst>
                  <a:path extrusionOk="0" h="2048" w="7479">
                    <a:moveTo>
                      <a:pt x="1" y="1"/>
                    </a:moveTo>
                    <a:lnTo>
                      <a:pt x="1" y="2047"/>
                    </a:lnTo>
                    <a:lnTo>
                      <a:pt x="7479" y="2047"/>
                    </a:lnTo>
                    <a:lnTo>
                      <a:pt x="747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6" name="Google Shape;396;p16"/>
              <p:cNvSpPr/>
              <p:nvPr/>
            </p:nvSpPr>
            <p:spPr>
              <a:xfrm>
                <a:off x="3128133" y="2987688"/>
                <a:ext cx="134248" cy="36762"/>
              </a:xfrm>
              <a:custGeom>
                <a:rect b="b" l="l" r="r" t="t"/>
                <a:pathLst>
                  <a:path extrusionOk="0" h="2048" w="7479">
                    <a:moveTo>
                      <a:pt x="1" y="1"/>
                    </a:moveTo>
                    <a:lnTo>
                      <a:pt x="1" y="2047"/>
                    </a:lnTo>
                    <a:lnTo>
                      <a:pt x="7479" y="2047"/>
                    </a:lnTo>
                    <a:lnTo>
                      <a:pt x="747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" name="Google Shape;397;p16"/>
              <p:cNvSpPr/>
              <p:nvPr/>
            </p:nvSpPr>
            <p:spPr>
              <a:xfrm>
                <a:off x="3128133" y="3052685"/>
                <a:ext cx="134248" cy="36995"/>
              </a:xfrm>
              <a:custGeom>
                <a:rect b="b" l="l" r="r" t="t"/>
                <a:pathLst>
                  <a:path extrusionOk="0" h="2061" w="7479">
                    <a:moveTo>
                      <a:pt x="1" y="1"/>
                    </a:moveTo>
                    <a:lnTo>
                      <a:pt x="1" y="2060"/>
                    </a:lnTo>
                    <a:lnTo>
                      <a:pt x="7479" y="2060"/>
                    </a:lnTo>
                    <a:lnTo>
                      <a:pt x="747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" name="Google Shape;398;p16"/>
              <p:cNvSpPr/>
              <p:nvPr/>
            </p:nvSpPr>
            <p:spPr>
              <a:xfrm>
                <a:off x="3128133" y="3117916"/>
                <a:ext cx="134248" cy="36762"/>
              </a:xfrm>
              <a:custGeom>
                <a:rect b="b" l="l" r="r" t="t"/>
                <a:pathLst>
                  <a:path extrusionOk="0" h="2048" w="7479">
                    <a:moveTo>
                      <a:pt x="1" y="1"/>
                    </a:moveTo>
                    <a:lnTo>
                      <a:pt x="1" y="2047"/>
                    </a:lnTo>
                    <a:lnTo>
                      <a:pt x="7479" y="2047"/>
                    </a:lnTo>
                    <a:lnTo>
                      <a:pt x="747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9" name="Google Shape;399;p16"/>
              <p:cNvSpPr/>
              <p:nvPr/>
            </p:nvSpPr>
            <p:spPr>
              <a:xfrm>
                <a:off x="3128133" y="3182913"/>
                <a:ext cx="134248" cy="36744"/>
              </a:xfrm>
              <a:custGeom>
                <a:rect b="b" l="l" r="r" t="t"/>
                <a:pathLst>
                  <a:path extrusionOk="0" h="2047" w="7479">
                    <a:moveTo>
                      <a:pt x="1" y="0"/>
                    </a:moveTo>
                    <a:lnTo>
                      <a:pt x="1" y="2047"/>
                    </a:lnTo>
                    <a:lnTo>
                      <a:pt x="7479" y="2047"/>
                    </a:lnTo>
                    <a:lnTo>
                      <a:pt x="747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00" name="Google Shape;400;p16"/>
            <p:cNvGrpSpPr/>
            <p:nvPr/>
          </p:nvGrpSpPr>
          <p:grpSpPr>
            <a:xfrm>
              <a:off x="4962121" y="2452285"/>
              <a:ext cx="1066388" cy="666717"/>
              <a:chOff x="5097171" y="2413221"/>
              <a:chExt cx="931587" cy="582388"/>
            </a:xfrm>
          </p:grpSpPr>
          <p:sp>
            <p:nvSpPr>
              <p:cNvPr id="401" name="Google Shape;401;p16"/>
              <p:cNvSpPr/>
              <p:nvPr/>
            </p:nvSpPr>
            <p:spPr>
              <a:xfrm>
                <a:off x="5097171" y="2465743"/>
                <a:ext cx="931587" cy="529866"/>
              </a:xfrm>
              <a:custGeom>
                <a:rect b="b" l="l" r="r" t="t"/>
                <a:pathLst>
                  <a:path extrusionOk="0" h="29519" w="51899">
                    <a:moveTo>
                      <a:pt x="0" y="1"/>
                    </a:moveTo>
                    <a:lnTo>
                      <a:pt x="0" y="29518"/>
                    </a:lnTo>
                    <a:lnTo>
                      <a:pt x="51899" y="29518"/>
                    </a:lnTo>
                    <a:lnTo>
                      <a:pt x="51899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" name="Google Shape;402;p16"/>
              <p:cNvSpPr/>
              <p:nvPr/>
            </p:nvSpPr>
            <p:spPr>
              <a:xfrm>
                <a:off x="5097171" y="2465743"/>
                <a:ext cx="931587" cy="529866"/>
              </a:xfrm>
              <a:custGeom>
                <a:rect b="b" l="l" r="r" t="t"/>
                <a:pathLst>
                  <a:path extrusionOk="0" fill="none" h="29519" w="51899">
                    <a:moveTo>
                      <a:pt x="51899" y="29518"/>
                    </a:moveTo>
                    <a:lnTo>
                      <a:pt x="0" y="29518"/>
                    </a:lnTo>
                    <a:lnTo>
                      <a:pt x="0" y="1"/>
                    </a:lnTo>
                    <a:lnTo>
                      <a:pt x="51899" y="1"/>
                    </a:lnTo>
                    <a:lnTo>
                      <a:pt x="51899" y="29518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3" name="Google Shape;403;p16"/>
              <p:cNvSpPr/>
              <p:nvPr/>
            </p:nvSpPr>
            <p:spPr>
              <a:xfrm>
                <a:off x="5097171" y="2865364"/>
                <a:ext cx="931587" cy="130245"/>
              </a:xfrm>
              <a:custGeom>
                <a:rect b="b" l="l" r="r" t="t"/>
                <a:pathLst>
                  <a:path extrusionOk="0" h="7256" w="51899">
                    <a:moveTo>
                      <a:pt x="0" y="0"/>
                    </a:moveTo>
                    <a:lnTo>
                      <a:pt x="0" y="7255"/>
                    </a:lnTo>
                    <a:lnTo>
                      <a:pt x="51899" y="7255"/>
                    </a:lnTo>
                    <a:lnTo>
                      <a:pt x="5189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4" name="Google Shape;404;p16"/>
              <p:cNvSpPr/>
              <p:nvPr/>
            </p:nvSpPr>
            <p:spPr>
              <a:xfrm>
                <a:off x="5125658" y="2917885"/>
                <a:ext cx="745338" cy="24968"/>
              </a:xfrm>
              <a:custGeom>
                <a:rect b="b" l="l" r="r" t="t"/>
                <a:pathLst>
                  <a:path extrusionOk="0" h="1391" w="41523">
                    <a:moveTo>
                      <a:pt x="1" y="0"/>
                    </a:moveTo>
                    <a:lnTo>
                      <a:pt x="1" y="1391"/>
                    </a:lnTo>
                    <a:lnTo>
                      <a:pt x="41522" y="1391"/>
                    </a:lnTo>
                    <a:lnTo>
                      <a:pt x="4152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" name="Google Shape;405;p16"/>
              <p:cNvSpPr/>
              <p:nvPr/>
            </p:nvSpPr>
            <p:spPr>
              <a:xfrm>
                <a:off x="5125658" y="2917885"/>
                <a:ext cx="372552" cy="24968"/>
              </a:xfrm>
              <a:custGeom>
                <a:rect b="b" l="l" r="r" t="t"/>
                <a:pathLst>
                  <a:path extrusionOk="0" h="1391" w="20755">
                    <a:moveTo>
                      <a:pt x="1" y="0"/>
                    </a:moveTo>
                    <a:lnTo>
                      <a:pt x="1" y="1391"/>
                    </a:lnTo>
                    <a:lnTo>
                      <a:pt x="20755" y="1391"/>
                    </a:lnTo>
                    <a:lnTo>
                      <a:pt x="2075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6" name="Google Shape;406;p16"/>
              <p:cNvSpPr/>
              <p:nvPr/>
            </p:nvSpPr>
            <p:spPr>
              <a:xfrm>
                <a:off x="5956689" y="2917885"/>
                <a:ext cx="11093" cy="6139"/>
              </a:xfrm>
              <a:custGeom>
                <a:rect b="b" l="l" r="r" t="t"/>
                <a:pathLst>
                  <a:path extrusionOk="0" h="342" w="618">
                    <a:moveTo>
                      <a:pt x="1" y="0"/>
                    </a:moveTo>
                    <a:lnTo>
                      <a:pt x="1" y="341"/>
                    </a:lnTo>
                    <a:lnTo>
                      <a:pt x="171" y="341"/>
                    </a:lnTo>
                    <a:lnTo>
                      <a:pt x="171" y="184"/>
                    </a:lnTo>
                    <a:lnTo>
                      <a:pt x="617" y="184"/>
                    </a:lnTo>
                    <a:lnTo>
                      <a:pt x="61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7" name="Google Shape;407;p16"/>
              <p:cNvSpPr/>
              <p:nvPr/>
            </p:nvSpPr>
            <p:spPr>
              <a:xfrm>
                <a:off x="5989196" y="2917885"/>
                <a:ext cx="11075" cy="6139"/>
              </a:xfrm>
              <a:custGeom>
                <a:rect b="b" l="l" r="r" t="t"/>
                <a:pathLst>
                  <a:path extrusionOk="0" h="342" w="617">
                    <a:moveTo>
                      <a:pt x="0" y="0"/>
                    </a:moveTo>
                    <a:lnTo>
                      <a:pt x="0" y="184"/>
                    </a:lnTo>
                    <a:lnTo>
                      <a:pt x="446" y="184"/>
                    </a:lnTo>
                    <a:lnTo>
                      <a:pt x="446" y="341"/>
                    </a:lnTo>
                    <a:lnTo>
                      <a:pt x="617" y="341"/>
                    </a:lnTo>
                    <a:lnTo>
                      <a:pt x="61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8" name="Google Shape;408;p16"/>
              <p:cNvSpPr/>
              <p:nvPr/>
            </p:nvSpPr>
            <p:spPr>
              <a:xfrm>
                <a:off x="5989196" y="2936948"/>
                <a:ext cx="11075" cy="5906"/>
              </a:xfrm>
              <a:custGeom>
                <a:rect b="b" l="l" r="r" t="t"/>
                <a:pathLst>
                  <a:path extrusionOk="0" h="329" w="617">
                    <a:moveTo>
                      <a:pt x="446" y="1"/>
                    </a:moveTo>
                    <a:lnTo>
                      <a:pt x="446" y="158"/>
                    </a:lnTo>
                    <a:lnTo>
                      <a:pt x="0" y="158"/>
                    </a:lnTo>
                    <a:lnTo>
                      <a:pt x="0" y="329"/>
                    </a:lnTo>
                    <a:lnTo>
                      <a:pt x="617" y="329"/>
                    </a:lnTo>
                    <a:lnTo>
                      <a:pt x="61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" name="Google Shape;409;p16"/>
              <p:cNvSpPr/>
              <p:nvPr/>
            </p:nvSpPr>
            <p:spPr>
              <a:xfrm>
                <a:off x="5956689" y="2936948"/>
                <a:ext cx="11093" cy="5906"/>
              </a:xfrm>
              <a:custGeom>
                <a:rect b="b" l="l" r="r" t="t"/>
                <a:pathLst>
                  <a:path extrusionOk="0" h="329" w="618">
                    <a:moveTo>
                      <a:pt x="1" y="1"/>
                    </a:moveTo>
                    <a:lnTo>
                      <a:pt x="1" y="329"/>
                    </a:lnTo>
                    <a:lnTo>
                      <a:pt x="617" y="329"/>
                    </a:lnTo>
                    <a:lnTo>
                      <a:pt x="617" y="158"/>
                    </a:lnTo>
                    <a:lnTo>
                      <a:pt x="171" y="158"/>
                    </a:lnTo>
                    <a:lnTo>
                      <a:pt x="17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0" name="Google Shape;410;p16"/>
              <p:cNvSpPr/>
              <p:nvPr/>
            </p:nvSpPr>
            <p:spPr>
              <a:xfrm>
                <a:off x="5890292" y="2917885"/>
                <a:ext cx="47101" cy="24968"/>
              </a:xfrm>
              <a:custGeom>
                <a:rect b="b" l="l" r="r" t="t"/>
                <a:pathLst>
                  <a:path extrusionOk="0" h="1391" w="2624">
                    <a:moveTo>
                      <a:pt x="0" y="0"/>
                    </a:moveTo>
                    <a:lnTo>
                      <a:pt x="0" y="1391"/>
                    </a:lnTo>
                    <a:lnTo>
                      <a:pt x="2624" y="1391"/>
                    </a:lnTo>
                    <a:lnTo>
                      <a:pt x="26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" name="Google Shape;411;p16"/>
              <p:cNvSpPr/>
              <p:nvPr/>
            </p:nvSpPr>
            <p:spPr>
              <a:xfrm>
                <a:off x="5907237" y="2922121"/>
                <a:ext cx="15796" cy="16729"/>
              </a:xfrm>
              <a:custGeom>
                <a:rect b="b" l="l" r="r" t="t"/>
                <a:pathLst>
                  <a:path extrusionOk="0" h="932" w="880">
                    <a:moveTo>
                      <a:pt x="1" y="0"/>
                    </a:moveTo>
                    <a:lnTo>
                      <a:pt x="1" y="459"/>
                    </a:lnTo>
                    <a:lnTo>
                      <a:pt x="1" y="932"/>
                    </a:lnTo>
                    <a:lnTo>
                      <a:pt x="447" y="695"/>
                    </a:lnTo>
                    <a:lnTo>
                      <a:pt x="880" y="459"/>
                    </a:lnTo>
                    <a:lnTo>
                      <a:pt x="447" y="223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" name="Google Shape;412;p16"/>
              <p:cNvSpPr/>
              <p:nvPr/>
            </p:nvSpPr>
            <p:spPr>
              <a:xfrm>
                <a:off x="5097171" y="2413221"/>
                <a:ext cx="931587" cy="52540"/>
              </a:xfrm>
              <a:custGeom>
                <a:rect b="b" l="l" r="r" t="t"/>
                <a:pathLst>
                  <a:path extrusionOk="0" h="2927" w="51899">
                    <a:moveTo>
                      <a:pt x="0" y="1"/>
                    </a:moveTo>
                    <a:lnTo>
                      <a:pt x="0" y="2927"/>
                    </a:lnTo>
                    <a:lnTo>
                      <a:pt x="51899" y="2927"/>
                    </a:lnTo>
                    <a:lnTo>
                      <a:pt x="5189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" name="Google Shape;413;p16"/>
              <p:cNvSpPr/>
              <p:nvPr/>
            </p:nvSpPr>
            <p:spPr>
              <a:xfrm>
                <a:off x="5343966" y="2582777"/>
                <a:ext cx="438016" cy="207484"/>
              </a:xfrm>
              <a:custGeom>
                <a:rect b="b" l="l" r="r" t="t"/>
                <a:pathLst>
                  <a:path extrusionOk="0" h="11559" w="24402">
                    <a:moveTo>
                      <a:pt x="5431" y="1"/>
                    </a:moveTo>
                    <a:lnTo>
                      <a:pt x="5143" y="27"/>
                    </a:lnTo>
                    <a:lnTo>
                      <a:pt x="4854" y="66"/>
                    </a:lnTo>
                    <a:lnTo>
                      <a:pt x="4565" y="119"/>
                    </a:lnTo>
                    <a:lnTo>
                      <a:pt x="4290" y="184"/>
                    </a:lnTo>
                    <a:lnTo>
                      <a:pt x="4014" y="263"/>
                    </a:lnTo>
                    <a:lnTo>
                      <a:pt x="3752" y="355"/>
                    </a:lnTo>
                    <a:lnTo>
                      <a:pt x="3490" y="460"/>
                    </a:lnTo>
                    <a:lnTo>
                      <a:pt x="3240" y="578"/>
                    </a:lnTo>
                    <a:lnTo>
                      <a:pt x="2991" y="709"/>
                    </a:lnTo>
                    <a:lnTo>
                      <a:pt x="2742" y="840"/>
                    </a:lnTo>
                    <a:lnTo>
                      <a:pt x="2519" y="998"/>
                    </a:lnTo>
                    <a:lnTo>
                      <a:pt x="2296" y="1155"/>
                    </a:lnTo>
                    <a:lnTo>
                      <a:pt x="2073" y="1326"/>
                    </a:lnTo>
                    <a:lnTo>
                      <a:pt x="1863" y="1509"/>
                    </a:lnTo>
                    <a:lnTo>
                      <a:pt x="1666" y="1706"/>
                    </a:lnTo>
                    <a:lnTo>
                      <a:pt x="1483" y="1903"/>
                    </a:lnTo>
                    <a:lnTo>
                      <a:pt x="1299" y="2113"/>
                    </a:lnTo>
                    <a:lnTo>
                      <a:pt x="1128" y="2336"/>
                    </a:lnTo>
                    <a:lnTo>
                      <a:pt x="971" y="2559"/>
                    </a:lnTo>
                    <a:lnTo>
                      <a:pt x="813" y="2795"/>
                    </a:lnTo>
                    <a:lnTo>
                      <a:pt x="682" y="3031"/>
                    </a:lnTo>
                    <a:lnTo>
                      <a:pt x="551" y="3280"/>
                    </a:lnTo>
                    <a:lnTo>
                      <a:pt x="446" y="3530"/>
                    </a:lnTo>
                    <a:lnTo>
                      <a:pt x="341" y="3792"/>
                    </a:lnTo>
                    <a:lnTo>
                      <a:pt x="249" y="4068"/>
                    </a:lnTo>
                    <a:lnTo>
                      <a:pt x="171" y="4343"/>
                    </a:lnTo>
                    <a:lnTo>
                      <a:pt x="105" y="4619"/>
                    </a:lnTo>
                    <a:lnTo>
                      <a:pt x="66" y="4894"/>
                    </a:lnTo>
                    <a:lnTo>
                      <a:pt x="26" y="5183"/>
                    </a:lnTo>
                    <a:lnTo>
                      <a:pt x="0" y="5471"/>
                    </a:lnTo>
                    <a:lnTo>
                      <a:pt x="0" y="5773"/>
                    </a:lnTo>
                    <a:lnTo>
                      <a:pt x="13" y="6075"/>
                    </a:lnTo>
                    <a:lnTo>
                      <a:pt x="26" y="6363"/>
                    </a:lnTo>
                    <a:lnTo>
                      <a:pt x="66" y="6652"/>
                    </a:lnTo>
                    <a:lnTo>
                      <a:pt x="118" y="6928"/>
                    </a:lnTo>
                    <a:lnTo>
                      <a:pt x="184" y="7203"/>
                    </a:lnTo>
                    <a:lnTo>
                      <a:pt x="262" y="7479"/>
                    </a:lnTo>
                    <a:lnTo>
                      <a:pt x="354" y="7741"/>
                    </a:lnTo>
                    <a:lnTo>
                      <a:pt x="459" y="8003"/>
                    </a:lnTo>
                    <a:lnTo>
                      <a:pt x="577" y="8266"/>
                    </a:lnTo>
                    <a:lnTo>
                      <a:pt x="708" y="8515"/>
                    </a:lnTo>
                    <a:lnTo>
                      <a:pt x="853" y="8751"/>
                    </a:lnTo>
                    <a:lnTo>
                      <a:pt x="997" y="8987"/>
                    </a:lnTo>
                    <a:lnTo>
                      <a:pt x="1155" y="9210"/>
                    </a:lnTo>
                    <a:lnTo>
                      <a:pt x="1338" y="9420"/>
                    </a:lnTo>
                    <a:lnTo>
                      <a:pt x="1509" y="9630"/>
                    </a:lnTo>
                    <a:lnTo>
                      <a:pt x="1706" y="9827"/>
                    </a:lnTo>
                    <a:lnTo>
                      <a:pt x="1902" y="10024"/>
                    </a:lnTo>
                    <a:lnTo>
                      <a:pt x="2112" y="10194"/>
                    </a:lnTo>
                    <a:lnTo>
                      <a:pt x="2335" y="10365"/>
                    </a:lnTo>
                    <a:lnTo>
                      <a:pt x="2558" y="10522"/>
                    </a:lnTo>
                    <a:lnTo>
                      <a:pt x="2794" y="10680"/>
                    </a:lnTo>
                    <a:lnTo>
                      <a:pt x="3031" y="10811"/>
                    </a:lnTo>
                    <a:lnTo>
                      <a:pt x="3280" y="10942"/>
                    </a:lnTo>
                    <a:lnTo>
                      <a:pt x="3542" y="11060"/>
                    </a:lnTo>
                    <a:lnTo>
                      <a:pt x="3805" y="11152"/>
                    </a:lnTo>
                    <a:lnTo>
                      <a:pt x="4067" y="11244"/>
                    </a:lnTo>
                    <a:lnTo>
                      <a:pt x="4342" y="11322"/>
                    </a:lnTo>
                    <a:lnTo>
                      <a:pt x="4618" y="11388"/>
                    </a:lnTo>
                    <a:lnTo>
                      <a:pt x="4907" y="11440"/>
                    </a:lnTo>
                    <a:lnTo>
                      <a:pt x="5195" y="11467"/>
                    </a:lnTo>
                    <a:lnTo>
                      <a:pt x="5484" y="11493"/>
                    </a:lnTo>
                    <a:lnTo>
                      <a:pt x="6061" y="11493"/>
                    </a:lnTo>
                    <a:lnTo>
                      <a:pt x="6337" y="11467"/>
                    </a:lnTo>
                    <a:lnTo>
                      <a:pt x="6612" y="11427"/>
                    </a:lnTo>
                    <a:lnTo>
                      <a:pt x="6888" y="11388"/>
                    </a:lnTo>
                    <a:lnTo>
                      <a:pt x="7150" y="11322"/>
                    </a:lnTo>
                    <a:lnTo>
                      <a:pt x="7412" y="11244"/>
                    </a:lnTo>
                    <a:lnTo>
                      <a:pt x="7675" y="11165"/>
                    </a:lnTo>
                    <a:lnTo>
                      <a:pt x="7924" y="11060"/>
                    </a:lnTo>
                    <a:lnTo>
                      <a:pt x="8173" y="10955"/>
                    </a:lnTo>
                    <a:lnTo>
                      <a:pt x="8409" y="10837"/>
                    </a:lnTo>
                    <a:lnTo>
                      <a:pt x="8645" y="10706"/>
                    </a:lnTo>
                    <a:lnTo>
                      <a:pt x="8868" y="10561"/>
                    </a:lnTo>
                    <a:lnTo>
                      <a:pt x="9092" y="10404"/>
                    </a:lnTo>
                    <a:lnTo>
                      <a:pt x="9301" y="10247"/>
                    </a:lnTo>
                    <a:lnTo>
                      <a:pt x="9511" y="10076"/>
                    </a:lnTo>
                    <a:lnTo>
                      <a:pt x="9708" y="9892"/>
                    </a:lnTo>
                    <a:lnTo>
                      <a:pt x="9905" y="9709"/>
                    </a:lnTo>
                    <a:lnTo>
                      <a:pt x="10075" y="9512"/>
                    </a:lnTo>
                    <a:lnTo>
                      <a:pt x="10246" y="9302"/>
                    </a:lnTo>
                    <a:lnTo>
                      <a:pt x="10417" y="9092"/>
                    </a:lnTo>
                    <a:lnTo>
                      <a:pt x="10561" y="8869"/>
                    </a:lnTo>
                    <a:lnTo>
                      <a:pt x="10705" y="8646"/>
                    </a:lnTo>
                    <a:lnTo>
                      <a:pt x="10836" y="8410"/>
                    </a:lnTo>
                    <a:lnTo>
                      <a:pt x="10954" y="8161"/>
                    </a:lnTo>
                    <a:lnTo>
                      <a:pt x="11059" y="7925"/>
                    </a:lnTo>
                    <a:lnTo>
                      <a:pt x="11164" y="7662"/>
                    </a:lnTo>
                    <a:lnTo>
                      <a:pt x="11243" y="7413"/>
                    </a:lnTo>
                    <a:lnTo>
                      <a:pt x="11322" y="7137"/>
                    </a:lnTo>
                    <a:lnTo>
                      <a:pt x="11387" y="6875"/>
                    </a:lnTo>
                    <a:lnTo>
                      <a:pt x="11427" y="6600"/>
                    </a:lnTo>
                    <a:lnTo>
                      <a:pt x="11466" y="6324"/>
                    </a:lnTo>
                    <a:lnTo>
                      <a:pt x="11492" y="6049"/>
                    </a:lnTo>
                    <a:lnTo>
                      <a:pt x="11623" y="5996"/>
                    </a:lnTo>
                    <a:lnTo>
                      <a:pt x="11781" y="5944"/>
                    </a:lnTo>
                    <a:lnTo>
                      <a:pt x="11978" y="5917"/>
                    </a:lnTo>
                    <a:lnTo>
                      <a:pt x="12188" y="5904"/>
                    </a:lnTo>
                    <a:lnTo>
                      <a:pt x="12358" y="5904"/>
                    </a:lnTo>
                    <a:lnTo>
                      <a:pt x="12542" y="5930"/>
                    </a:lnTo>
                    <a:lnTo>
                      <a:pt x="12725" y="5970"/>
                    </a:lnTo>
                    <a:lnTo>
                      <a:pt x="12909" y="6022"/>
                    </a:lnTo>
                    <a:lnTo>
                      <a:pt x="12922" y="6311"/>
                    </a:lnTo>
                    <a:lnTo>
                      <a:pt x="12962" y="6600"/>
                    </a:lnTo>
                    <a:lnTo>
                      <a:pt x="13001" y="6875"/>
                    </a:lnTo>
                    <a:lnTo>
                      <a:pt x="13067" y="7151"/>
                    </a:lnTo>
                    <a:lnTo>
                      <a:pt x="13132" y="7426"/>
                    </a:lnTo>
                    <a:lnTo>
                      <a:pt x="13224" y="7688"/>
                    </a:lnTo>
                    <a:lnTo>
                      <a:pt x="13316" y="7951"/>
                    </a:lnTo>
                    <a:lnTo>
                      <a:pt x="13434" y="8200"/>
                    </a:lnTo>
                    <a:lnTo>
                      <a:pt x="13552" y="8449"/>
                    </a:lnTo>
                    <a:lnTo>
                      <a:pt x="13683" y="8685"/>
                    </a:lnTo>
                    <a:lnTo>
                      <a:pt x="13814" y="8922"/>
                    </a:lnTo>
                    <a:lnTo>
                      <a:pt x="13972" y="9145"/>
                    </a:lnTo>
                    <a:lnTo>
                      <a:pt x="14129" y="9355"/>
                    </a:lnTo>
                    <a:lnTo>
                      <a:pt x="14313" y="9564"/>
                    </a:lnTo>
                    <a:lnTo>
                      <a:pt x="14483" y="9774"/>
                    </a:lnTo>
                    <a:lnTo>
                      <a:pt x="14680" y="9958"/>
                    </a:lnTo>
                    <a:lnTo>
                      <a:pt x="14877" y="10142"/>
                    </a:lnTo>
                    <a:lnTo>
                      <a:pt x="15087" y="10312"/>
                    </a:lnTo>
                    <a:lnTo>
                      <a:pt x="15297" y="10483"/>
                    </a:lnTo>
                    <a:lnTo>
                      <a:pt x="15520" y="10627"/>
                    </a:lnTo>
                    <a:lnTo>
                      <a:pt x="15756" y="10771"/>
                    </a:lnTo>
                    <a:lnTo>
                      <a:pt x="15992" y="10903"/>
                    </a:lnTo>
                    <a:lnTo>
                      <a:pt x="16241" y="11034"/>
                    </a:lnTo>
                    <a:lnTo>
                      <a:pt x="16491" y="11139"/>
                    </a:lnTo>
                    <a:lnTo>
                      <a:pt x="16740" y="11231"/>
                    </a:lnTo>
                    <a:lnTo>
                      <a:pt x="17002" y="11322"/>
                    </a:lnTo>
                    <a:lnTo>
                      <a:pt x="17278" y="11388"/>
                    </a:lnTo>
                    <a:lnTo>
                      <a:pt x="17553" y="11454"/>
                    </a:lnTo>
                    <a:lnTo>
                      <a:pt x="17829" y="11506"/>
                    </a:lnTo>
                    <a:lnTo>
                      <a:pt x="18104" y="11532"/>
                    </a:lnTo>
                    <a:lnTo>
                      <a:pt x="18393" y="11559"/>
                    </a:lnTo>
                    <a:lnTo>
                      <a:pt x="18681" y="11559"/>
                    </a:lnTo>
                    <a:lnTo>
                      <a:pt x="18970" y="11545"/>
                    </a:lnTo>
                    <a:lnTo>
                      <a:pt x="19272" y="11532"/>
                    </a:lnTo>
                    <a:lnTo>
                      <a:pt x="19560" y="11493"/>
                    </a:lnTo>
                    <a:lnTo>
                      <a:pt x="19836" y="11440"/>
                    </a:lnTo>
                    <a:lnTo>
                      <a:pt x="20111" y="11375"/>
                    </a:lnTo>
                    <a:lnTo>
                      <a:pt x="20387" y="11296"/>
                    </a:lnTo>
                    <a:lnTo>
                      <a:pt x="20649" y="11204"/>
                    </a:lnTo>
                    <a:lnTo>
                      <a:pt x="20912" y="11099"/>
                    </a:lnTo>
                    <a:lnTo>
                      <a:pt x="21174" y="10981"/>
                    </a:lnTo>
                    <a:lnTo>
                      <a:pt x="21410" y="10850"/>
                    </a:lnTo>
                    <a:lnTo>
                      <a:pt x="21659" y="10719"/>
                    </a:lnTo>
                    <a:lnTo>
                      <a:pt x="21882" y="10561"/>
                    </a:lnTo>
                    <a:lnTo>
                      <a:pt x="22119" y="10404"/>
                    </a:lnTo>
                    <a:lnTo>
                      <a:pt x="22329" y="10234"/>
                    </a:lnTo>
                    <a:lnTo>
                      <a:pt x="22538" y="10050"/>
                    </a:lnTo>
                    <a:lnTo>
                      <a:pt x="22735" y="9853"/>
                    </a:lnTo>
                    <a:lnTo>
                      <a:pt x="22932" y="9656"/>
                    </a:lnTo>
                    <a:lnTo>
                      <a:pt x="23103" y="9446"/>
                    </a:lnTo>
                    <a:lnTo>
                      <a:pt x="23273" y="9223"/>
                    </a:lnTo>
                    <a:lnTo>
                      <a:pt x="23431" y="9000"/>
                    </a:lnTo>
                    <a:lnTo>
                      <a:pt x="23588" y="8764"/>
                    </a:lnTo>
                    <a:lnTo>
                      <a:pt x="23719" y="8528"/>
                    </a:lnTo>
                    <a:lnTo>
                      <a:pt x="23850" y="8279"/>
                    </a:lnTo>
                    <a:lnTo>
                      <a:pt x="23968" y="8016"/>
                    </a:lnTo>
                    <a:lnTo>
                      <a:pt x="24060" y="7754"/>
                    </a:lnTo>
                    <a:lnTo>
                      <a:pt x="24152" y="7492"/>
                    </a:lnTo>
                    <a:lnTo>
                      <a:pt x="24231" y="7216"/>
                    </a:lnTo>
                    <a:lnTo>
                      <a:pt x="24296" y="6941"/>
                    </a:lnTo>
                    <a:lnTo>
                      <a:pt x="24336" y="6652"/>
                    </a:lnTo>
                    <a:lnTo>
                      <a:pt x="24375" y="6377"/>
                    </a:lnTo>
                    <a:lnTo>
                      <a:pt x="24401" y="6075"/>
                    </a:lnTo>
                    <a:lnTo>
                      <a:pt x="24401" y="5786"/>
                    </a:lnTo>
                    <a:lnTo>
                      <a:pt x="24401" y="5484"/>
                    </a:lnTo>
                    <a:lnTo>
                      <a:pt x="24375" y="5196"/>
                    </a:lnTo>
                    <a:lnTo>
                      <a:pt x="24336" y="4907"/>
                    </a:lnTo>
                    <a:lnTo>
                      <a:pt x="24283" y="4632"/>
                    </a:lnTo>
                    <a:lnTo>
                      <a:pt x="24218" y="4343"/>
                    </a:lnTo>
                    <a:lnTo>
                      <a:pt x="24139" y="4081"/>
                    </a:lnTo>
                    <a:lnTo>
                      <a:pt x="24047" y="3805"/>
                    </a:lnTo>
                    <a:lnTo>
                      <a:pt x="23942" y="3543"/>
                    </a:lnTo>
                    <a:lnTo>
                      <a:pt x="23824" y="3294"/>
                    </a:lnTo>
                    <a:lnTo>
                      <a:pt x="23693" y="3044"/>
                    </a:lnTo>
                    <a:lnTo>
                      <a:pt x="23562" y="2808"/>
                    </a:lnTo>
                    <a:lnTo>
                      <a:pt x="23404" y="2572"/>
                    </a:lnTo>
                    <a:lnTo>
                      <a:pt x="23247" y="2349"/>
                    </a:lnTo>
                    <a:lnTo>
                      <a:pt x="23076" y="2139"/>
                    </a:lnTo>
                    <a:lnTo>
                      <a:pt x="22893" y="1929"/>
                    </a:lnTo>
                    <a:lnTo>
                      <a:pt x="22696" y="1732"/>
                    </a:lnTo>
                    <a:lnTo>
                      <a:pt x="22499" y="1536"/>
                    </a:lnTo>
                    <a:lnTo>
                      <a:pt x="22289" y="1352"/>
                    </a:lnTo>
                    <a:lnTo>
                      <a:pt x="22066" y="1181"/>
                    </a:lnTo>
                    <a:lnTo>
                      <a:pt x="21843" y="1024"/>
                    </a:lnTo>
                    <a:lnTo>
                      <a:pt x="21607" y="880"/>
                    </a:lnTo>
                    <a:lnTo>
                      <a:pt x="21371" y="735"/>
                    </a:lnTo>
                    <a:lnTo>
                      <a:pt x="21122" y="617"/>
                    </a:lnTo>
                    <a:lnTo>
                      <a:pt x="20859" y="499"/>
                    </a:lnTo>
                    <a:lnTo>
                      <a:pt x="20610" y="394"/>
                    </a:lnTo>
                    <a:lnTo>
                      <a:pt x="20334" y="316"/>
                    </a:lnTo>
                    <a:lnTo>
                      <a:pt x="20059" y="237"/>
                    </a:lnTo>
                    <a:lnTo>
                      <a:pt x="19783" y="171"/>
                    </a:lnTo>
                    <a:lnTo>
                      <a:pt x="19508" y="119"/>
                    </a:lnTo>
                    <a:lnTo>
                      <a:pt x="19219" y="93"/>
                    </a:lnTo>
                    <a:lnTo>
                      <a:pt x="18918" y="66"/>
                    </a:lnTo>
                    <a:lnTo>
                      <a:pt x="18629" y="53"/>
                    </a:lnTo>
                    <a:lnTo>
                      <a:pt x="18367" y="66"/>
                    </a:lnTo>
                    <a:lnTo>
                      <a:pt x="18104" y="79"/>
                    </a:lnTo>
                    <a:lnTo>
                      <a:pt x="17855" y="119"/>
                    </a:lnTo>
                    <a:lnTo>
                      <a:pt x="17593" y="158"/>
                    </a:lnTo>
                    <a:lnTo>
                      <a:pt x="17343" y="211"/>
                    </a:lnTo>
                    <a:lnTo>
                      <a:pt x="17107" y="276"/>
                    </a:lnTo>
                    <a:lnTo>
                      <a:pt x="16858" y="342"/>
                    </a:lnTo>
                    <a:lnTo>
                      <a:pt x="16622" y="420"/>
                    </a:lnTo>
                    <a:lnTo>
                      <a:pt x="16399" y="525"/>
                    </a:lnTo>
                    <a:lnTo>
                      <a:pt x="16163" y="617"/>
                    </a:lnTo>
                    <a:lnTo>
                      <a:pt x="15940" y="735"/>
                    </a:lnTo>
                    <a:lnTo>
                      <a:pt x="15730" y="853"/>
                    </a:lnTo>
                    <a:lnTo>
                      <a:pt x="15520" y="985"/>
                    </a:lnTo>
                    <a:lnTo>
                      <a:pt x="15310" y="1129"/>
                    </a:lnTo>
                    <a:lnTo>
                      <a:pt x="15113" y="1273"/>
                    </a:lnTo>
                    <a:lnTo>
                      <a:pt x="14929" y="1431"/>
                    </a:lnTo>
                    <a:lnTo>
                      <a:pt x="14746" y="1588"/>
                    </a:lnTo>
                    <a:lnTo>
                      <a:pt x="14562" y="1759"/>
                    </a:lnTo>
                    <a:lnTo>
                      <a:pt x="14392" y="1942"/>
                    </a:lnTo>
                    <a:lnTo>
                      <a:pt x="14234" y="2126"/>
                    </a:lnTo>
                    <a:lnTo>
                      <a:pt x="14077" y="2323"/>
                    </a:lnTo>
                    <a:lnTo>
                      <a:pt x="13932" y="2520"/>
                    </a:lnTo>
                    <a:lnTo>
                      <a:pt x="13801" y="2729"/>
                    </a:lnTo>
                    <a:lnTo>
                      <a:pt x="13670" y="2939"/>
                    </a:lnTo>
                    <a:lnTo>
                      <a:pt x="13552" y="3162"/>
                    </a:lnTo>
                    <a:lnTo>
                      <a:pt x="13434" y="3385"/>
                    </a:lnTo>
                    <a:lnTo>
                      <a:pt x="13342" y="3608"/>
                    </a:lnTo>
                    <a:lnTo>
                      <a:pt x="13250" y="3845"/>
                    </a:lnTo>
                    <a:lnTo>
                      <a:pt x="13172" y="4081"/>
                    </a:lnTo>
                    <a:lnTo>
                      <a:pt x="13093" y="4330"/>
                    </a:lnTo>
                    <a:lnTo>
                      <a:pt x="13040" y="4579"/>
                    </a:lnTo>
                    <a:lnTo>
                      <a:pt x="12988" y="4842"/>
                    </a:lnTo>
                    <a:lnTo>
                      <a:pt x="12778" y="4789"/>
                    </a:lnTo>
                    <a:lnTo>
                      <a:pt x="12581" y="4763"/>
                    </a:lnTo>
                    <a:lnTo>
                      <a:pt x="12384" y="4750"/>
                    </a:lnTo>
                    <a:lnTo>
                      <a:pt x="12188" y="4737"/>
                    </a:lnTo>
                    <a:lnTo>
                      <a:pt x="11991" y="4750"/>
                    </a:lnTo>
                    <a:lnTo>
                      <a:pt x="11794" y="4763"/>
                    </a:lnTo>
                    <a:lnTo>
                      <a:pt x="11610" y="4789"/>
                    </a:lnTo>
                    <a:lnTo>
                      <a:pt x="11427" y="4842"/>
                    </a:lnTo>
                    <a:lnTo>
                      <a:pt x="11374" y="4579"/>
                    </a:lnTo>
                    <a:lnTo>
                      <a:pt x="11322" y="4330"/>
                    </a:lnTo>
                    <a:lnTo>
                      <a:pt x="11256" y="4081"/>
                    </a:lnTo>
                    <a:lnTo>
                      <a:pt x="11164" y="3845"/>
                    </a:lnTo>
                    <a:lnTo>
                      <a:pt x="11072" y="3595"/>
                    </a:lnTo>
                    <a:lnTo>
                      <a:pt x="10981" y="3372"/>
                    </a:lnTo>
                    <a:lnTo>
                      <a:pt x="10863" y="3136"/>
                    </a:lnTo>
                    <a:lnTo>
                      <a:pt x="10745" y="2913"/>
                    </a:lnTo>
                    <a:lnTo>
                      <a:pt x="10613" y="2703"/>
                    </a:lnTo>
                    <a:lnTo>
                      <a:pt x="10482" y="2493"/>
                    </a:lnTo>
                    <a:lnTo>
                      <a:pt x="10325" y="2283"/>
                    </a:lnTo>
                    <a:lnTo>
                      <a:pt x="10167" y="2087"/>
                    </a:lnTo>
                    <a:lnTo>
                      <a:pt x="10010" y="1903"/>
                    </a:lnTo>
                    <a:lnTo>
                      <a:pt x="9839" y="1719"/>
                    </a:lnTo>
                    <a:lnTo>
                      <a:pt x="9656" y="1549"/>
                    </a:lnTo>
                    <a:lnTo>
                      <a:pt x="9472" y="1378"/>
                    </a:lnTo>
                    <a:lnTo>
                      <a:pt x="9275" y="1221"/>
                    </a:lnTo>
                    <a:lnTo>
                      <a:pt x="9078" y="1063"/>
                    </a:lnTo>
                    <a:lnTo>
                      <a:pt x="8868" y="932"/>
                    </a:lnTo>
                    <a:lnTo>
                      <a:pt x="8659" y="801"/>
                    </a:lnTo>
                    <a:lnTo>
                      <a:pt x="8436" y="670"/>
                    </a:lnTo>
                    <a:lnTo>
                      <a:pt x="8213" y="552"/>
                    </a:lnTo>
                    <a:lnTo>
                      <a:pt x="7976" y="460"/>
                    </a:lnTo>
                    <a:lnTo>
                      <a:pt x="7740" y="355"/>
                    </a:lnTo>
                    <a:lnTo>
                      <a:pt x="7504" y="276"/>
                    </a:lnTo>
                    <a:lnTo>
                      <a:pt x="7268" y="197"/>
                    </a:lnTo>
                    <a:lnTo>
                      <a:pt x="7019" y="145"/>
                    </a:lnTo>
                    <a:lnTo>
                      <a:pt x="6756" y="93"/>
                    </a:lnTo>
                    <a:lnTo>
                      <a:pt x="6507" y="53"/>
                    </a:lnTo>
                    <a:lnTo>
                      <a:pt x="6245" y="14"/>
                    </a:lnTo>
                    <a:lnTo>
                      <a:pt x="598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" name="Google Shape;414;p16"/>
              <p:cNvSpPr/>
              <p:nvPr/>
            </p:nvSpPr>
            <p:spPr>
              <a:xfrm>
                <a:off x="5343966" y="2582777"/>
                <a:ext cx="438016" cy="207484"/>
              </a:xfrm>
              <a:custGeom>
                <a:rect b="b" l="l" r="r" t="t"/>
                <a:pathLst>
                  <a:path extrusionOk="0" fill="none" h="11559" w="24402">
                    <a:moveTo>
                      <a:pt x="5720" y="1"/>
                    </a:moveTo>
                    <a:lnTo>
                      <a:pt x="5720" y="1"/>
                    </a:lnTo>
                    <a:lnTo>
                      <a:pt x="5982" y="1"/>
                    </a:lnTo>
                    <a:lnTo>
                      <a:pt x="6245" y="14"/>
                    </a:lnTo>
                    <a:lnTo>
                      <a:pt x="6507" y="53"/>
                    </a:lnTo>
                    <a:lnTo>
                      <a:pt x="6756" y="93"/>
                    </a:lnTo>
                    <a:lnTo>
                      <a:pt x="7019" y="145"/>
                    </a:lnTo>
                    <a:lnTo>
                      <a:pt x="7268" y="197"/>
                    </a:lnTo>
                    <a:lnTo>
                      <a:pt x="7504" y="276"/>
                    </a:lnTo>
                    <a:lnTo>
                      <a:pt x="7740" y="355"/>
                    </a:lnTo>
                    <a:lnTo>
                      <a:pt x="7976" y="460"/>
                    </a:lnTo>
                    <a:lnTo>
                      <a:pt x="8213" y="552"/>
                    </a:lnTo>
                    <a:lnTo>
                      <a:pt x="8436" y="670"/>
                    </a:lnTo>
                    <a:lnTo>
                      <a:pt x="8659" y="801"/>
                    </a:lnTo>
                    <a:lnTo>
                      <a:pt x="8868" y="932"/>
                    </a:lnTo>
                    <a:lnTo>
                      <a:pt x="9078" y="1063"/>
                    </a:lnTo>
                    <a:lnTo>
                      <a:pt x="9275" y="1221"/>
                    </a:lnTo>
                    <a:lnTo>
                      <a:pt x="9472" y="1378"/>
                    </a:lnTo>
                    <a:lnTo>
                      <a:pt x="9656" y="1549"/>
                    </a:lnTo>
                    <a:lnTo>
                      <a:pt x="9839" y="1719"/>
                    </a:lnTo>
                    <a:lnTo>
                      <a:pt x="10010" y="1903"/>
                    </a:lnTo>
                    <a:lnTo>
                      <a:pt x="10167" y="2087"/>
                    </a:lnTo>
                    <a:lnTo>
                      <a:pt x="10325" y="2283"/>
                    </a:lnTo>
                    <a:lnTo>
                      <a:pt x="10482" y="2493"/>
                    </a:lnTo>
                    <a:lnTo>
                      <a:pt x="10613" y="2703"/>
                    </a:lnTo>
                    <a:lnTo>
                      <a:pt x="10745" y="2913"/>
                    </a:lnTo>
                    <a:lnTo>
                      <a:pt x="10863" y="3136"/>
                    </a:lnTo>
                    <a:lnTo>
                      <a:pt x="10981" y="3372"/>
                    </a:lnTo>
                    <a:lnTo>
                      <a:pt x="11072" y="3595"/>
                    </a:lnTo>
                    <a:lnTo>
                      <a:pt x="11164" y="3845"/>
                    </a:lnTo>
                    <a:lnTo>
                      <a:pt x="11256" y="4081"/>
                    </a:lnTo>
                    <a:lnTo>
                      <a:pt x="11322" y="4330"/>
                    </a:lnTo>
                    <a:lnTo>
                      <a:pt x="11374" y="4579"/>
                    </a:lnTo>
                    <a:lnTo>
                      <a:pt x="11427" y="4842"/>
                    </a:lnTo>
                    <a:lnTo>
                      <a:pt x="11427" y="4842"/>
                    </a:lnTo>
                    <a:lnTo>
                      <a:pt x="11610" y="4789"/>
                    </a:lnTo>
                    <a:lnTo>
                      <a:pt x="11794" y="4763"/>
                    </a:lnTo>
                    <a:lnTo>
                      <a:pt x="11991" y="4750"/>
                    </a:lnTo>
                    <a:lnTo>
                      <a:pt x="12188" y="4737"/>
                    </a:lnTo>
                    <a:lnTo>
                      <a:pt x="12188" y="4737"/>
                    </a:lnTo>
                    <a:lnTo>
                      <a:pt x="12384" y="4750"/>
                    </a:lnTo>
                    <a:lnTo>
                      <a:pt x="12581" y="4763"/>
                    </a:lnTo>
                    <a:lnTo>
                      <a:pt x="12778" y="4789"/>
                    </a:lnTo>
                    <a:lnTo>
                      <a:pt x="12988" y="4842"/>
                    </a:lnTo>
                    <a:lnTo>
                      <a:pt x="12988" y="4842"/>
                    </a:lnTo>
                    <a:lnTo>
                      <a:pt x="13040" y="4579"/>
                    </a:lnTo>
                    <a:lnTo>
                      <a:pt x="13093" y="4330"/>
                    </a:lnTo>
                    <a:lnTo>
                      <a:pt x="13172" y="4081"/>
                    </a:lnTo>
                    <a:lnTo>
                      <a:pt x="13250" y="3845"/>
                    </a:lnTo>
                    <a:lnTo>
                      <a:pt x="13342" y="3608"/>
                    </a:lnTo>
                    <a:lnTo>
                      <a:pt x="13434" y="3385"/>
                    </a:lnTo>
                    <a:lnTo>
                      <a:pt x="13552" y="3162"/>
                    </a:lnTo>
                    <a:lnTo>
                      <a:pt x="13670" y="2939"/>
                    </a:lnTo>
                    <a:lnTo>
                      <a:pt x="13801" y="2729"/>
                    </a:lnTo>
                    <a:lnTo>
                      <a:pt x="13932" y="2520"/>
                    </a:lnTo>
                    <a:lnTo>
                      <a:pt x="14077" y="2323"/>
                    </a:lnTo>
                    <a:lnTo>
                      <a:pt x="14234" y="2126"/>
                    </a:lnTo>
                    <a:lnTo>
                      <a:pt x="14392" y="1942"/>
                    </a:lnTo>
                    <a:lnTo>
                      <a:pt x="14562" y="1759"/>
                    </a:lnTo>
                    <a:lnTo>
                      <a:pt x="14746" y="1588"/>
                    </a:lnTo>
                    <a:lnTo>
                      <a:pt x="14929" y="1431"/>
                    </a:lnTo>
                    <a:lnTo>
                      <a:pt x="15113" y="1273"/>
                    </a:lnTo>
                    <a:lnTo>
                      <a:pt x="15310" y="1129"/>
                    </a:lnTo>
                    <a:lnTo>
                      <a:pt x="15520" y="985"/>
                    </a:lnTo>
                    <a:lnTo>
                      <a:pt x="15730" y="853"/>
                    </a:lnTo>
                    <a:lnTo>
                      <a:pt x="15940" y="735"/>
                    </a:lnTo>
                    <a:lnTo>
                      <a:pt x="16163" y="617"/>
                    </a:lnTo>
                    <a:lnTo>
                      <a:pt x="16399" y="525"/>
                    </a:lnTo>
                    <a:lnTo>
                      <a:pt x="16622" y="420"/>
                    </a:lnTo>
                    <a:lnTo>
                      <a:pt x="16858" y="342"/>
                    </a:lnTo>
                    <a:lnTo>
                      <a:pt x="17107" y="276"/>
                    </a:lnTo>
                    <a:lnTo>
                      <a:pt x="17343" y="211"/>
                    </a:lnTo>
                    <a:lnTo>
                      <a:pt x="17593" y="158"/>
                    </a:lnTo>
                    <a:lnTo>
                      <a:pt x="17855" y="119"/>
                    </a:lnTo>
                    <a:lnTo>
                      <a:pt x="18104" y="79"/>
                    </a:lnTo>
                    <a:lnTo>
                      <a:pt x="18367" y="66"/>
                    </a:lnTo>
                    <a:lnTo>
                      <a:pt x="18629" y="53"/>
                    </a:lnTo>
                    <a:lnTo>
                      <a:pt x="18629" y="53"/>
                    </a:lnTo>
                    <a:lnTo>
                      <a:pt x="18918" y="66"/>
                    </a:lnTo>
                    <a:lnTo>
                      <a:pt x="19219" y="93"/>
                    </a:lnTo>
                    <a:lnTo>
                      <a:pt x="19508" y="119"/>
                    </a:lnTo>
                    <a:lnTo>
                      <a:pt x="19783" y="171"/>
                    </a:lnTo>
                    <a:lnTo>
                      <a:pt x="20059" y="237"/>
                    </a:lnTo>
                    <a:lnTo>
                      <a:pt x="20334" y="316"/>
                    </a:lnTo>
                    <a:lnTo>
                      <a:pt x="20610" y="394"/>
                    </a:lnTo>
                    <a:lnTo>
                      <a:pt x="20859" y="499"/>
                    </a:lnTo>
                    <a:lnTo>
                      <a:pt x="21122" y="617"/>
                    </a:lnTo>
                    <a:lnTo>
                      <a:pt x="21371" y="735"/>
                    </a:lnTo>
                    <a:lnTo>
                      <a:pt x="21607" y="880"/>
                    </a:lnTo>
                    <a:lnTo>
                      <a:pt x="21843" y="1024"/>
                    </a:lnTo>
                    <a:lnTo>
                      <a:pt x="22066" y="1181"/>
                    </a:lnTo>
                    <a:lnTo>
                      <a:pt x="22289" y="1352"/>
                    </a:lnTo>
                    <a:lnTo>
                      <a:pt x="22499" y="1536"/>
                    </a:lnTo>
                    <a:lnTo>
                      <a:pt x="22696" y="1732"/>
                    </a:lnTo>
                    <a:lnTo>
                      <a:pt x="22893" y="1929"/>
                    </a:lnTo>
                    <a:lnTo>
                      <a:pt x="23076" y="2139"/>
                    </a:lnTo>
                    <a:lnTo>
                      <a:pt x="23247" y="2349"/>
                    </a:lnTo>
                    <a:lnTo>
                      <a:pt x="23404" y="2572"/>
                    </a:lnTo>
                    <a:lnTo>
                      <a:pt x="23562" y="2808"/>
                    </a:lnTo>
                    <a:lnTo>
                      <a:pt x="23693" y="3044"/>
                    </a:lnTo>
                    <a:lnTo>
                      <a:pt x="23824" y="3294"/>
                    </a:lnTo>
                    <a:lnTo>
                      <a:pt x="23942" y="3543"/>
                    </a:lnTo>
                    <a:lnTo>
                      <a:pt x="24047" y="3805"/>
                    </a:lnTo>
                    <a:lnTo>
                      <a:pt x="24139" y="4081"/>
                    </a:lnTo>
                    <a:lnTo>
                      <a:pt x="24218" y="4343"/>
                    </a:lnTo>
                    <a:lnTo>
                      <a:pt x="24283" y="4632"/>
                    </a:lnTo>
                    <a:lnTo>
                      <a:pt x="24336" y="4907"/>
                    </a:lnTo>
                    <a:lnTo>
                      <a:pt x="24375" y="5196"/>
                    </a:lnTo>
                    <a:lnTo>
                      <a:pt x="24401" y="5484"/>
                    </a:lnTo>
                    <a:lnTo>
                      <a:pt x="24401" y="5786"/>
                    </a:lnTo>
                    <a:lnTo>
                      <a:pt x="24401" y="5786"/>
                    </a:lnTo>
                    <a:lnTo>
                      <a:pt x="24401" y="6075"/>
                    </a:lnTo>
                    <a:lnTo>
                      <a:pt x="24375" y="6377"/>
                    </a:lnTo>
                    <a:lnTo>
                      <a:pt x="24336" y="6652"/>
                    </a:lnTo>
                    <a:lnTo>
                      <a:pt x="24296" y="6941"/>
                    </a:lnTo>
                    <a:lnTo>
                      <a:pt x="24231" y="7216"/>
                    </a:lnTo>
                    <a:lnTo>
                      <a:pt x="24152" y="7492"/>
                    </a:lnTo>
                    <a:lnTo>
                      <a:pt x="24060" y="7754"/>
                    </a:lnTo>
                    <a:lnTo>
                      <a:pt x="23968" y="8016"/>
                    </a:lnTo>
                    <a:lnTo>
                      <a:pt x="23850" y="8279"/>
                    </a:lnTo>
                    <a:lnTo>
                      <a:pt x="23719" y="8528"/>
                    </a:lnTo>
                    <a:lnTo>
                      <a:pt x="23588" y="8764"/>
                    </a:lnTo>
                    <a:lnTo>
                      <a:pt x="23431" y="9000"/>
                    </a:lnTo>
                    <a:lnTo>
                      <a:pt x="23273" y="9223"/>
                    </a:lnTo>
                    <a:lnTo>
                      <a:pt x="23103" y="9446"/>
                    </a:lnTo>
                    <a:lnTo>
                      <a:pt x="22932" y="9656"/>
                    </a:lnTo>
                    <a:lnTo>
                      <a:pt x="22735" y="9853"/>
                    </a:lnTo>
                    <a:lnTo>
                      <a:pt x="22538" y="10050"/>
                    </a:lnTo>
                    <a:lnTo>
                      <a:pt x="22329" y="10234"/>
                    </a:lnTo>
                    <a:lnTo>
                      <a:pt x="22119" y="10404"/>
                    </a:lnTo>
                    <a:lnTo>
                      <a:pt x="21882" y="10561"/>
                    </a:lnTo>
                    <a:lnTo>
                      <a:pt x="21659" y="10719"/>
                    </a:lnTo>
                    <a:lnTo>
                      <a:pt x="21410" y="10850"/>
                    </a:lnTo>
                    <a:lnTo>
                      <a:pt x="21174" y="10981"/>
                    </a:lnTo>
                    <a:lnTo>
                      <a:pt x="20912" y="11099"/>
                    </a:lnTo>
                    <a:lnTo>
                      <a:pt x="20649" y="11204"/>
                    </a:lnTo>
                    <a:lnTo>
                      <a:pt x="20387" y="11296"/>
                    </a:lnTo>
                    <a:lnTo>
                      <a:pt x="20111" y="11375"/>
                    </a:lnTo>
                    <a:lnTo>
                      <a:pt x="19836" y="11440"/>
                    </a:lnTo>
                    <a:lnTo>
                      <a:pt x="19560" y="11493"/>
                    </a:lnTo>
                    <a:lnTo>
                      <a:pt x="19272" y="11532"/>
                    </a:lnTo>
                    <a:lnTo>
                      <a:pt x="18970" y="11545"/>
                    </a:lnTo>
                    <a:lnTo>
                      <a:pt x="18681" y="11559"/>
                    </a:lnTo>
                    <a:lnTo>
                      <a:pt x="18681" y="11559"/>
                    </a:lnTo>
                    <a:lnTo>
                      <a:pt x="18393" y="11559"/>
                    </a:lnTo>
                    <a:lnTo>
                      <a:pt x="18104" y="11532"/>
                    </a:lnTo>
                    <a:lnTo>
                      <a:pt x="17829" y="11506"/>
                    </a:lnTo>
                    <a:lnTo>
                      <a:pt x="17553" y="11454"/>
                    </a:lnTo>
                    <a:lnTo>
                      <a:pt x="17278" y="11388"/>
                    </a:lnTo>
                    <a:lnTo>
                      <a:pt x="17002" y="11322"/>
                    </a:lnTo>
                    <a:lnTo>
                      <a:pt x="16740" y="11231"/>
                    </a:lnTo>
                    <a:lnTo>
                      <a:pt x="16491" y="11139"/>
                    </a:lnTo>
                    <a:lnTo>
                      <a:pt x="16241" y="11034"/>
                    </a:lnTo>
                    <a:lnTo>
                      <a:pt x="15992" y="10903"/>
                    </a:lnTo>
                    <a:lnTo>
                      <a:pt x="15756" y="10771"/>
                    </a:lnTo>
                    <a:lnTo>
                      <a:pt x="15520" y="10627"/>
                    </a:lnTo>
                    <a:lnTo>
                      <a:pt x="15297" y="10483"/>
                    </a:lnTo>
                    <a:lnTo>
                      <a:pt x="15087" y="10312"/>
                    </a:lnTo>
                    <a:lnTo>
                      <a:pt x="14877" y="10142"/>
                    </a:lnTo>
                    <a:lnTo>
                      <a:pt x="14680" y="9958"/>
                    </a:lnTo>
                    <a:lnTo>
                      <a:pt x="14483" y="9774"/>
                    </a:lnTo>
                    <a:lnTo>
                      <a:pt x="14313" y="9564"/>
                    </a:lnTo>
                    <a:lnTo>
                      <a:pt x="14129" y="9355"/>
                    </a:lnTo>
                    <a:lnTo>
                      <a:pt x="13972" y="9145"/>
                    </a:lnTo>
                    <a:lnTo>
                      <a:pt x="13814" y="8922"/>
                    </a:lnTo>
                    <a:lnTo>
                      <a:pt x="13683" y="8685"/>
                    </a:lnTo>
                    <a:lnTo>
                      <a:pt x="13552" y="8449"/>
                    </a:lnTo>
                    <a:lnTo>
                      <a:pt x="13434" y="8200"/>
                    </a:lnTo>
                    <a:lnTo>
                      <a:pt x="13316" y="7951"/>
                    </a:lnTo>
                    <a:lnTo>
                      <a:pt x="13224" y="7688"/>
                    </a:lnTo>
                    <a:lnTo>
                      <a:pt x="13132" y="7426"/>
                    </a:lnTo>
                    <a:lnTo>
                      <a:pt x="13067" y="7151"/>
                    </a:lnTo>
                    <a:lnTo>
                      <a:pt x="13001" y="6875"/>
                    </a:lnTo>
                    <a:lnTo>
                      <a:pt x="12962" y="6600"/>
                    </a:lnTo>
                    <a:lnTo>
                      <a:pt x="12922" y="6311"/>
                    </a:lnTo>
                    <a:lnTo>
                      <a:pt x="12909" y="6022"/>
                    </a:lnTo>
                    <a:lnTo>
                      <a:pt x="12909" y="6022"/>
                    </a:lnTo>
                    <a:lnTo>
                      <a:pt x="12725" y="5970"/>
                    </a:lnTo>
                    <a:lnTo>
                      <a:pt x="12542" y="5930"/>
                    </a:lnTo>
                    <a:lnTo>
                      <a:pt x="12358" y="5904"/>
                    </a:lnTo>
                    <a:lnTo>
                      <a:pt x="12188" y="5904"/>
                    </a:lnTo>
                    <a:lnTo>
                      <a:pt x="12188" y="5904"/>
                    </a:lnTo>
                    <a:lnTo>
                      <a:pt x="11978" y="5917"/>
                    </a:lnTo>
                    <a:lnTo>
                      <a:pt x="11781" y="5944"/>
                    </a:lnTo>
                    <a:lnTo>
                      <a:pt x="11623" y="5996"/>
                    </a:lnTo>
                    <a:lnTo>
                      <a:pt x="11492" y="6049"/>
                    </a:lnTo>
                    <a:lnTo>
                      <a:pt x="11492" y="6049"/>
                    </a:lnTo>
                    <a:lnTo>
                      <a:pt x="11466" y="6324"/>
                    </a:lnTo>
                    <a:lnTo>
                      <a:pt x="11427" y="6600"/>
                    </a:lnTo>
                    <a:lnTo>
                      <a:pt x="11387" y="6875"/>
                    </a:lnTo>
                    <a:lnTo>
                      <a:pt x="11322" y="7137"/>
                    </a:lnTo>
                    <a:lnTo>
                      <a:pt x="11243" y="7413"/>
                    </a:lnTo>
                    <a:lnTo>
                      <a:pt x="11164" y="7662"/>
                    </a:lnTo>
                    <a:lnTo>
                      <a:pt x="11059" y="7925"/>
                    </a:lnTo>
                    <a:lnTo>
                      <a:pt x="10954" y="8161"/>
                    </a:lnTo>
                    <a:lnTo>
                      <a:pt x="10836" y="8410"/>
                    </a:lnTo>
                    <a:lnTo>
                      <a:pt x="10705" y="8646"/>
                    </a:lnTo>
                    <a:lnTo>
                      <a:pt x="10561" y="8869"/>
                    </a:lnTo>
                    <a:lnTo>
                      <a:pt x="10417" y="9092"/>
                    </a:lnTo>
                    <a:lnTo>
                      <a:pt x="10246" y="9302"/>
                    </a:lnTo>
                    <a:lnTo>
                      <a:pt x="10075" y="9512"/>
                    </a:lnTo>
                    <a:lnTo>
                      <a:pt x="9905" y="9709"/>
                    </a:lnTo>
                    <a:lnTo>
                      <a:pt x="9708" y="9892"/>
                    </a:lnTo>
                    <a:lnTo>
                      <a:pt x="9511" y="10076"/>
                    </a:lnTo>
                    <a:lnTo>
                      <a:pt x="9301" y="10247"/>
                    </a:lnTo>
                    <a:lnTo>
                      <a:pt x="9092" y="10404"/>
                    </a:lnTo>
                    <a:lnTo>
                      <a:pt x="8868" y="10561"/>
                    </a:lnTo>
                    <a:lnTo>
                      <a:pt x="8645" y="10706"/>
                    </a:lnTo>
                    <a:lnTo>
                      <a:pt x="8409" y="10837"/>
                    </a:lnTo>
                    <a:lnTo>
                      <a:pt x="8173" y="10955"/>
                    </a:lnTo>
                    <a:lnTo>
                      <a:pt x="7924" y="11060"/>
                    </a:lnTo>
                    <a:lnTo>
                      <a:pt x="7675" y="11165"/>
                    </a:lnTo>
                    <a:lnTo>
                      <a:pt x="7412" y="11244"/>
                    </a:lnTo>
                    <a:lnTo>
                      <a:pt x="7150" y="11322"/>
                    </a:lnTo>
                    <a:lnTo>
                      <a:pt x="6888" y="11388"/>
                    </a:lnTo>
                    <a:lnTo>
                      <a:pt x="6612" y="11427"/>
                    </a:lnTo>
                    <a:lnTo>
                      <a:pt x="6337" y="11467"/>
                    </a:lnTo>
                    <a:lnTo>
                      <a:pt x="6061" y="11493"/>
                    </a:lnTo>
                    <a:lnTo>
                      <a:pt x="5772" y="11493"/>
                    </a:lnTo>
                    <a:lnTo>
                      <a:pt x="5772" y="11493"/>
                    </a:lnTo>
                    <a:lnTo>
                      <a:pt x="5484" y="11493"/>
                    </a:lnTo>
                    <a:lnTo>
                      <a:pt x="5195" y="11467"/>
                    </a:lnTo>
                    <a:lnTo>
                      <a:pt x="4907" y="11440"/>
                    </a:lnTo>
                    <a:lnTo>
                      <a:pt x="4618" y="11388"/>
                    </a:lnTo>
                    <a:lnTo>
                      <a:pt x="4342" y="11322"/>
                    </a:lnTo>
                    <a:lnTo>
                      <a:pt x="4067" y="11244"/>
                    </a:lnTo>
                    <a:lnTo>
                      <a:pt x="3805" y="11152"/>
                    </a:lnTo>
                    <a:lnTo>
                      <a:pt x="3542" y="11060"/>
                    </a:lnTo>
                    <a:lnTo>
                      <a:pt x="3280" y="10942"/>
                    </a:lnTo>
                    <a:lnTo>
                      <a:pt x="3031" y="10811"/>
                    </a:lnTo>
                    <a:lnTo>
                      <a:pt x="2794" y="10680"/>
                    </a:lnTo>
                    <a:lnTo>
                      <a:pt x="2558" y="10522"/>
                    </a:lnTo>
                    <a:lnTo>
                      <a:pt x="2335" y="10365"/>
                    </a:lnTo>
                    <a:lnTo>
                      <a:pt x="2112" y="10194"/>
                    </a:lnTo>
                    <a:lnTo>
                      <a:pt x="1902" y="10024"/>
                    </a:lnTo>
                    <a:lnTo>
                      <a:pt x="1706" y="9827"/>
                    </a:lnTo>
                    <a:lnTo>
                      <a:pt x="1509" y="9630"/>
                    </a:lnTo>
                    <a:lnTo>
                      <a:pt x="1338" y="9420"/>
                    </a:lnTo>
                    <a:lnTo>
                      <a:pt x="1155" y="9210"/>
                    </a:lnTo>
                    <a:lnTo>
                      <a:pt x="997" y="8987"/>
                    </a:lnTo>
                    <a:lnTo>
                      <a:pt x="853" y="8751"/>
                    </a:lnTo>
                    <a:lnTo>
                      <a:pt x="708" y="8515"/>
                    </a:lnTo>
                    <a:lnTo>
                      <a:pt x="577" y="8266"/>
                    </a:lnTo>
                    <a:lnTo>
                      <a:pt x="459" y="8003"/>
                    </a:lnTo>
                    <a:lnTo>
                      <a:pt x="354" y="7741"/>
                    </a:lnTo>
                    <a:lnTo>
                      <a:pt x="262" y="7479"/>
                    </a:lnTo>
                    <a:lnTo>
                      <a:pt x="184" y="7203"/>
                    </a:lnTo>
                    <a:lnTo>
                      <a:pt x="118" y="6928"/>
                    </a:lnTo>
                    <a:lnTo>
                      <a:pt x="66" y="6652"/>
                    </a:lnTo>
                    <a:lnTo>
                      <a:pt x="26" y="6363"/>
                    </a:lnTo>
                    <a:lnTo>
                      <a:pt x="13" y="6075"/>
                    </a:lnTo>
                    <a:lnTo>
                      <a:pt x="0" y="5773"/>
                    </a:lnTo>
                    <a:lnTo>
                      <a:pt x="0" y="5773"/>
                    </a:lnTo>
                    <a:lnTo>
                      <a:pt x="0" y="5471"/>
                    </a:lnTo>
                    <a:lnTo>
                      <a:pt x="26" y="5183"/>
                    </a:lnTo>
                    <a:lnTo>
                      <a:pt x="66" y="4894"/>
                    </a:lnTo>
                    <a:lnTo>
                      <a:pt x="105" y="4619"/>
                    </a:lnTo>
                    <a:lnTo>
                      <a:pt x="171" y="4343"/>
                    </a:lnTo>
                    <a:lnTo>
                      <a:pt x="249" y="4068"/>
                    </a:lnTo>
                    <a:lnTo>
                      <a:pt x="341" y="3792"/>
                    </a:lnTo>
                    <a:lnTo>
                      <a:pt x="446" y="3530"/>
                    </a:lnTo>
                    <a:lnTo>
                      <a:pt x="551" y="3280"/>
                    </a:lnTo>
                    <a:lnTo>
                      <a:pt x="682" y="3031"/>
                    </a:lnTo>
                    <a:lnTo>
                      <a:pt x="813" y="2795"/>
                    </a:lnTo>
                    <a:lnTo>
                      <a:pt x="971" y="2559"/>
                    </a:lnTo>
                    <a:lnTo>
                      <a:pt x="1128" y="2336"/>
                    </a:lnTo>
                    <a:lnTo>
                      <a:pt x="1299" y="2113"/>
                    </a:lnTo>
                    <a:lnTo>
                      <a:pt x="1483" y="1903"/>
                    </a:lnTo>
                    <a:lnTo>
                      <a:pt x="1666" y="1706"/>
                    </a:lnTo>
                    <a:lnTo>
                      <a:pt x="1863" y="1509"/>
                    </a:lnTo>
                    <a:lnTo>
                      <a:pt x="2073" y="1326"/>
                    </a:lnTo>
                    <a:lnTo>
                      <a:pt x="2296" y="1155"/>
                    </a:lnTo>
                    <a:lnTo>
                      <a:pt x="2519" y="998"/>
                    </a:lnTo>
                    <a:lnTo>
                      <a:pt x="2742" y="840"/>
                    </a:lnTo>
                    <a:lnTo>
                      <a:pt x="2991" y="709"/>
                    </a:lnTo>
                    <a:lnTo>
                      <a:pt x="3240" y="578"/>
                    </a:lnTo>
                    <a:lnTo>
                      <a:pt x="3490" y="460"/>
                    </a:lnTo>
                    <a:lnTo>
                      <a:pt x="3752" y="355"/>
                    </a:lnTo>
                    <a:lnTo>
                      <a:pt x="4014" y="263"/>
                    </a:lnTo>
                    <a:lnTo>
                      <a:pt x="4290" y="184"/>
                    </a:lnTo>
                    <a:lnTo>
                      <a:pt x="4565" y="119"/>
                    </a:lnTo>
                    <a:lnTo>
                      <a:pt x="4854" y="66"/>
                    </a:lnTo>
                    <a:lnTo>
                      <a:pt x="5143" y="27"/>
                    </a:lnTo>
                    <a:lnTo>
                      <a:pt x="5431" y="1"/>
                    </a:lnTo>
                    <a:lnTo>
                      <a:pt x="5720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5" name="Google Shape;415;p16"/>
              <p:cNvSpPr/>
              <p:nvPr/>
            </p:nvSpPr>
            <p:spPr>
              <a:xfrm>
                <a:off x="5595463" y="2603024"/>
                <a:ext cx="162268" cy="163453"/>
              </a:xfrm>
              <a:custGeom>
                <a:rect b="b" l="l" r="r" t="t"/>
                <a:pathLst>
                  <a:path extrusionOk="0" h="9106" w="9040">
                    <a:moveTo>
                      <a:pt x="7963" y="1"/>
                    </a:moveTo>
                    <a:lnTo>
                      <a:pt x="5982" y="2021"/>
                    </a:lnTo>
                    <a:lnTo>
                      <a:pt x="4001" y="4028"/>
                    </a:lnTo>
                    <a:lnTo>
                      <a:pt x="0" y="8043"/>
                    </a:lnTo>
                    <a:lnTo>
                      <a:pt x="223" y="8331"/>
                    </a:lnTo>
                    <a:lnTo>
                      <a:pt x="459" y="8607"/>
                    </a:lnTo>
                    <a:lnTo>
                      <a:pt x="709" y="8869"/>
                    </a:lnTo>
                    <a:lnTo>
                      <a:pt x="984" y="9106"/>
                    </a:lnTo>
                    <a:lnTo>
                      <a:pt x="9039" y="972"/>
                    </a:lnTo>
                    <a:lnTo>
                      <a:pt x="8790" y="709"/>
                    </a:lnTo>
                    <a:lnTo>
                      <a:pt x="8527" y="447"/>
                    </a:lnTo>
                    <a:lnTo>
                      <a:pt x="8252" y="211"/>
                    </a:lnTo>
                    <a:lnTo>
                      <a:pt x="796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" name="Google Shape;416;p16"/>
              <p:cNvSpPr/>
              <p:nvPr/>
            </p:nvSpPr>
            <p:spPr>
              <a:xfrm>
                <a:off x="5595463" y="2603024"/>
                <a:ext cx="162268" cy="163453"/>
              </a:xfrm>
              <a:custGeom>
                <a:rect b="b" l="l" r="r" t="t"/>
                <a:pathLst>
                  <a:path extrusionOk="0" fill="none" h="9106" w="9040">
                    <a:moveTo>
                      <a:pt x="7963" y="1"/>
                    </a:moveTo>
                    <a:lnTo>
                      <a:pt x="7963" y="1"/>
                    </a:lnTo>
                    <a:lnTo>
                      <a:pt x="5982" y="2021"/>
                    </a:lnTo>
                    <a:lnTo>
                      <a:pt x="4001" y="4028"/>
                    </a:lnTo>
                    <a:lnTo>
                      <a:pt x="0" y="8043"/>
                    </a:lnTo>
                    <a:lnTo>
                      <a:pt x="0" y="8043"/>
                    </a:lnTo>
                    <a:lnTo>
                      <a:pt x="223" y="8331"/>
                    </a:lnTo>
                    <a:lnTo>
                      <a:pt x="459" y="8607"/>
                    </a:lnTo>
                    <a:lnTo>
                      <a:pt x="709" y="8869"/>
                    </a:lnTo>
                    <a:lnTo>
                      <a:pt x="984" y="9106"/>
                    </a:lnTo>
                    <a:lnTo>
                      <a:pt x="984" y="9106"/>
                    </a:lnTo>
                    <a:lnTo>
                      <a:pt x="9039" y="972"/>
                    </a:lnTo>
                    <a:lnTo>
                      <a:pt x="9039" y="972"/>
                    </a:lnTo>
                    <a:lnTo>
                      <a:pt x="8790" y="709"/>
                    </a:lnTo>
                    <a:lnTo>
                      <a:pt x="8527" y="447"/>
                    </a:lnTo>
                    <a:lnTo>
                      <a:pt x="8252" y="211"/>
                    </a:lnTo>
                    <a:lnTo>
                      <a:pt x="7963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" name="Google Shape;417;p16"/>
              <p:cNvSpPr/>
              <p:nvPr/>
            </p:nvSpPr>
            <p:spPr>
              <a:xfrm>
                <a:off x="5354556" y="2592667"/>
                <a:ext cx="163686" cy="165104"/>
              </a:xfrm>
              <a:custGeom>
                <a:rect b="b" l="l" r="r" t="t"/>
                <a:pathLst>
                  <a:path extrusionOk="0" h="9198" w="9119">
                    <a:moveTo>
                      <a:pt x="7583" y="1"/>
                    </a:moveTo>
                    <a:lnTo>
                      <a:pt x="7570" y="53"/>
                    </a:lnTo>
                    <a:lnTo>
                      <a:pt x="7544" y="106"/>
                    </a:lnTo>
                    <a:lnTo>
                      <a:pt x="0" y="7715"/>
                    </a:lnTo>
                    <a:lnTo>
                      <a:pt x="105" y="7925"/>
                    </a:lnTo>
                    <a:lnTo>
                      <a:pt x="223" y="8121"/>
                    </a:lnTo>
                    <a:lnTo>
                      <a:pt x="342" y="8318"/>
                    </a:lnTo>
                    <a:lnTo>
                      <a:pt x="460" y="8502"/>
                    </a:lnTo>
                    <a:lnTo>
                      <a:pt x="604" y="8685"/>
                    </a:lnTo>
                    <a:lnTo>
                      <a:pt x="735" y="8856"/>
                    </a:lnTo>
                    <a:lnTo>
                      <a:pt x="893" y="9027"/>
                    </a:lnTo>
                    <a:lnTo>
                      <a:pt x="1037" y="9197"/>
                    </a:lnTo>
                    <a:lnTo>
                      <a:pt x="9118" y="1050"/>
                    </a:lnTo>
                    <a:lnTo>
                      <a:pt x="8948" y="893"/>
                    </a:lnTo>
                    <a:lnTo>
                      <a:pt x="8764" y="735"/>
                    </a:lnTo>
                    <a:lnTo>
                      <a:pt x="8580" y="604"/>
                    </a:lnTo>
                    <a:lnTo>
                      <a:pt x="8397" y="460"/>
                    </a:lnTo>
                    <a:lnTo>
                      <a:pt x="8200" y="342"/>
                    </a:lnTo>
                    <a:lnTo>
                      <a:pt x="8003" y="224"/>
                    </a:lnTo>
                    <a:lnTo>
                      <a:pt x="7793" y="106"/>
                    </a:lnTo>
                    <a:lnTo>
                      <a:pt x="758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8" name="Google Shape;418;p16"/>
              <p:cNvSpPr/>
              <p:nvPr/>
            </p:nvSpPr>
            <p:spPr>
              <a:xfrm>
                <a:off x="5354556" y="2592667"/>
                <a:ext cx="163686" cy="165104"/>
              </a:xfrm>
              <a:custGeom>
                <a:rect b="b" l="l" r="r" t="t"/>
                <a:pathLst>
                  <a:path extrusionOk="0" fill="none" h="9198" w="9119">
                    <a:moveTo>
                      <a:pt x="7583" y="1"/>
                    </a:moveTo>
                    <a:lnTo>
                      <a:pt x="7583" y="1"/>
                    </a:lnTo>
                    <a:lnTo>
                      <a:pt x="7570" y="53"/>
                    </a:lnTo>
                    <a:lnTo>
                      <a:pt x="7544" y="106"/>
                    </a:lnTo>
                    <a:lnTo>
                      <a:pt x="0" y="7715"/>
                    </a:lnTo>
                    <a:lnTo>
                      <a:pt x="0" y="7715"/>
                    </a:lnTo>
                    <a:lnTo>
                      <a:pt x="105" y="7925"/>
                    </a:lnTo>
                    <a:lnTo>
                      <a:pt x="223" y="8121"/>
                    </a:lnTo>
                    <a:lnTo>
                      <a:pt x="342" y="8318"/>
                    </a:lnTo>
                    <a:lnTo>
                      <a:pt x="460" y="8502"/>
                    </a:lnTo>
                    <a:lnTo>
                      <a:pt x="604" y="8685"/>
                    </a:lnTo>
                    <a:lnTo>
                      <a:pt x="735" y="8856"/>
                    </a:lnTo>
                    <a:lnTo>
                      <a:pt x="893" y="9027"/>
                    </a:lnTo>
                    <a:lnTo>
                      <a:pt x="1037" y="9197"/>
                    </a:lnTo>
                    <a:lnTo>
                      <a:pt x="9118" y="1050"/>
                    </a:lnTo>
                    <a:lnTo>
                      <a:pt x="9118" y="1050"/>
                    </a:lnTo>
                    <a:lnTo>
                      <a:pt x="8948" y="893"/>
                    </a:lnTo>
                    <a:lnTo>
                      <a:pt x="8764" y="735"/>
                    </a:lnTo>
                    <a:lnTo>
                      <a:pt x="8580" y="604"/>
                    </a:lnTo>
                    <a:lnTo>
                      <a:pt x="8397" y="460"/>
                    </a:lnTo>
                    <a:lnTo>
                      <a:pt x="8200" y="342"/>
                    </a:lnTo>
                    <a:lnTo>
                      <a:pt x="8003" y="224"/>
                    </a:lnTo>
                    <a:lnTo>
                      <a:pt x="7793" y="106"/>
                    </a:lnTo>
                    <a:lnTo>
                      <a:pt x="7583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9" name="Google Shape;419;p16"/>
              <p:cNvSpPr/>
              <p:nvPr/>
            </p:nvSpPr>
            <p:spPr>
              <a:xfrm>
                <a:off x="5392933" y="2630811"/>
                <a:ext cx="150726" cy="151911"/>
              </a:xfrm>
              <a:custGeom>
                <a:rect b="b" l="l" r="r" t="t"/>
                <a:pathLst>
                  <a:path extrusionOk="0" h="8463" w="8397">
                    <a:moveTo>
                      <a:pt x="7859" y="1"/>
                    </a:moveTo>
                    <a:lnTo>
                      <a:pt x="1" y="7951"/>
                    </a:lnTo>
                    <a:lnTo>
                      <a:pt x="250" y="8095"/>
                    </a:lnTo>
                    <a:lnTo>
                      <a:pt x="512" y="8227"/>
                    </a:lnTo>
                    <a:lnTo>
                      <a:pt x="775" y="8358"/>
                    </a:lnTo>
                    <a:lnTo>
                      <a:pt x="1063" y="8463"/>
                    </a:lnTo>
                    <a:lnTo>
                      <a:pt x="8397" y="1064"/>
                    </a:lnTo>
                    <a:lnTo>
                      <a:pt x="8279" y="788"/>
                    </a:lnTo>
                    <a:lnTo>
                      <a:pt x="8161" y="513"/>
                    </a:lnTo>
                    <a:lnTo>
                      <a:pt x="8017" y="250"/>
                    </a:lnTo>
                    <a:lnTo>
                      <a:pt x="785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0" name="Google Shape;420;p16"/>
              <p:cNvSpPr/>
              <p:nvPr/>
            </p:nvSpPr>
            <p:spPr>
              <a:xfrm>
                <a:off x="5392933" y="2630811"/>
                <a:ext cx="150726" cy="151911"/>
              </a:xfrm>
              <a:custGeom>
                <a:rect b="b" l="l" r="r" t="t"/>
                <a:pathLst>
                  <a:path extrusionOk="0" fill="none" h="8463" w="8397">
                    <a:moveTo>
                      <a:pt x="7859" y="1"/>
                    </a:moveTo>
                    <a:lnTo>
                      <a:pt x="1" y="7951"/>
                    </a:lnTo>
                    <a:lnTo>
                      <a:pt x="1" y="7951"/>
                    </a:lnTo>
                    <a:lnTo>
                      <a:pt x="250" y="8095"/>
                    </a:lnTo>
                    <a:lnTo>
                      <a:pt x="512" y="8227"/>
                    </a:lnTo>
                    <a:lnTo>
                      <a:pt x="775" y="8358"/>
                    </a:lnTo>
                    <a:lnTo>
                      <a:pt x="1063" y="8463"/>
                    </a:lnTo>
                    <a:lnTo>
                      <a:pt x="8397" y="1064"/>
                    </a:lnTo>
                    <a:lnTo>
                      <a:pt x="8397" y="1064"/>
                    </a:lnTo>
                    <a:lnTo>
                      <a:pt x="8279" y="788"/>
                    </a:lnTo>
                    <a:lnTo>
                      <a:pt x="8161" y="513"/>
                    </a:lnTo>
                    <a:lnTo>
                      <a:pt x="8017" y="250"/>
                    </a:lnTo>
                    <a:lnTo>
                      <a:pt x="7859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1" name="Google Shape;421;p16"/>
              <p:cNvSpPr/>
              <p:nvPr/>
            </p:nvSpPr>
            <p:spPr>
              <a:xfrm>
                <a:off x="5640428" y="2647774"/>
                <a:ext cx="136833" cy="138251"/>
              </a:xfrm>
              <a:custGeom>
                <a:rect b="b" l="l" r="r" t="t"/>
                <a:pathLst>
                  <a:path extrusionOk="0" h="7702" w="7623">
                    <a:moveTo>
                      <a:pt x="7452" y="1"/>
                    </a:moveTo>
                    <a:lnTo>
                      <a:pt x="1" y="7518"/>
                    </a:lnTo>
                    <a:lnTo>
                      <a:pt x="250" y="7610"/>
                    </a:lnTo>
                    <a:lnTo>
                      <a:pt x="512" y="7701"/>
                    </a:lnTo>
                    <a:lnTo>
                      <a:pt x="2297" y="5904"/>
                    </a:lnTo>
                    <a:lnTo>
                      <a:pt x="4081" y="4107"/>
                    </a:lnTo>
                    <a:lnTo>
                      <a:pt x="5852" y="2296"/>
                    </a:lnTo>
                    <a:lnTo>
                      <a:pt x="7623" y="486"/>
                    </a:lnTo>
                    <a:lnTo>
                      <a:pt x="7544" y="237"/>
                    </a:lnTo>
                    <a:lnTo>
                      <a:pt x="745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" name="Google Shape;422;p16"/>
              <p:cNvSpPr/>
              <p:nvPr/>
            </p:nvSpPr>
            <p:spPr>
              <a:xfrm>
                <a:off x="5640428" y="2647774"/>
                <a:ext cx="136833" cy="138251"/>
              </a:xfrm>
              <a:custGeom>
                <a:rect b="b" l="l" r="r" t="t"/>
                <a:pathLst>
                  <a:path extrusionOk="0" fill="none" h="7702" w="7623">
                    <a:moveTo>
                      <a:pt x="7452" y="1"/>
                    </a:moveTo>
                    <a:lnTo>
                      <a:pt x="1" y="7518"/>
                    </a:lnTo>
                    <a:lnTo>
                      <a:pt x="1" y="7518"/>
                    </a:lnTo>
                    <a:lnTo>
                      <a:pt x="250" y="7610"/>
                    </a:lnTo>
                    <a:lnTo>
                      <a:pt x="512" y="7701"/>
                    </a:lnTo>
                    <a:lnTo>
                      <a:pt x="512" y="7701"/>
                    </a:lnTo>
                    <a:lnTo>
                      <a:pt x="2297" y="5904"/>
                    </a:lnTo>
                    <a:lnTo>
                      <a:pt x="4081" y="4107"/>
                    </a:lnTo>
                    <a:lnTo>
                      <a:pt x="5852" y="2296"/>
                    </a:lnTo>
                    <a:lnTo>
                      <a:pt x="7623" y="486"/>
                    </a:lnTo>
                    <a:lnTo>
                      <a:pt x="7623" y="486"/>
                    </a:lnTo>
                    <a:lnTo>
                      <a:pt x="7544" y="237"/>
                    </a:lnTo>
                    <a:lnTo>
                      <a:pt x="7452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" name="Google Shape;423;p16"/>
              <p:cNvSpPr/>
              <p:nvPr/>
            </p:nvSpPr>
            <p:spPr>
              <a:xfrm>
                <a:off x="5343966" y="2582777"/>
                <a:ext cx="438016" cy="207484"/>
              </a:xfrm>
              <a:custGeom>
                <a:rect b="b" l="l" r="r" t="t"/>
                <a:pathLst>
                  <a:path extrusionOk="0" h="11559" w="24402">
                    <a:moveTo>
                      <a:pt x="5733" y="1155"/>
                    </a:moveTo>
                    <a:lnTo>
                      <a:pt x="5969" y="1168"/>
                    </a:lnTo>
                    <a:lnTo>
                      <a:pt x="6192" y="1181"/>
                    </a:lnTo>
                    <a:lnTo>
                      <a:pt x="6428" y="1208"/>
                    </a:lnTo>
                    <a:lnTo>
                      <a:pt x="6651" y="1247"/>
                    </a:lnTo>
                    <a:lnTo>
                      <a:pt x="6874" y="1299"/>
                    </a:lnTo>
                    <a:lnTo>
                      <a:pt x="7097" y="1365"/>
                    </a:lnTo>
                    <a:lnTo>
                      <a:pt x="7307" y="1431"/>
                    </a:lnTo>
                    <a:lnTo>
                      <a:pt x="7517" y="1509"/>
                    </a:lnTo>
                    <a:lnTo>
                      <a:pt x="7714" y="1601"/>
                    </a:lnTo>
                    <a:lnTo>
                      <a:pt x="7911" y="1706"/>
                    </a:lnTo>
                    <a:lnTo>
                      <a:pt x="8108" y="1811"/>
                    </a:lnTo>
                    <a:lnTo>
                      <a:pt x="8291" y="1929"/>
                    </a:lnTo>
                    <a:lnTo>
                      <a:pt x="8475" y="2060"/>
                    </a:lnTo>
                    <a:lnTo>
                      <a:pt x="8645" y="2192"/>
                    </a:lnTo>
                    <a:lnTo>
                      <a:pt x="8816" y="2336"/>
                    </a:lnTo>
                    <a:lnTo>
                      <a:pt x="8973" y="2493"/>
                    </a:lnTo>
                    <a:lnTo>
                      <a:pt x="9131" y="2651"/>
                    </a:lnTo>
                    <a:lnTo>
                      <a:pt x="9275" y="2821"/>
                    </a:lnTo>
                    <a:lnTo>
                      <a:pt x="9406" y="2992"/>
                    </a:lnTo>
                    <a:lnTo>
                      <a:pt x="9538" y="3162"/>
                    </a:lnTo>
                    <a:lnTo>
                      <a:pt x="9656" y="3346"/>
                    </a:lnTo>
                    <a:lnTo>
                      <a:pt x="9774" y="3543"/>
                    </a:lnTo>
                    <a:lnTo>
                      <a:pt x="9879" y="3740"/>
                    </a:lnTo>
                    <a:lnTo>
                      <a:pt x="9970" y="3949"/>
                    </a:lnTo>
                    <a:lnTo>
                      <a:pt x="10049" y="4146"/>
                    </a:lnTo>
                    <a:lnTo>
                      <a:pt x="10128" y="4369"/>
                    </a:lnTo>
                    <a:lnTo>
                      <a:pt x="10180" y="4579"/>
                    </a:lnTo>
                    <a:lnTo>
                      <a:pt x="10233" y="4802"/>
                    </a:lnTo>
                    <a:lnTo>
                      <a:pt x="10285" y="5025"/>
                    </a:lnTo>
                    <a:lnTo>
                      <a:pt x="10312" y="5261"/>
                    </a:lnTo>
                    <a:lnTo>
                      <a:pt x="10325" y="5484"/>
                    </a:lnTo>
                    <a:lnTo>
                      <a:pt x="10338" y="5721"/>
                    </a:lnTo>
                    <a:lnTo>
                      <a:pt x="10325" y="5957"/>
                    </a:lnTo>
                    <a:lnTo>
                      <a:pt x="10312" y="6193"/>
                    </a:lnTo>
                    <a:lnTo>
                      <a:pt x="10285" y="6429"/>
                    </a:lnTo>
                    <a:lnTo>
                      <a:pt x="10246" y="6652"/>
                    </a:lnTo>
                    <a:lnTo>
                      <a:pt x="10194" y="6875"/>
                    </a:lnTo>
                    <a:lnTo>
                      <a:pt x="10141" y="7085"/>
                    </a:lnTo>
                    <a:lnTo>
                      <a:pt x="10062" y="7295"/>
                    </a:lnTo>
                    <a:lnTo>
                      <a:pt x="9984" y="7505"/>
                    </a:lnTo>
                    <a:lnTo>
                      <a:pt x="9892" y="7715"/>
                    </a:lnTo>
                    <a:lnTo>
                      <a:pt x="9787" y="7911"/>
                    </a:lnTo>
                    <a:lnTo>
                      <a:pt x="9682" y="8108"/>
                    </a:lnTo>
                    <a:lnTo>
                      <a:pt x="9564" y="8292"/>
                    </a:lnTo>
                    <a:lnTo>
                      <a:pt x="9433" y="8476"/>
                    </a:lnTo>
                    <a:lnTo>
                      <a:pt x="9301" y="8646"/>
                    </a:lnTo>
                    <a:lnTo>
                      <a:pt x="9157" y="8817"/>
                    </a:lnTo>
                    <a:lnTo>
                      <a:pt x="9013" y="8974"/>
                    </a:lnTo>
                    <a:lnTo>
                      <a:pt x="8842" y="9118"/>
                    </a:lnTo>
                    <a:lnTo>
                      <a:pt x="8685" y="9276"/>
                    </a:lnTo>
                    <a:lnTo>
                      <a:pt x="8514" y="9407"/>
                    </a:lnTo>
                    <a:lnTo>
                      <a:pt x="8331" y="9538"/>
                    </a:lnTo>
                    <a:lnTo>
                      <a:pt x="8147" y="9656"/>
                    </a:lnTo>
                    <a:lnTo>
                      <a:pt x="7950" y="9761"/>
                    </a:lnTo>
                    <a:lnTo>
                      <a:pt x="7753" y="9866"/>
                    </a:lnTo>
                    <a:lnTo>
                      <a:pt x="7557" y="9958"/>
                    </a:lnTo>
                    <a:lnTo>
                      <a:pt x="7347" y="10050"/>
                    </a:lnTo>
                    <a:lnTo>
                      <a:pt x="7137" y="10115"/>
                    </a:lnTo>
                    <a:lnTo>
                      <a:pt x="6914" y="10181"/>
                    </a:lnTo>
                    <a:lnTo>
                      <a:pt x="6691" y="10234"/>
                    </a:lnTo>
                    <a:lnTo>
                      <a:pt x="6468" y="10273"/>
                    </a:lnTo>
                    <a:lnTo>
                      <a:pt x="6245" y="10299"/>
                    </a:lnTo>
                    <a:lnTo>
                      <a:pt x="6009" y="10325"/>
                    </a:lnTo>
                    <a:lnTo>
                      <a:pt x="5536" y="10325"/>
                    </a:lnTo>
                    <a:lnTo>
                      <a:pt x="5300" y="10312"/>
                    </a:lnTo>
                    <a:lnTo>
                      <a:pt x="5077" y="10286"/>
                    </a:lnTo>
                    <a:lnTo>
                      <a:pt x="4854" y="10247"/>
                    </a:lnTo>
                    <a:lnTo>
                      <a:pt x="4631" y="10194"/>
                    </a:lnTo>
                    <a:lnTo>
                      <a:pt x="4408" y="10129"/>
                    </a:lnTo>
                    <a:lnTo>
                      <a:pt x="4198" y="10063"/>
                    </a:lnTo>
                    <a:lnTo>
                      <a:pt x="3988" y="9984"/>
                    </a:lnTo>
                    <a:lnTo>
                      <a:pt x="3778" y="9892"/>
                    </a:lnTo>
                    <a:lnTo>
                      <a:pt x="3582" y="9787"/>
                    </a:lnTo>
                    <a:lnTo>
                      <a:pt x="3398" y="9683"/>
                    </a:lnTo>
                    <a:lnTo>
                      <a:pt x="3201" y="9564"/>
                    </a:lnTo>
                    <a:lnTo>
                      <a:pt x="3031" y="9433"/>
                    </a:lnTo>
                    <a:lnTo>
                      <a:pt x="2847" y="9302"/>
                    </a:lnTo>
                    <a:lnTo>
                      <a:pt x="2689" y="9158"/>
                    </a:lnTo>
                    <a:lnTo>
                      <a:pt x="2519" y="9000"/>
                    </a:lnTo>
                    <a:lnTo>
                      <a:pt x="2375" y="8843"/>
                    </a:lnTo>
                    <a:lnTo>
                      <a:pt x="2230" y="8672"/>
                    </a:lnTo>
                    <a:lnTo>
                      <a:pt x="2086" y="8502"/>
                    </a:lnTo>
                    <a:lnTo>
                      <a:pt x="1968" y="8331"/>
                    </a:lnTo>
                    <a:lnTo>
                      <a:pt x="1837" y="8134"/>
                    </a:lnTo>
                    <a:lnTo>
                      <a:pt x="1732" y="7951"/>
                    </a:lnTo>
                    <a:lnTo>
                      <a:pt x="1627" y="7754"/>
                    </a:lnTo>
                    <a:lnTo>
                      <a:pt x="1535" y="7544"/>
                    </a:lnTo>
                    <a:lnTo>
                      <a:pt x="1456" y="7347"/>
                    </a:lnTo>
                    <a:lnTo>
                      <a:pt x="1378" y="7124"/>
                    </a:lnTo>
                    <a:lnTo>
                      <a:pt x="1312" y="6914"/>
                    </a:lnTo>
                    <a:lnTo>
                      <a:pt x="1259" y="6691"/>
                    </a:lnTo>
                    <a:lnTo>
                      <a:pt x="1220" y="6468"/>
                    </a:lnTo>
                    <a:lnTo>
                      <a:pt x="1194" y="6232"/>
                    </a:lnTo>
                    <a:lnTo>
                      <a:pt x="1168" y="6009"/>
                    </a:lnTo>
                    <a:lnTo>
                      <a:pt x="1168" y="5773"/>
                    </a:lnTo>
                    <a:lnTo>
                      <a:pt x="1168" y="5537"/>
                    </a:lnTo>
                    <a:lnTo>
                      <a:pt x="1181" y="5301"/>
                    </a:lnTo>
                    <a:lnTo>
                      <a:pt x="1220" y="5065"/>
                    </a:lnTo>
                    <a:lnTo>
                      <a:pt x="1259" y="4842"/>
                    </a:lnTo>
                    <a:lnTo>
                      <a:pt x="1299" y="4619"/>
                    </a:lnTo>
                    <a:lnTo>
                      <a:pt x="1364" y="4409"/>
                    </a:lnTo>
                    <a:lnTo>
                      <a:pt x="1443" y="4186"/>
                    </a:lnTo>
                    <a:lnTo>
                      <a:pt x="1522" y="3989"/>
                    </a:lnTo>
                    <a:lnTo>
                      <a:pt x="1614" y="3779"/>
                    </a:lnTo>
                    <a:lnTo>
                      <a:pt x="1706" y="3582"/>
                    </a:lnTo>
                    <a:lnTo>
                      <a:pt x="1824" y="3385"/>
                    </a:lnTo>
                    <a:lnTo>
                      <a:pt x="1942" y="3202"/>
                    </a:lnTo>
                    <a:lnTo>
                      <a:pt x="2060" y="3018"/>
                    </a:lnTo>
                    <a:lnTo>
                      <a:pt x="2204" y="2847"/>
                    </a:lnTo>
                    <a:lnTo>
                      <a:pt x="2348" y="2677"/>
                    </a:lnTo>
                    <a:lnTo>
                      <a:pt x="2493" y="2520"/>
                    </a:lnTo>
                    <a:lnTo>
                      <a:pt x="2650" y="2362"/>
                    </a:lnTo>
                    <a:lnTo>
                      <a:pt x="2821" y="2218"/>
                    </a:lnTo>
                    <a:lnTo>
                      <a:pt x="2991" y="2087"/>
                    </a:lnTo>
                    <a:lnTo>
                      <a:pt x="3175" y="1955"/>
                    </a:lnTo>
                    <a:lnTo>
                      <a:pt x="3359" y="1837"/>
                    </a:lnTo>
                    <a:lnTo>
                      <a:pt x="3542" y="1719"/>
                    </a:lnTo>
                    <a:lnTo>
                      <a:pt x="3739" y="1627"/>
                    </a:lnTo>
                    <a:lnTo>
                      <a:pt x="3949" y="1536"/>
                    </a:lnTo>
                    <a:lnTo>
                      <a:pt x="4159" y="1444"/>
                    </a:lnTo>
                    <a:lnTo>
                      <a:pt x="4369" y="1378"/>
                    </a:lnTo>
                    <a:lnTo>
                      <a:pt x="4592" y="1313"/>
                    </a:lnTo>
                    <a:lnTo>
                      <a:pt x="4802" y="1260"/>
                    </a:lnTo>
                    <a:lnTo>
                      <a:pt x="5038" y="1221"/>
                    </a:lnTo>
                    <a:lnTo>
                      <a:pt x="5261" y="1181"/>
                    </a:lnTo>
                    <a:lnTo>
                      <a:pt x="5497" y="1168"/>
                    </a:lnTo>
                    <a:lnTo>
                      <a:pt x="5733" y="1155"/>
                    </a:lnTo>
                    <a:close/>
                    <a:moveTo>
                      <a:pt x="18629" y="1221"/>
                    </a:moveTo>
                    <a:lnTo>
                      <a:pt x="18865" y="1234"/>
                    </a:lnTo>
                    <a:lnTo>
                      <a:pt x="19101" y="1247"/>
                    </a:lnTo>
                    <a:lnTo>
                      <a:pt x="19324" y="1273"/>
                    </a:lnTo>
                    <a:lnTo>
                      <a:pt x="19560" y="1313"/>
                    </a:lnTo>
                    <a:lnTo>
                      <a:pt x="19783" y="1365"/>
                    </a:lnTo>
                    <a:lnTo>
                      <a:pt x="19993" y="1431"/>
                    </a:lnTo>
                    <a:lnTo>
                      <a:pt x="20203" y="1496"/>
                    </a:lnTo>
                    <a:lnTo>
                      <a:pt x="20413" y="1575"/>
                    </a:lnTo>
                    <a:lnTo>
                      <a:pt x="20623" y="1667"/>
                    </a:lnTo>
                    <a:lnTo>
                      <a:pt x="20820" y="1772"/>
                    </a:lnTo>
                    <a:lnTo>
                      <a:pt x="21017" y="1877"/>
                    </a:lnTo>
                    <a:lnTo>
                      <a:pt x="21200" y="1995"/>
                    </a:lnTo>
                    <a:lnTo>
                      <a:pt x="21384" y="2126"/>
                    </a:lnTo>
                    <a:lnTo>
                      <a:pt x="21555" y="2257"/>
                    </a:lnTo>
                    <a:lnTo>
                      <a:pt x="21725" y="2401"/>
                    </a:lnTo>
                    <a:lnTo>
                      <a:pt x="21882" y="2559"/>
                    </a:lnTo>
                    <a:lnTo>
                      <a:pt x="22027" y="2716"/>
                    </a:lnTo>
                    <a:lnTo>
                      <a:pt x="22171" y="2874"/>
                    </a:lnTo>
                    <a:lnTo>
                      <a:pt x="22315" y="3057"/>
                    </a:lnTo>
                    <a:lnTo>
                      <a:pt x="22447" y="3228"/>
                    </a:lnTo>
                    <a:lnTo>
                      <a:pt x="22565" y="3412"/>
                    </a:lnTo>
                    <a:lnTo>
                      <a:pt x="22670" y="3608"/>
                    </a:lnTo>
                    <a:lnTo>
                      <a:pt x="22775" y="3805"/>
                    </a:lnTo>
                    <a:lnTo>
                      <a:pt x="22866" y="4002"/>
                    </a:lnTo>
                    <a:lnTo>
                      <a:pt x="22958" y="4212"/>
                    </a:lnTo>
                    <a:lnTo>
                      <a:pt x="23024" y="4422"/>
                    </a:lnTo>
                    <a:lnTo>
                      <a:pt x="23089" y="4645"/>
                    </a:lnTo>
                    <a:lnTo>
                      <a:pt x="23142" y="4868"/>
                    </a:lnTo>
                    <a:lnTo>
                      <a:pt x="23181" y="5091"/>
                    </a:lnTo>
                    <a:lnTo>
                      <a:pt x="23208" y="5327"/>
                    </a:lnTo>
                    <a:lnTo>
                      <a:pt x="23234" y="5550"/>
                    </a:lnTo>
                    <a:lnTo>
                      <a:pt x="23234" y="5786"/>
                    </a:lnTo>
                    <a:lnTo>
                      <a:pt x="23234" y="6022"/>
                    </a:lnTo>
                    <a:lnTo>
                      <a:pt x="23221" y="6258"/>
                    </a:lnTo>
                    <a:lnTo>
                      <a:pt x="23194" y="6481"/>
                    </a:lnTo>
                    <a:lnTo>
                      <a:pt x="23155" y="6718"/>
                    </a:lnTo>
                    <a:lnTo>
                      <a:pt x="23103" y="6928"/>
                    </a:lnTo>
                    <a:lnTo>
                      <a:pt x="23037" y="7151"/>
                    </a:lnTo>
                    <a:lnTo>
                      <a:pt x="22971" y="7360"/>
                    </a:lnTo>
                    <a:lnTo>
                      <a:pt x="22893" y="7570"/>
                    </a:lnTo>
                    <a:lnTo>
                      <a:pt x="22801" y="7780"/>
                    </a:lnTo>
                    <a:lnTo>
                      <a:pt x="22696" y="7977"/>
                    </a:lnTo>
                    <a:lnTo>
                      <a:pt x="22591" y="8174"/>
                    </a:lnTo>
                    <a:lnTo>
                      <a:pt x="22473" y="8357"/>
                    </a:lnTo>
                    <a:lnTo>
                      <a:pt x="22342" y="8528"/>
                    </a:lnTo>
                    <a:lnTo>
                      <a:pt x="22210" y="8712"/>
                    </a:lnTo>
                    <a:lnTo>
                      <a:pt x="22066" y="8869"/>
                    </a:lnTo>
                    <a:lnTo>
                      <a:pt x="21909" y="9040"/>
                    </a:lnTo>
                    <a:lnTo>
                      <a:pt x="21751" y="9184"/>
                    </a:lnTo>
                    <a:lnTo>
                      <a:pt x="21581" y="9328"/>
                    </a:lnTo>
                    <a:lnTo>
                      <a:pt x="21410" y="9473"/>
                    </a:lnTo>
                    <a:lnTo>
                      <a:pt x="21240" y="9604"/>
                    </a:lnTo>
                    <a:lnTo>
                      <a:pt x="21043" y="9722"/>
                    </a:lnTo>
                    <a:lnTo>
                      <a:pt x="20859" y="9827"/>
                    </a:lnTo>
                    <a:lnTo>
                      <a:pt x="20662" y="9932"/>
                    </a:lnTo>
                    <a:lnTo>
                      <a:pt x="20453" y="10024"/>
                    </a:lnTo>
                    <a:lnTo>
                      <a:pt x="20243" y="10115"/>
                    </a:lnTo>
                    <a:lnTo>
                      <a:pt x="20033" y="10181"/>
                    </a:lnTo>
                    <a:lnTo>
                      <a:pt x="19823" y="10247"/>
                    </a:lnTo>
                    <a:lnTo>
                      <a:pt x="19600" y="10299"/>
                    </a:lnTo>
                    <a:lnTo>
                      <a:pt x="19377" y="10338"/>
                    </a:lnTo>
                    <a:lnTo>
                      <a:pt x="19141" y="10365"/>
                    </a:lnTo>
                    <a:lnTo>
                      <a:pt x="18904" y="10391"/>
                    </a:lnTo>
                    <a:lnTo>
                      <a:pt x="18472" y="10391"/>
                    </a:lnTo>
                    <a:lnTo>
                      <a:pt x="18275" y="10378"/>
                    </a:lnTo>
                    <a:lnTo>
                      <a:pt x="18065" y="10352"/>
                    </a:lnTo>
                    <a:lnTo>
                      <a:pt x="17868" y="10325"/>
                    </a:lnTo>
                    <a:lnTo>
                      <a:pt x="17671" y="10286"/>
                    </a:lnTo>
                    <a:lnTo>
                      <a:pt x="17475" y="10234"/>
                    </a:lnTo>
                    <a:lnTo>
                      <a:pt x="17278" y="10181"/>
                    </a:lnTo>
                    <a:lnTo>
                      <a:pt x="17081" y="10115"/>
                    </a:lnTo>
                    <a:lnTo>
                      <a:pt x="16897" y="10050"/>
                    </a:lnTo>
                    <a:lnTo>
                      <a:pt x="16714" y="9958"/>
                    </a:lnTo>
                    <a:lnTo>
                      <a:pt x="16530" y="9866"/>
                    </a:lnTo>
                    <a:lnTo>
                      <a:pt x="16359" y="9774"/>
                    </a:lnTo>
                    <a:lnTo>
                      <a:pt x="16176" y="9669"/>
                    </a:lnTo>
                    <a:lnTo>
                      <a:pt x="16018" y="9551"/>
                    </a:lnTo>
                    <a:lnTo>
                      <a:pt x="15848" y="9433"/>
                    </a:lnTo>
                    <a:lnTo>
                      <a:pt x="15690" y="9302"/>
                    </a:lnTo>
                    <a:lnTo>
                      <a:pt x="15480" y="9118"/>
                    </a:lnTo>
                    <a:lnTo>
                      <a:pt x="15284" y="8908"/>
                    </a:lnTo>
                    <a:lnTo>
                      <a:pt x="15100" y="8699"/>
                    </a:lnTo>
                    <a:lnTo>
                      <a:pt x="14929" y="8476"/>
                    </a:lnTo>
                    <a:lnTo>
                      <a:pt x="14772" y="8239"/>
                    </a:lnTo>
                    <a:lnTo>
                      <a:pt x="14628" y="7990"/>
                    </a:lnTo>
                    <a:lnTo>
                      <a:pt x="14497" y="7741"/>
                    </a:lnTo>
                    <a:lnTo>
                      <a:pt x="14392" y="7492"/>
                    </a:lnTo>
                    <a:lnTo>
                      <a:pt x="14300" y="7216"/>
                    </a:lnTo>
                    <a:lnTo>
                      <a:pt x="14221" y="6954"/>
                    </a:lnTo>
                    <a:lnTo>
                      <a:pt x="14155" y="6678"/>
                    </a:lnTo>
                    <a:lnTo>
                      <a:pt x="14116" y="6403"/>
                    </a:lnTo>
                    <a:lnTo>
                      <a:pt x="14090" y="6114"/>
                    </a:lnTo>
                    <a:lnTo>
                      <a:pt x="14077" y="5839"/>
                    </a:lnTo>
                    <a:lnTo>
                      <a:pt x="14077" y="5550"/>
                    </a:lnTo>
                    <a:lnTo>
                      <a:pt x="14103" y="5261"/>
                    </a:lnTo>
                    <a:lnTo>
                      <a:pt x="14129" y="5051"/>
                    </a:lnTo>
                    <a:lnTo>
                      <a:pt x="14182" y="4842"/>
                    </a:lnTo>
                    <a:lnTo>
                      <a:pt x="14221" y="4645"/>
                    </a:lnTo>
                    <a:lnTo>
                      <a:pt x="14287" y="4448"/>
                    </a:lnTo>
                    <a:lnTo>
                      <a:pt x="14352" y="4238"/>
                    </a:lnTo>
                    <a:lnTo>
                      <a:pt x="14431" y="4054"/>
                    </a:lnTo>
                    <a:lnTo>
                      <a:pt x="14510" y="3858"/>
                    </a:lnTo>
                    <a:lnTo>
                      <a:pt x="14601" y="3674"/>
                    </a:lnTo>
                    <a:lnTo>
                      <a:pt x="14706" y="3503"/>
                    </a:lnTo>
                    <a:lnTo>
                      <a:pt x="14811" y="3320"/>
                    </a:lnTo>
                    <a:lnTo>
                      <a:pt x="14929" y="3149"/>
                    </a:lnTo>
                    <a:lnTo>
                      <a:pt x="15048" y="2992"/>
                    </a:lnTo>
                    <a:lnTo>
                      <a:pt x="15179" y="2834"/>
                    </a:lnTo>
                    <a:lnTo>
                      <a:pt x="15310" y="2677"/>
                    </a:lnTo>
                    <a:lnTo>
                      <a:pt x="15454" y="2533"/>
                    </a:lnTo>
                    <a:lnTo>
                      <a:pt x="15599" y="2401"/>
                    </a:lnTo>
                    <a:lnTo>
                      <a:pt x="15756" y="2270"/>
                    </a:lnTo>
                    <a:lnTo>
                      <a:pt x="15913" y="2139"/>
                    </a:lnTo>
                    <a:lnTo>
                      <a:pt x="16084" y="2021"/>
                    </a:lnTo>
                    <a:lnTo>
                      <a:pt x="16254" y="1903"/>
                    </a:lnTo>
                    <a:lnTo>
                      <a:pt x="16438" y="1811"/>
                    </a:lnTo>
                    <a:lnTo>
                      <a:pt x="16609" y="1706"/>
                    </a:lnTo>
                    <a:lnTo>
                      <a:pt x="16792" y="1627"/>
                    </a:lnTo>
                    <a:lnTo>
                      <a:pt x="16989" y="1536"/>
                    </a:lnTo>
                    <a:lnTo>
                      <a:pt x="17186" y="1470"/>
                    </a:lnTo>
                    <a:lnTo>
                      <a:pt x="17383" y="1404"/>
                    </a:lnTo>
                    <a:lnTo>
                      <a:pt x="17579" y="1352"/>
                    </a:lnTo>
                    <a:lnTo>
                      <a:pt x="17789" y="1313"/>
                    </a:lnTo>
                    <a:lnTo>
                      <a:pt x="17999" y="1273"/>
                    </a:lnTo>
                    <a:lnTo>
                      <a:pt x="18209" y="1247"/>
                    </a:lnTo>
                    <a:lnTo>
                      <a:pt x="18419" y="1234"/>
                    </a:lnTo>
                    <a:lnTo>
                      <a:pt x="18629" y="1221"/>
                    </a:lnTo>
                    <a:close/>
                    <a:moveTo>
                      <a:pt x="5431" y="1"/>
                    </a:moveTo>
                    <a:lnTo>
                      <a:pt x="5143" y="27"/>
                    </a:lnTo>
                    <a:lnTo>
                      <a:pt x="4854" y="66"/>
                    </a:lnTo>
                    <a:lnTo>
                      <a:pt x="4565" y="119"/>
                    </a:lnTo>
                    <a:lnTo>
                      <a:pt x="4290" y="184"/>
                    </a:lnTo>
                    <a:lnTo>
                      <a:pt x="4014" y="263"/>
                    </a:lnTo>
                    <a:lnTo>
                      <a:pt x="3752" y="355"/>
                    </a:lnTo>
                    <a:lnTo>
                      <a:pt x="3490" y="460"/>
                    </a:lnTo>
                    <a:lnTo>
                      <a:pt x="3240" y="578"/>
                    </a:lnTo>
                    <a:lnTo>
                      <a:pt x="2991" y="709"/>
                    </a:lnTo>
                    <a:lnTo>
                      <a:pt x="2742" y="840"/>
                    </a:lnTo>
                    <a:lnTo>
                      <a:pt x="2519" y="998"/>
                    </a:lnTo>
                    <a:lnTo>
                      <a:pt x="2296" y="1155"/>
                    </a:lnTo>
                    <a:lnTo>
                      <a:pt x="2073" y="1326"/>
                    </a:lnTo>
                    <a:lnTo>
                      <a:pt x="1863" y="1509"/>
                    </a:lnTo>
                    <a:lnTo>
                      <a:pt x="1666" y="1706"/>
                    </a:lnTo>
                    <a:lnTo>
                      <a:pt x="1483" y="1903"/>
                    </a:lnTo>
                    <a:lnTo>
                      <a:pt x="1299" y="2113"/>
                    </a:lnTo>
                    <a:lnTo>
                      <a:pt x="1128" y="2336"/>
                    </a:lnTo>
                    <a:lnTo>
                      <a:pt x="971" y="2559"/>
                    </a:lnTo>
                    <a:lnTo>
                      <a:pt x="813" y="2795"/>
                    </a:lnTo>
                    <a:lnTo>
                      <a:pt x="682" y="3031"/>
                    </a:lnTo>
                    <a:lnTo>
                      <a:pt x="551" y="3280"/>
                    </a:lnTo>
                    <a:lnTo>
                      <a:pt x="446" y="3530"/>
                    </a:lnTo>
                    <a:lnTo>
                      <a:pt x="341" y="3792"/>
                    </a:lnTo>
                    <a:lnTo>
                      <a:pt x="249" y="4068"/>
                    </a:lnTo>
                    <a:lnTo>
                      <a:pt x="171" y="4343"/>
                    </a:lnTo>
                    <a:lnTo>
                      <a:pt x="105" y="4619"/>
                    </a:lnTo>
                    <a:lnTo>
                      <a:pt x="66" y="4894"/>
                    </a:lnTo>
                    <a:lnTo>
                      <a:pt x="26" y="5183"/>
                    </a:lnTo>
                    <a:lnTo>
                      <a:pt x="0" y="5471"/>
                    </a:lnTo>
                    <a:lnTo>
                      <a:pt x="0" y="5773"/>
                    </a:lnTo>
                    <a:lnTo>
                      <a:pt x="13" y="6075"/>
                    </a:lnTo>
                    <a:lnTo>
                      <a:pt x="26" y="6363"/>
                    </a:lnTo>
                    <a:lnTo>
                      <a:pt x="66" y="6652"/>
                    </a:lnTo>
                    <a:lnTo>
                      <a:pt x="118" y="6928"/>
                    </a:lnTo>
                    <a:lnTo>
                      <a:pt x="184" y="7203"/>
                    </a:lnTo>
                    <a:lnTo>
                      <a:pt x="262" y="7479"/>
                    </a:lnTo>
                    <a:lnTo>
                      <a:pt x="354" y="7741"/>
                    </a:lnTo>
                    <a:lnTo>
                      <a:pt x="459" y="8003"/>
                    </a:lnTo>
                    <a:lnTo>
                      <a:pt x="577" y="8266"/>
                    </a:lnTo>
                    <a:lnTo>
                      <a:pt x="708" y="8515"/>
                    </a:lnTo>
                    <a:lnTo>
                      <a:pt x="853" y="8751"/>
                    </a:lnTo>
                    <a:lnTo>
                      <a:pt x="997" y="8987"/>
                    </a:lnTo>
                    <a:lnTo>
                      <a:pt x="1155" y="9210"/>
                    </a:lnTo>
                    <a:lnTo>
                      <a:pt x="1338" y="9420"/>
                    </a:lnTo>
                    <a:lnTo>
                      <a:pt x="1509" y="9630"/>
                    </a:lnTo>
                    <a:lnTo>
                      <a:pt x="1706" y="9827"/>
                    </a:lnTo>
                    <a:lnTo>
                      <a:pt x="1902" y="10024"/>
                    </a:lnTo>
                    <a:lnTo>
                      <a:pt x="2112" y="10194"/>
                    </a:lnTo>
                    <a:lnTo>
                      <a:pt x="2335" y="10365"/>
                    </a:lnTo>
                    <a:lnTo>
                      <a:pt x="2558" y="10522"/>
                    </a:lnTo>
                    <a:lnTo>
                      <a:pt x="2794" y="10680"/>
                    </a:lnTo>
                    <a:lnTo>
                      <a:pt x="3031" y="10811"/>
                    </a:lnTo>
                    <a:lnTo>
                      <a:pt x="3280" y="10942"/>
                    </a:lnTo>
                    <a:lnTo>
                      <a:pt x="3542" y="11060"/>
                    </a:lnTo>
                    <a:lnTo>
                      <a:pt x="3805" y="11152"/>
                    </a:lnTo>
                    <a:lnTo>
                      <a:pt x="4067" y="11244"/>
                    </a:lnTo>
                    <a:lnTo>
                      <a:pt x="4342" y="11322"/>
                    </a:lnTo>
                    <a:lnTo>
                      <a:pt x="4618" y="11388"/>
                    </a:lnTo>
                    <a:lnTo>
                      <a:pt x="4907" y="11440"/>
                    </a:lnTo>
                    <a:lnTo>
                      <a:pt x="5195" y="11467"/>
                    </a:lnTo>
                    <a:lnTo>
                      <a:pt x="5484" y="11493"/>
                    </a:lnTo>
                    <a:lnTo>
                      <a:pt x="6061" y="11493"/>
                    </a:lnTo>
                    <a:lnTo>
                      <a:pt x="6337" y="11467"/>
                    </a:lnTo>
                    <a:lnTo>
                      <a:pt x="6612" y="11427"/>
                    </a:lnTo>
                    <a:lnTo>
                      <a:pt x="6888" y="11388"/>
                    </a:lnTo>
                    <a:lnTo>
                      <a:pt x="7150" y="11322"/>
                    </a:lnTo>
                    <a:lnTo>
                      <a:pt x="7412" y="11244"/>
                    </a:lnTo>
                    <a:lnTo>
                      <a:pt x="7675" y="11165"/>
                    </a:lnTo>
                    <a:lnTo>
                      <a:pt x="7924" y="11060"/>
                    </a:lnTo>
                    <a:lnTo>
                      <a:pt x="8173" y="10955"/>
                    </a:lnTo>
                    <a:lnTo>
                      <a:pt x="8409" y="10837"/>
                    </a:lnTo>
                    <a:lnTo>
                      <a:pt x="8645" y="10706"/>
                    </a:lnTo>
                    <a:lnTo>
                      <a:pt x="8868" y="10561"/>
                    </a:lnTo>
                    <a:lnTo>
                      <a:pt x="9092" y="10404"/>
                    </a:lnTo>
                    <a:lnTo>
                      <a:pt x="9301" y="10247"/>
                    </a:lnTo>
                    <a:lnTo>
                      <a:pt x="9511" y="10076"/>
                    </a:lnTo>
                    <a:lnTo>
                      <a:pt x="9708" y="9892"/>
                    </a:lnTo>
                    <a:lnTo>
                      <a:pt x="9905" y="9709"/>
                    </a:lnTo>
                    <a:lnTo>
                      <a:pt x="10075" y="9512"/>
                    </a:lnTo>
                    <a:lnTo>
                      <a:pt x="10246" y="9302"/>
                    </a:lnTo>
                    <a:lnTo>
                      <a:pt x="10417" y="9092"/>
                    </a:lnTo>
                    <a:lnTo>
                      <a:pt x="10561" y="8869"/>
                    </a:lnTo>
                    <a:lnTo>
                      <a:pt x="10705" y="8646"/>
                    </a:lnTo>
                    <a:lnTo>
                      <a:pt x="10836" y="8410"/>
                    </a:lnTo>
                    <a:lnTo>
                      <a:pt x="10954" y="8161"/>
                    </a:lnTo>
                    <a:lnTo>
                      <a:pt x="11059" y="7925"/>
                    </a:lnTo>
                    <a:lnTo>
                      <a:pt x="11164" y="7662"/>
                    </a:lnTo>
                    <a:lnTo>
                      <a:pt x="11243" y="7413"/>
                    </a:lnTo>
                    <a:lnTo>
                      <a:pt x="11322" y="7137"/>
                    </a:lnTo>
                    <a:lnTo>
                      <a:pt x="11387" y="6875"/>
                    </a:lnTo>
                    <a:lnTo>
                      <a:pt x="11427" y="6600"/>
                    </a:lnTo>
                    <a:lnTo>
                      <a:pt x="11466" y="6324"/>
                    </a:lnTo>
                    <a:lnTo>
                      <a:pt x="11492" y="6049"/>
                    </a:lnTo>
                    <a:lnTo>
                      <a:pt x="11623" y="5996"/>
                    </a:lnTo>
                    <a:lnTo>
                      <a:pt x="11781" y="5944"/>
                    </a:lnTo>
                    <a:lnTo>
                      <a:pt x="11978" y="5917"/>
                    </a:lnTo>
                    <a:lnTo>
                      <a:pt x="12188" y="5904"/>
                    </a:lnTo>
                    <a:lnTo>
                      <a:pt x="12358" y="5904"/>
                    </a:lnTo>
                    <a:lnTo>
                      <a:pt x="12542" y="5930"/>
                    </a:lnTo>
                    <a:lnTo>
                      <a:pt x="12725" y="5970"/>
                    </a:lnTo>
                    <a:lnTo>
                      <a:pt x="12909" y="6022"/>
                    </a:lnTo>
                    <a:lnTo>
                      <a:pt x="12922" y="6311"/>
                    </a:lnTo>
                    <a:lnTo>
                      <a:pt x="12962" y="6600"/>
                    </a:lnTo>
                    <a:lnTo>
                      <a:pt x="13001" y="6875"/>
                    </a:lnTo>
                    <a:lnTo>
                      <a:pt x="13067" y="7151"/>
                    </a:lnTo>
                    <a:lnTo>
                      <a:pt x="13132" y="7426"/>
                    </a:lnTo>
                    <a:lnTo>
                      <a:pt x="13224" y="7688"/>
                    </a:lnTo>
                    <a:lnTo>
                      <a:pt x="13316" y="7951"/>
                    </a:lnTo>
                    <a:lnTo>
                      <a:pt x="13434" y="8200"/>
                    </a:lnTo>
                    <a:lnTo>
                      <a:pt x="13552" y="8449"/>
                    </a:lnTo>
                    <a:lnTo>
                      <a:pt x="13683" y="8685"/>
                    </a:lnTo>
                    <a:lnTo>
                      <a:pt x="13814" y="8922"/>
                    </a:lnTo>
                    <a:lnTo>
                      <a:pt x="13972" y="9145"/>
                    </a:lnTo>
                    <a:lnTo>
                      <a:pt x="14129" y="9355"/>
                    </a:lnTo>
                    <a:lnTo>
                      <a:pt x="14313" y="9564"/>
                    </a:lnTo>
                    <a:lnTo>
                      <a:pt x="14483" y="9774"/>
                    </a:lnTo>
                    <a:lnTo>
                      <a:pt x="14680" y="9958"/>
                    </a:lnTo>
                    <a:lnTo>
                      <a:pt x="14877" y="10142"/>
                    </a:lnTo>
                    <a:lnTo>
                      <a:pt x="15087" y="10312"/>
                    </a:lnTo>
                    <a:lnTo>
                      <a:pt x="15297" y="10483"/>
                    </a:lnTo>
                    <a:lnTo>
                      <a:pt x="15520" y="10627"/>
                    </a:lnTo>
                    <a:lnTo>
                      <a:pt x="15756" y="10771"/>
                    </a:lnTo>
                    <a:lnTo>
                      <a:pt x="15992" y="10903"/>
                    </a:lnTo>
                    <a:lnTo>
                      <a:pt x="16241" y="11034"/>
                    </a:lnTo>
                    <a:lnTo>
                      <a:pt x="16491" y="11139"/>
                    </a:lnTo>
                    <a:lnTo>
                      <a:pt x="16740" y="11231"/>
                    </a:lnTo>
                    <a:lnTo>
                      <a:pt x="17002" y="11322"/>
                    </a:lnTo>
                    <a:lnTo>
                      <a:pt x="17278" y="11388"/>
                    </a:lnTo>
                    <a:lnTo>
                      <a:pt x="17553" y="11454"/>
                    </a:lnTo>
                    <a:lnTo>
                      <a:pt x="17829" y="11506"/>
                    </a:lnTo>
                    <a:lnTo>
                      <a:pt x="18104" y="11532"/>
                    </a:lnTo>
                    <a:lnTo>
                      <a:pt x="18393" y="11559"/>
                    </a:lnTo>
                    <a:lnTo>
                      <a:pt x="18681" y="11559"/>
                    </a:lnTo>
                    <a:lnTo>
                      <a:pt x="18970" y="11545"/>
                    </a:lnTo>
                    <a:lnTo>
                      <a:pt x="19272" y="11532"/>
                    </a:lnTo>
                    <a:lnTo>
                      <a:pt x="19560" y="11493"/>
                    </a:lnTo>
                    <a:lnTo>
                      <a:pt x="19836" y="11440"/>
                    </a:lnTo>
                    <a:lnTo>
                      <a:pt x="20111" y="11375"/>
                    </a:lnTo>
                    <a:lnTo>
                      <a:pt x="20387" y="11296"/>
                    </a:lnTo>
                    <a:lnTo>
                      <a:pt x="20649" y="11204"/>
                    </a:lnTo>
                    <a:lnTo>
                      <a:pt x="20912" y="11099"/>
                    </a:lnTo>
                    <a:lnTo>
                      <a:pt x="21174" y="10981"/>
                    </a:lnTo>
                    <a:lnTo>
                      <a:pt x="21410" y="10850"/>
                    </a:lnTo>
                    <a:lnTo>
                      <a:pt x="21659" y="10719"/>
                    </a:lnTo>
                    <a:lnTo>
                      <a:pt x="21882" y="10561"/>
                    </a:lnTo>
                    <a:lnTo>
                      <a:pt x="22119" y="10404"/>
                    </a:lnTo>
                    <a:lnTo>
                      <a:pt x="22329" y="10234"/>
                    </a:lnTo>
                    <a:lnTo>
                      <a:pt x="22538" y="10050"/>
                    </a:lnTo>
                    <a:lnTo>
                      <a:pt x="22735" y="9853"/>
                    </a:lnTo>
                    <a:lnTo>
                      <a:pt x="22932" y="9656"/>
                    </a:lnTo>
                    <a:lnTo>
                      <a:pt x="23103" y="9446"/>
                    </a:lnTo>
                    <a:lnTo>
                      <a:pt x="23273" y="9223"/>
                    </a:lnTo>
                    <a:lnTo>
                      <a:pt x="23431" y="9000"/>
                    </a:lnTo>
                    <a:lnTo>
                      <a:pt x="23588" y="8764"/>
                    </a:lnTo>
                    <a:lnTo>
                      <a:pt x="23719" y="8528"/>
                    </a:lnTo>
                    <a:lnTo>
                      <a:pt x="23850" y="8279"/>
                    </a:lnTo>
                    <a:lnTo>
                      <a:pt x="23968" y="8016"/>
                    </a:lnTo>
                    <a:lnTo>
                      <a:pt x="24060" y="7754"/>
                    </a:lnTo>
                    <a:lnTo>
                      <a:pt x="24152" y="7492"/>
                    </a:lnTo>
                    <a:lnTo>
                      <a:pt x="24231" y="7216"/>
                    </a:lnTo>
                    <a:lnTo>
                      <a:pt x="24296" y="6941"/>
                    </a:lnTo>
                    <a:lnTo>
                      <a:pt x="24336" y="6652"/>
                    </a:lnTo>
                    <a:lnTo>
                      <a:pt x="24375" y="6377"/>
                    </a:lnTo>
                    <a:lnTo>
                      <a:pt x="24401" y="6075"/>
                    </a:lnTo>
                    <a:lnTo>
                      <a:pt x="24401" y="5786"/>
                    </a:lnTo>
                    <a:lnTo>
                      <a:pt x="24401" y="5484"/>
                    </a:lnTo>
                    <a:lnTo>
                      <a:pt x="24375" y="5196"/>
                    </a:lnTo>
                    <a:lnTo>
                      <a:pt x="24336" y="4907"/>
                    </a:lnTo>
                    <a:lnTo>
                      <a:pt x="24283" y="4632"/>
                    </a:lnTo>
                    <a:lnTo>
                      <a:pt x="24218" y="4343"/>
                    </a:lnTo>
                    <a:lnTo>
                      <a:pt x="24139" y="4081"/>
                    </a:lnTo>
                    <a:lnTo>
                      <a:pt x="24047" y="3805"/>
                    </a:lnTo>
                    <a:lnTo>
                      <a:pt x="23942" y="3543"/>
                    </a:lnTo>
                    <a:lnTo>
                      <a:pt x="23824" y="3294"/>
                    </a:lnTo>
                    <a:lnTo>
                      <a:pt x="23693" y="3044"/>
                    </a:lnTo>
                    <a:lnTo>
                      <a:pt x="23562" y="2808"/>
                    </a:lnTo>
                    <a:lnTo>
                      <a:pt x="23404" y="2572"/>
                    </a:lnTo>
                    <a:lnTo>
                      <a:pt x="23247" y="2349"/>
                    </a:lnTo>
                    <a:lnTo>
                      <a:pt x="23076" y="2139"/>
                    </a:lnTo>
                    <a:lnTo>
                      <a:pt x="22893" y="1929"/>
                    </a:lnTo>
                    <a:lnTo>
                      <a:pt x="22696" y="1732"/>
                    </a:lnTo>
                    <a:lnTo>
                      <a:pt x="22499" y="1536"/>
                    </a:lnTo>
                    <a:lnTo>
                      <a:pt x="22289" y="1352"/>
                    </a:lnTo>
                    <a:lnTo>
                      <a:pt x="22066" y="1181"/>
                    </a:lnTo>
                    <a:lnTo>
                      <a:pt x="21843" y="1024"/>
                    </a:lnTo>
                    <a:lnTo>
                      <a:pt x="21607" y="880"/>
                    </a:lnTo>
                    <a:lnTo>
                      <a:pt x="21371" y="735"/>
                    </a:lnTo>
                    <a:lnTo>
                      <a:pt x="21122" y="617"/>
                    </a:lnTo>
                    <a:lnTo>
                      <a:pt x="20859" y="499"/>
                    </a:lnTo>
                    <a:lnTo>
                      <a:pt x="20610" y="394"/>
                    </a:lnTo>
                    <a:lnTo>
                      <a:pt x="20334" y="316"/>
                    </a:lnTo>
                    <a:lnTo>
                      <a:pt x="20059" y="237"/>
                    </a:lnTo>
                    <a:lnTo>
                      <a:pt x="19783" y="171"/>
                    </a:lnTo>
                    <a:lnTo>
                      <a:pt x="19508" y="119"/>
                    </a:lnTo>
                    <a:lnTo>
                      <a:pt x="19219" y="93"/>
                    </a:lnTo>
                    <a:lnTo>
                      <a:pt x="18918" y="66"/>
                    </a:lnTo>
                    <a:lnTo>
                      <a:pt x="18629" y="53"/>
                    </a:lnTo>
                    <a:lnTo>
                      <a:pt x="18367" y="66"/>
                    </a:lnTo>
                    <a:lnTo>
                      <a:pt x="18104" y="79"/>
                    </a:lnTo>
                    <a:lnTo>
                      <a:pt x="17855" y="119"/>
                    </a:lnTo>
                    <a:lnTo>
                      <a:pt x="17593" y="158"/>
                    </a:lnTo>
                    <a:lnTo>
                      <a:pt x="17343" y="211"/>
                    </a:lnTo>
                    <a:lnTo>
                      <a:pt x="17107" y="276"/>
                    </a:lnTo>
                    <a:lnTo>
                      <a:pt x="16858" y="342"/>
                    </a:lnTo>
                    <a:lnTo>
                      <a:pt x="16622" y="420"/>
                    </a:lnTo>
                    <a:lnTo>
                      <a:pt x="16399" y="525"/>
                    </a:lnTo>
                    <a:lnTo>
                      <a:pt x="16163" y="617"/>
                    </a:lnTo>
                    <a:lnTo>
                      <a:pt x="15940" y="735"/>
                    </a:lnTo>
                    <a:lnTo>
                      <a:pt x="15730" y="853"/>
                    </a:lnTo>
                    <a:lnTo>
                      <a:pt x="15520" y="985"/>
                    </a:lnTo>
                    <a:lnTo>
                      <a:pt x="15310" y="1129"/>
                    </a:lnTo>
                    <a:lnTo>
                      <a:pt x="15113" y="1273"/>
                    </a:lnTo>
                    <a:lnTo>
                      <a:pt x="14929" y="1431"/>
                    </a:lnTo>
                    <a:lnTo>
                      <a:pt x="14746" y="1588"/>
                    </a:lnTo>
                    <a:lnTo>
                      <a:pt x="14562" y="1759"/>
                    </a:lnTo>
                    <a:lnTo>
                      <a:pt x="14392" y="1942"/>
                    </a:lnTo>
                    <a:lnTo>
                      <a:pt x="14234" y="2126"/>
                    </a:lnTo>
                    <a:lnTo>
                      <a:pt x="14077" y="2323"/>
                    </a:lnTo>
                    <a:lnTo>
                      <a:pt x="13932" y="2520"/>
                    </a:lnTo>
                    <a:lnTo>
                      <a:pt x="13801" y="2729"/>
                    </a:lnTo>
                    <a:lnTo>
                      <a:pt x="13670" y="2939"/>
                    </a:lnTo>
                    <a:lnTo>
                      <a:pt x="13552" y="3162"/>
                    </a:lnTo>
                    <a:lnTo>
                      <a:pt x="13434" y="3385"/>
                    </a:lnTo>
                    <a:lnTo>
                      <a:pt x="13342" y="3608"/>
                    </a:lnTo>
                    <a:lnTo>
                      <a:pt x="13250" y="3845"/>
                    </a:lnTo>
                    <a:lnTo>
                      <a:pt x="13172" y="4081"/>
                    </a:lnTo>
                    <a:lnTo>
                      <a:pt x="13093" y="4330"/>
                    </a:lnTo>
                    <a:lnTo>
                      <a:pt x="13040" y="4579"/>
                    </a:lnTo>
                    <a:lnTo>
                      <a:pt x="12988" y="4842"/>
                    </a:lnTo>
                    <a:lnTo>
                      <a:pt x="12778" y="4789"/>
                    </a:lnTo>
                    <a:lnTo>
                      <a:pt x="12581" y="4763"/>
                    </a:lnTo>
                    <a:lnTo>
                      <a:pt x="12384" y="4750"/>
                    </a:lnTo>
                    <a:lnTo>
                      <a:pt x="12188" y="4737"/>
                    </a:lnTo>
                    <a:lnTo>
                      <a:pt x="11991" y="4750"/>
                    </a:lnTo>
                    <a:lnTo>
                      <a:pt x="11794" y="4763"/>
                    </a:lnTo>
                    <a:lnTo>
                      <a:pt x="11610" y="4789"/>
                    </a:lnTo>
                    <a:lnTo>
                      <a:pt x="11427" y="4842"/>
                    </a:lnTo>
                    <a:lnTo>
                      <a:pt x="11374" y="4579"/>
                    </a:lnTo>
                    <a:lnTo>
                      <a:pt x="11322" y="4330"/>
                    </a:lnTo>
                    <a:lnTo>
                      <a:pt x="11256" y="4081"/>
                    </a:lnTo>
                    <a:lnTo>
                      <a:pt x="11164" y="3845"/>
                    </a:lnTo>
                    <a:lnTo>
                      <a:pt x="11072" y="3595"/>
                    </a:lnTo>
                    <a:lnTo>
                      <a:pt x="10981" y="3372"/>
                    </a:lnTo>
                    <a:lnTo>
                      <a:pt x="10863" y="3136"/>
                    </a:lnTo>
                    <a:lnTo>
                      <a:pt x="10745" y="2913"/>
                    </a:lnTo>
                    <a:lnTo>
                      <a:pt x="10613" y="2703"/>
                    </a:lnTo>
                    <a:lnTo>
                      <a:pt x="10482" y="2493"/>
                    </a:lnTo>
                    <a:lnTo>
                      <a:pt x="10325" y="2283"/>
                    </a:lnTo>
                    <a:lnTo>
                      <a:pt x="10167" y="2087"/>
                    </a:lnTo>
                    <a:lnTo>
                      <a:pt x="10010" y="1903"/>
                    </a:lnTo>
                    <a:lnTo>
                      <a:pt x="9839" y="1719"/>
                    </a:lnTo>
                    <a:lnTo>
                      <a:pt x="9656" y="1549"/>
                    </a:lnTo>
                    <a:lnTo>
                      <a:pt x="9472" y="1378"/>
                    </a:lnTo>
                    <a:lnTo>
                      <a:pt x="9275" y="1221"/>
                    </a:lnTo>
                    <a:lnTo>
                      <a:pt x="9078" y="1063"/>
                    </a:lnTo>
                    <a:lnTo>
                      <a:pt x="8868" y="932"/>
                    </a:lnTo>
                    <a:lnTo>
                      <a:pt x="8659" y="801"/>
                    </a:lnTo>
                    <a:lnTo>
                      <a:pt x="8436" y="670"/>
                    </a:lnTo>
                    <a:lnTo>
                      <a:pt x="8213" y="552"/>
                    </a:lnTo>
                    <a:lnTo>
                      <a:pt x="7976" y="460"/>
                    </a:lnTo>
                    <a:lnTo>
                      <a:pt x="7740" y="355"/>
                    </a:lnTo>
                    <a:lnTo>
                      <a:pt x="7504" y="276"/>
                    </a:lnTo>
                    <a:lnTo>
                      <a:pt x="7268" y="197"/>
                    </a:lnTo>
                    <a:lnTo>
                      <a:pt x="7019" y="145"/>
                    </a:lnTo>
                    <a:lnTo>
                      <a:pt x="6756" y="93"/>
                    </a:lnTo>
                    <a:lnTo>
                      <a:pt x="6507" y="53"/>
                    </a:lnTo>
                    <a:lnTo>
                      <a:pt x="6245" y="14"/>
                    </a:lnTo>
                    <a:lnTo>
                      <a:pt x="598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24" name="Google Shape;424;p16"/>
            <p:cNvGrpSpPr/>
            <p:nvPr/>
          </p:nvGrpSpPr>
          <p:grpSpPr>
            <a:xfrm>
              <a:off x="3124753" y="2097067"/>
              <a:ext cx="2904005" cy="2628275"/>
              <a:chOff x="735516" y="1544617"/>
              <a:chExt cx="2904005" cy="2628275"/>
            </a:xfrm>
          </p:grpSpPr>
          <p:sp>
            <p:nvSpPr>
              <p:cNvPr id="425" name="Google Shape;425;p16"/>
              <p:cNvSpPr/>
              <p:nvPr/>
            </p:nvSpPr>
            <p:spPr>
              <a:xfrm>
                <a:off x="1961914" y="2680601"/>
                <a:ext cx="305922" cy="16514"/>
              </a:xfrm>
              <a:custGeom>
                <a:rect b="b" l="l" r="r" t="t"/>
                <a:pathLst>
                  <a:path extrusionOk="0" h="920" w="17043">
                    <a:moveTo>
                      <a:pt x="1" y="1"/>
                    </a:moveTo>
                    <a:lnTo>
                      <a:pt x="1" y="919"/>
                    </a:lnTo>
                    <a:lnTo>
                      <a:pt x="17042" y="919"/>
                    </a:lnTo>
                    <a:lnTo>
                      <a:pt x="17042" y="1"/>
                    </a:lnTo>
                    <a:close/>
                  </a:path>
                </a:pathLst>
              </a:custGeom>
              <a:solidFill>
                <a:srgbClr val="393F7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6" name="Google Shape;426;p16"/>
              <p:cNvSpPr/>
              <p:nvPr/>
            </p:nvSpPr>
            <p:spPr>
              <a:xfrm>
                <a:off x="2274872" y="2680601"/>
                <a:ext cx="97738" cy="16514"/>
              </a:xfrm>
              <a:custGeom>
                <a:rect b="b" l="l" r="r" t="t"/>
                <a:pathLst>
                  <a:path extrusionOk="0" h="920" w="5445">
                    <a:moveTo>
                      <a:pt x="1" y="1"/>
                    </a:moveTo>
                    <a:lnTo>
                      <a:pt x="1" y="919"/>
                    </a:lnTo>
                    <a:lnTo>
                      <a:pt x="5445" y="919"/>
                    </a:lnTo>
                    <a:lnTo>
                      <a:pt x="5445" y="1"/>
                    </a:lnTo>
                    <a:close/>
                  </a:path>
                </a:pathLst>
              </a:custGeom>
              <a:solidFill>
                <a:srgbClr val="393F7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7" name="Google Shape;427;p16"/>
              <p:cNvSpPr/>
              <p:nvPr/>
            </p:nvSpPr>
            <p:spPr>
              <a:xfrm>
                <a:off x="2379664" y="2680601"/>
                <a:ext cx="115167" cy="16514"/>
              </a:xfrm>
              <a:custGeom>
                <a:rect b="b" l="l" r="r" t="t"/>
                <a:pathLst>
                  <a:path extrusionOk="0" h="920" w="6416">
                    <a:moveTo>
                      <a:pt x="1" y="1"/>
                    </a:moveTo>
                    <a:lnTo>
                      <a:pt x="1" y="919"/>
                    </a:lnTo>
                    <a:lnTo>
                      <a:pt x="6416" y="919"/>
                    </a:lnTo>
                    <a:lnTo>
                      <a:pt x="6416" y="1"/>
                    </a:lnTo>
                    <a:close/>
                  </a:path>
                </a:pathLst>
              </a:custGeom>
              <a:solidFill>
                <a:srgbClr val="393F7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8" name="Google Shape;428;p16"/>
              <p:cNvSpPr/>
              <p:nvPr/>
            </p:nvSpPr>
            <p:spPr>
              <a:xfrm>
                <a:off x="1896683" y="2717111"/>
                <a:ext cx="254818" cy="16496"/>
              </a:xfrm>
              <a:custGeom>
                <a:rect b="b" l="l" r="r" t="t"/>
                <a:pathLst>
                  <a:path extrusionOk="0" h="919" w="14196">
                    <a:moveTo>
                      <a:pt x="1" y="0"/>
                    </a:moveTo>
                    <a:lnTo>
                      <a:pt x="1" y="919"/>
                    </a:lnTo>
                    <a:lnTo>
                      <a:pt x="14195" y="919"/>
                    </a:lnTo>
                    <a:lnTo>
                      <a:pt x="14195" y="0"/>
                    </a:lnTo>
                    <a:close/>
                  </a:path>
                </a:pathLst>
              </a:custGeom>
              <a:solidFill>
                <a:srgbClr val="393F7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9" name="Google Shape;429;p16"/>
              <p:cNvSpPr/>
              <p:nvPr/>
            </p:nvSpPr>
            <p:spPr>
              <a:xfrm>
                <a:off x="2159723" y="2717111"/>
                <a:ext cx="83378" cy="16496"/>
              </a:xfrm>
              <a:custGeom>
                <a:rect b="b" l="l" r="r" t="t"/>
                <a:pathLst>
                  <a:path extrusionOk="0" h="919" w="4645">
                    <a:moveTo>
                      <a:pt x="0" y="0"/>
                    </a:moveTo>
                    <a:lnTo>
                      <a:pt x="0" y="919"/>
                    </a:lnTo>
                    <a:lnTo>
                      <a:pt x="4645" y="919"/>
                    </a:lnTo>
                    <a:lnTo>
                      <a:pt x="4645" y="0"/>
                    </a:lnTo>
                    <a:close/>
                  </a:path>
                </a:pathLst>
              </a:custGeom>
              <a:solidFill>
                <a:srgbClr val="E7C95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0" name="Google Shape;430;p16"/>
              <p:cNvSpPr/>
              <p:nvPr/>
            </p:nvSpPr>
            <p:spPr>
              <a:xfrm>
                <a:off x="2050928" y="4038428"/>
                <a:ext cx="116119" cy="75139"/>
              </a:xfrm>
              <a:custGeom>
                <a:rect b="b" l="l" r="r" t="t"/>
                <a:pathLst>
                  <a:path extrusionOk="0" h="4186" w="6469">
                    <a:moveTo>
                      <a:pt x="1" y="0"/>
                    </a:moveTo>
                    <a:lnTo>
                      <a:pt x="132" y="4185"/>
                    </a:lnTo>
                    <a:lnTo>
                      <a:pt x="1483" y="4185"/>
                    </a:lnTo>
                    <a:lnTo>
                      <a:pt x="1732" y="4172"/>
                    </a:lnTo>
                    <a:lnTo>
                      <a:pt x="1995" y="4146"/>
                    </a:lnTo>
                    <a:lnTo>
                      <a:pt x="2244" y="4106"/>
                    </a:lnTo>
                    <a:lnTo>
                      <a:pt x="2493" y="4054"/>
                    </a:lnTo>
                    <a:lnTo>
                      <a:pt x="2729" y="4001"/>
                    </a:lnTo>
                    <a:lnTo>
                      <a:pt x="2979" y="3923"/>
                    </a:lnTo>
                    <a:lnTo>
                      <a:pt x="3215" y="3844"/>
                    </a:lnTo>
                    <a:lnTo>
                      <a:pt x="3451" y="3765"/>
                    </a:lnTo>
                    <a:lnTo>
                      <a:pt x="3674" y="3660"/>
                    </a:lnTo>
                    <a:lnTo>
                      <a:pt x="3910" y="3555"/>
                    </a:lnTo>
                    <a:lnTo>
                      <a:pt x="4120" y="3437"/>
                    </a:lnTo>
                    <a:lnTo>
                      <a:pt x="4343" y="3306"/>
                    </a:lnTo>
                    <a:lnTo>
                      <a:pt x="4553" y="3162"/>
                    </a:lnTo>
                    <a:lnTo>
                      <a:pt x="4763" y="3017"/>
                    </a:lnTo>
                    <a:lnTo>
                      <a:pt x="4959" y="2860"/>
                    </a:lnTo>
                    <a:lnTo>
                      <a:pt x="6245" y="1797"/>
                    </a:lnTo>
                    <a:lnTo>
                      <a:pt x="6311" y="1732"/>
                    </a:lnTo>
                    <a:lnTo>
                      <a:pt x="6363" y="1666"/>
                    </a:lnTo>
                    <a:lnTo>
                      <a:pt x="6403" y="1601"/>
                    </a:lnTo>
                    <a:lnTo>
                      <a:pt x="6429" y="1522"/>
                    </a:lnTo>
                    <a:lnTo>
                      <a:pt x="6455" y="1443"/>
                    </a:lnTo>
                    <a:lnTo>
                      <a:pt x="6468" y="1364"/>
                    </a:lnTo>
                    <a:lnTo>
                      <a:pt x="6468" y="1286"/>
                    </a:lnTo>
                    <a:lnTo>
                      <a:pt x="6455" y="1207"/>
                    </a:lnTo>
                    <a:lnTo>
                      <a:pt x="6416" y="1076"/>
                    </a:lnTo>
                    <a:lnTo>
                      <a:pt x="6363" y="945"/>
                    </a:lnTo>
                    <a:lnTo>
                      <a:pt x="6298" y="827"/>
                    </a:lnTo>
                    <a:lnTo>
                      <a:pt x="6232" y="722"/>
                    </a:lnTo>
                    <a:lnTo>
                      <a:pt x="6153" y="617"/>
                    </a:lnTo>
                    <a:lnTo>
                      <a:pt x="6075" y="512"/>
                    </a:lnTo>
                    <a:lnTo>
                      <a:pt x="5983" y="420"/>
                    </a:lnTo>
                    <a:lnTo>
                      <a:pt x="5878" y="341"/>
                    </a:lnTo>
                    <a:lnTo>
                      <a:pt x="5773" y="262"/>
                    </a:lnTo>
                    <a:lnTo>
                      <a:pt x="5668" y="197"/>
                    </a:lnTo>
                    <a:lnTo>
                      <a:pt x="5550" y="131"/>
                    </a:lnTo>
                    <a:lnTo>
                      <a:pt x="5419" y="92"/>
                    </a:lnTo>
                    <a:lnTo>
                      <a:pt x="5301" y="53"/>
                    </a:lnTo>
                    <a:lnTo>
                      <a:pt x="5169" y="26"/>
                    </a:lnTo>
                    <a:lnTo>
                      <a:pt x="502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1" name="Google Shape;431;p16"/>
              <p:cNvSpPr/>
              <p:nvPr/>
            </p:nvSpPr>
            <p:spPr>
              <a:xfrm>
                <a:off x="2212711" y="4039128"/>
                <a:ext cx="116101" cy="75139"/>
              </a:xfrm>
              <a:custGeom>
                <a:rect b="b" l="l" r="r" t="t"/>
                <a:pathLst>
                  <a:path extrusionOk="0" h="4186" w="6468">
                    <a:moveTo>
                      <a:pt x="1443" y="0"/>
                    </a:moveTo>
                    <a:lnTo>
                      <a:pt x="1312" y="14"/>
                    </a:lnTo>
                    <a:lnTo>
                      <a:pt x="1168" y="53"/>
                    </a:lnTo>
                    <a:lnTo>
                      <a:pt x="1050" y="92"/>
                    </a:lnTo>
                    <a:lnTo>
                      <a:pt x="919" y="132"/>
                    </a:lnTo>
                    <a:lnTo>
                      <a:pt x="800" y="197"/>
                    </a:lnTo>
                    <a:lnTo>
                      <a:pt x="696" y="263"/>
                    </a:lnTo>
                    <a:lnTo>
                      <a:pt x="591" y="342"/>
                    </a:lnTo>
                    <a:lnTo>
                      <a:pt x="486" y="420"/>
                    </a:lnTo>
                    <a:lnTo>
                      <a:pt x="394" y="512"/>
                    </a:lnTo>
                    <a:lnTo>
                      <a:pt x="315" y="617"/>
                    </a:lnTo>
                    <a:lnTo>
                      <a:pt x="236" y="722"/>
                    </a:lnTo>
                    <a:lnTo>
                      <a:pt x="171" y="827"/>
                    </a:lnTo>
                    <a:lnTo>
                      <a:pt x="105" y="945"/>
                    </a:lnTo>
                    <a:lnTo>
                      <a:pt x="66" y="1076"/>
                    </a:lnTo>
                    <a:lnTo>
                      <a:pt x="26" y="1194"/>
                    </a:lnTo>
                    <a:lnTo>
                      <a:pt x="0" y="1286"/>
                    </a:lnTo>
                    <a:lnTo>
                      <a:pt x="0" y="1365"/>
                    </a:lnTo>
                    <a:lnTo>
                      <a:pt x="13" y="1443"/>
                    </a:lnTo>
                    <a:lnTo>
                      <a:pt x="40" y="1522"/>
                    </a:lnTo>
                    <a:lnTo>
                      <a:pt x="66" y="1601"/>
                    </a:lnTo>
                    <a:lnTo>
                      <a:pt x="118" y="1667"/>
                    </a:lnTo>
                    <a:lnTo>
                      <a:pt x="171" y="1732"/>
                    </a:lnTo>
                    <a:lnTo>
                      <a:pt x="223" y="1798"/>
                    </a:lnTo>
                    <a:lnTo>
                      <a:pt x="1509" y="2860"/>
                    </a:lnTo>
                    <a:lnTo>
                      <a:pt x="1706" y="3018"/>
                    </a:lnTo>
                    <a:lnTo>
                      <a:pt x="1916" y="3162"/>
                    </a:lnTo>
                    <a:lnTo>
                      <a:pt x="2126" y="3306"/>
                    </a:lnTo>
                    <a:lnTo>
                      <a:pt x="2349" y="3424"/>
                    </a:lnTo>
                    <a:lnTo>
                      <a:pt x="2572" y="3556"/>
                    </a:lnTo>
                    <a:lnTo>
                      <a:pt x="2795" y="3661"/>
                    </a:lnTo>
                    <a:lnTo>
                      <a:pt x="3018" y="3766"/>
                    </a:lnTo>
                    <a:lnTo>
                      <a:pt x="3254" y="3844"/>
                    </a:lnTo>
                    <a:lnTo>
                      <a:pt x="3503" y="3923"/>
                    </a:lnTo>
                    <a:lnTo>
                      <a:pt x="3739" y="4002"/>
                    </a:lnTo>
                    <a:lnTo>
                      <a:pt x="3988" y="4054"/>
                    </a:lnTo>
                    <a:lnTo>
                      <a:pt x="4238" y="4107"/>
                    </a:lnTo>
                    <a:lnTo>
                      <a:pt x="4487" y="4146"/>
                    </a:lnTo>
                    <a:lnTo>
                      <a:pt x="4736" y="4172"/>
                    </a:lnTo>
                    <a:lnTo>
                      <a:pt x="4985" y="4185"/>
                    </a:lnTo>
                    <a:lnTo>
                      <a:pt x="6337" y="4185"/>
                    </a:lnTo>
                    <a:lnTo>
                      <a:pt x="646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2" name="Google Shape;432;p16"/>
              <p:cNvSpPr/>
              <p:nvPr/>
            </p:nvSpPr>
            <p:spPr>
              <a:xfrm>
                <a:off x="735516" y="2825188"/>
                <a:ext cx="2904005" cy="59845"/>
              </a:xfrm>
              <a:custGeom>
                <a:rect b="b" l="l" r="r" t="t"/>
                <a:pathLst>
                  <a:path extrusionOk="0" h="3334" w="161783">
                    <a:moveTo>
                      <a:pt x="0" y="1"/>
                    </a:moveTo>
                    <a:lnTo>
                      <a:pt x="0" y="3333"/>
                    </a:lnTo>
                    <a:lnTo>
                      <a:pt x="161783" y="3333"/>
                    </a:lnTo>
                    <a:lnTo>
                      <a:pt x="161783" y="1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" name="Google Shape;433;p16"/>
              <p:cNvSpPr/>
              <p:nvPr/>
            </p:nvSpPr>
            <p:spPr>
              <a:xfrm>
                <a:off x="2005245" y="4066448"/>
                <a:ext cx="86914" cy="47585"/>
              </a:xfrm>
              <a:custGeom>
                <a:rect b="b" l="l" r="r" t="t"/>
                <a:pathLst>
                  <a:path extrusionOk="0" h="2651" w="4842">
                    <a:moveTo>
                      <a:pt x="0" y="0"/>
                    </a:moveTo>
                    <a:lnTo>
                      <a:pt x="0" y="1312"/>
                    </a:lnTo>
                    <a:lnTo>
                      <a:pt x="14" y="1443"/>
                    </a:lnTo>
                    <a:lnTo>
                      <a:pt x="27" y="1574"/>
                    </a:lnTo>
                    <a:lnTo>
                      <a:pt x="66" y="1706"/>
                    </a:lnTo>
                    <a:lnTo>
                      <a:pt x="105" y="1837"/>
                    </a:lnTo>
                    <a:lnTo>
                      <a:pt x="158" y="1955"/>
                    </a:lnTo>
                    <a:lnTo>
                      <a:pt x="223" y="2060"/>
                    </a:lnTo>
                    <a:lnTo>
                      <a:pt x="302" y="2165"/>
                    </a:lnTo>
                    <a:lnTo>
                      <a:pt x="394" y="2257"/>
                    </a:lnTo>
                    <a:lnTo>
                      <a:pt x="486" y="2349"/>
                    </a:lnTo>
                    <a:lnTo>
                      <a:pt x="591" y="2427"/>
                    </a:lnTo>
                    <a:lnTo>
                      <a:pt x="696" y="2493"/>
                    </a:lnTo>
                    <a:lnTo>
                      <a:pt x="814" y="2545"/>
                    </a:lnTo>
                    <a:lnTo>
                      <a:pt x="945" y="2585"/>
                    </a:lnTo>
                    <a:lnTo>
                      <a:pt x="1063" y="2624"/>
                    </a:lnTo>
                    <a:lnTo>
                      <a:pt x="1207" y="2637"/>
                    </a:lnTo>
                    <a:lnTo>
                      <a:pt x="1339" y="2650"/>
                    </a:lnTo>
                    <a:lnTo>
                      <a:pt x="3490" y="2650"/>
                    </a:lnTo>
                    <a:lnTo>
                      <a:pt x="3634" y="2637"/>
                    </a:lnTo>
                    <a:lnTo>
                      <a:pt x="3766" y="2624"/>
                    </a:lnTo>
                    <a:lnTo>
                      <a:pt x="3897" y="2585"/>
                    </a:lnTo>
                    <a:lnTo>
                      <a:pt x="4015" y="2545"/>
                    </a:lnTo>
                    <a:lnTo>
                      <a:pt x="4133" y="2493"/>
                    </a:lnTo>
                    <a:lnTo>
                      <a:pt x="4251" y="2427"/>
                    </a:lnTo>
                    <a:lnTo>
                      <a:pt x="4343" y="2349"/>
                    </a:lnTo>
                    <a:lnTo>
                      <a:pt x="4448" y="2257"/>
                    </a:lnTo>
                    <a:lnTo>
                      <a:pt x="4526" y="2165"/>
                    </a:lnTo>
                    <a:lnTo>
                      <a:pt x="4605" y="2060"/>
                    </a:lnTo>
                    <a:lnTo>
                      <a:pt x="4671" y="1955"/>
                    </a:lnTo>
                    <a:lnTo>
                      <a:pt x="4736" y="1837"/>
                    </a:lnTo>
                    <a:lnTo>
                      <a:pt x="4776" y="1706"/>
                    </a:lnTo>
                    <a:lnTo>
                      <a:pt x="4802" y="1574"/>
                    </a:lnTo>
                    <a:lnTo>
                      <a:pt x="4828" y="1443"/>
                    </a:lnTo>
                    <a:lnTo>
                      <a:pt x="4841" y="1312"/>
                    </a:lnTo>
                    <a:lnTo>
                      <a:pt x="484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4" name="Google Shape;434;p16"/>
              <p:cNvSpPr/>
              <p:nvPr/>
            </p:nvSpPr>
            <p:spPr>
              <a:xfrm>
                <a:off x="1903900" y="3163581"/>
                <a:ext cx="191688" cy="904770"/>
              </a:xfrm>
              <a:custGeom>
                <a:rect b="b" l="l" r="r" t="t"/>
                <a:pathLst>
                  <a:path extrusionOk="0" h="50405" w="10679">
                    <a:moveTo>
                      <a:pt x="0" y="1"/>
                    </a:moveTo>
                    <a:lnTo>
                      <a:pt x="4723" y="50404"/>
                    </a:lnTo>
                    <a:lnTo>
                      <a:pt x="10679" y="50404"/>
                    </a:lnTo>
                    <a:lnTo>
                      <a:pt x="1067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5" name="Google Shape;435;p16"/>
              <p:cNvSpPr/>
              <p:nvPr/>
            </p:nvSpPr>
            <p:spPr>
              <a:xfrm>
                <a:off x="2267477" y="4066448"/>
                <a:ext cx="86914" cy="47585"/>
              </a:xfrm>
              <a:custGeom>
                <a:rect b="b" l="l" r="r" t="t"/>
                <a:pathLst>
                  <a:path extrusionOk="0" h="2651" w="4842">
                    <a:moveTo>
                      <a:pt x="1" y="0"/>
                    </a:moveTo>
                    <a:lnTo>
                      <a:pt x="1" y="1312"/>
                    </a:lnTo>
                    <a:lnTo>
                      <a:pt x="14" y="1443"/>
                    </a:lnTo>
                    <a:lnTo>
                      <a:pt x="27" y="1574"/>
                    </a:lnTo>
                    <a:lnTo>
                      <a:pt x="66" y="1706"/>
                    </a:lnTo>
                    <a:lnTo>
                      <a:pt x="106" y="1837"/>
                    </a:lnTo>
                    <a:lnTo>
                      <a:pt x="171" y="1955"/>
                    </a:lnTo>
                    <a:lnTo>
                      <a:pt x="237" y="2060"/>
                    </a:lnTo>
                    <a:lnTo>
                      <a:pt x="316" y="2165"/>
                    </a:lnTo>
                    <a:lnTo>
                      <a:pt x="394" y="2257"/>
                    </a:lnTo>
                    <a:lnTo>
                      <a:pt x="486" y="2349"/>
                    </a:lnTo>
                    <a:lnTo>
                      <a:pt x="591" y="2427"/>
                    </a:lnTo>
                    <a:lnTo>
                      <a:pt x="709" y="2493"/>
                    </a:lnTo>
                    <a:lnTo>
                      <a:pt x="827" y="2545"/>
                    </a:lnTo>
                    <a:lnTo>
                      <a:pt x="945" y="2585"/>
                    </a:lnTo>
                    <a:lnTo>
                      <a:pt x="1076" y="2624"/>
                    </a:lnTo>
                    <a:lnTo>
                      <a:pt x="1208" y="2637"/>
                    </a:lnTo>
                    <a:lnTo>
                      <a:pt x="1339" y="2650"/>
                    </a:lnTo>
                    <a:lnTo>
                      <a:pt x="3503" y="2650"/>
                    </a:lnTo>
                    <a:lnTo>
                      <a:pt x="3635" y="2637"/>
                    </a:lnTo>
                    <a:lnTo>
                      <a:pt x="3766" y="2624"/>
                    </a:lnTo>
                    <a:lnTo>
                      <a:pt x="3897" y="2585"/>
                    </a:lnTo>
                    <a:lnTo>
                      <a:pt x="4015" y="2545"/>
                    </a:lnTo>
                    <a:lnTo>
                      <a:pt x="4133" y="2493"/>
                    </a:lnTo>
                    <a:lnTo>
                      <a:pt x="4251" y="2427"/>
                    </a:lnTo>
                    <a:lnTo>
                      <a:pt x="4356" y="2349"/>
                    </a:lnTo>
                    <a:lnTo>
                      <a:pt x="4448" y="2257"/>
                    </a:lnTo>
                    <a:lnTo>
                      <a:pt x="4527" y="2165"/>
                    </a:lnTo>
                    <a:lnTo>
                      <a:pt x="4605" y="2060"/>
                    </a:lnTo>
                    <a:lnTo>
                      <a:pt x="4671" y="1955"/>
                    </a:lnTo>
                    <a:lnTo>
                      <a:pt x="4737" y="1837"/>
                    </a:lnTo>
                    <a:lnTo>
                      <a:pt x="4776" y="1706"/>
                    </a:lnTo>
                    <a:lnTo>
                      <a:pt x="4815" y="1574"/>
                    </a:lnTo>
                    <a:lnTo>
                      <a:pt x="4828" y="1443"/>
                    </a:lnTo>
                    <a:lnTo>
                      <a:pt x="4842" y="1312"/>
                    </a:lnTo>
                    <a:lnTo>
                      <a:pt x="484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6" name="Google Shape;436;p16"/>
              <p:cNvSpPr/>
              <p:nvPr/>
            </p:nvSpPr>
            <p:spPr>
              <a:xfrm>
                <a:off x="2260423" y="3163581"/>
                <a:ext cx="191688" cy="904770"/>
              </a:xfrm>
              <a:custGeom>
                <a:rect b="b" l="l" r="r" t="t"/>
                <a:pathLst>
                  <a:path extrusionOk="0" h="50405" w="10679">
                    <a:moveTo>
                      <a:pt x="0" y="1"/>
                    </a:moveTo>
                    <a:lnTo>
                      <a:pt x="0" y="50404"/>
                    </a:lnTo>
                    <a:lnTo>
                      <a:pt x="5956" y="50404"/>
                    </a:lnTo>
                    <a:lnTo>
                      <a:pt x="1067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7" name="Google Shape;437;p16"/>
              <p:cNvSpPr/>
              <p:nvPr/>
            </p:nvSpPr>
            <p:spPr>
              <a:xfrm>
                <a:off x="1640950" y="2743246"/>
                <a:ext cx="66415" cy="99622"/>
              </a:xfrm>
              <a:custGeom>
                <a:rect b="b" l="l" r="r" t="t"/>
                <a:pathLst>
                  <a:path extrusionOk="0" h="5550" w="3700">
                    <a:moveTo>
                      <a:pt x="3503" y="0"/>
                    </a:moveTo>
                    <a:lnTo>
                      <a:pt x="3319" y="14"/>
                    </a:lnTo>
                    <a:lnTo>
                      <a:pt x="3136" y="40"/>
                    </a:lnTo>
                    <a:lnTo>
                      <a:pt x="2952" y="66"/>
                    </a:lnTo>
                    <a:lnTo>
                      <a:pt x="2769" y="119"/>
                    </a:lnTo>
                    <a:lnTo>
                      <a:pt x="2598" y="158"/>
                    </a:lnTo>
                    <a:lnTo>
                      <a:pt x="2427" y="224"/>
                    </a:lnTo>
                    <a:lnTo>
                      <a:pt x="2257" y="289"/>
                    </a:lnTo>
                    <a:lnTo>
                      <a:pt x="2086" y="368"/>
                    </a:lnTo>
                    <a:lnTo>
                      <a:pt x="1929" y="447"/>
                    </a:lnTo>
                    <a:lnTo>
                      <a:pt x="1771" y="538"/>
                    </a:lnTo>
                    <a:lnTo>
                      <a:pt x="1627" y="630"/>
                    </a:lnTo>
                    <a:lnTo>
                      <a:pt x="1483" y="735"/>
                    </a:lnTo>
                    <a:lnTo>
                      <a:pt x="1339" y="840"/>
                    </a:lnTo>
                    <a:lnTo>
                      <a:pt x="1207" y="958"/>
                    </a:lnTo>
                    <a:lnTo>
                      <a:pt x="1076" y="1076"/>
                    </a:lnTo>
                    <a:lnTo>
                      <a:pt x="958" y="1207"/>
                    </a:lnTo>
                    <a:lnTo>
                      <a:pt x="840" y="1339"/>
                    </a:lnTo>
                    <a:lnTo>
                      <a:pt x="735" y="1483"/>
                    </a:lnTo>
                    <a:lnTo>
                      <a:pt x="630" y="1627"/>
                    </a:lnTo>
                    <a:lnTo>
                      <a:pt x="525" y="1772"/>
                    </a:lnTo>
                    <a:lnTo>
                      <a:pt x="446" y="1929"/>
                    </a:lnTo>
                    <a:lnTo>
                      <a:pt x="355" y="2086"/>
                    </a:lnTo>
                    <a:lnTo>
                      <a:pt x="289" y="2257"/>
                    </a:lnTo>
                    <a:lnTo>
                      <a:pt x="223" y="2427"/>
                    </a:lnTo>
                    <a:lnTo>
                      <a:pt x="158" y="2598"/>
                    </a:lnTo>
                    <a:lnTo>
                      <a:pt x="118" y="2769"/>
                    </a:lnTo>
                    <a:lnTo>
                      <a:pt x="66" y="2952"/>
                    </a:lnTo>
                    <a:lnTo>
                      <a:pt x="40" y="3136"/>
                    </a:lnTo>
                    <a:lnTo>
                      <a:pt x="14" y="3320"/>
                    </a:lnTo>
                    <a:lnTo>
                      <a:pt x="0" y="3503"/>
                    </a:lnTo>
                    <a:lnTo>
                      <a:pt x="0" y="3700"/>
                    </a:lnTo>
                    <a:lnTo>
                      <a:pt x="0" y="5550"/>
                    </a:lnTo>
                    <a:lnTo>
                      <a:pt x="3700" y="5550"/>
                    </a:lnTo>
                    <a:lnTo>
                      <a:pt x="3700" y="0"/>
                    </a:lnTo>
                    <a:close/>
                  </a:path>
                </a:pathLst>
              </a:custGeom>
              <a:solidFill>
                <a:srgbClr val="FFB78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8" name="Google Shape;438;p16"/>
              <p:cNvSpPr/>
              <p:nvPr/>
            </p:nvSpPr>
            <p:spPr>
              <a:xfrm>
                <a:off x="1640716" y="2524005"/>
                <a:ext cx="235019" cy="385045"/>
              </a:xfrm>
              <a:custGeom>
                <a:rect b="b" l="l" r="r" t="t"/>
                <a:pathLst>
                  <a:path extrusionOk="0" h="21451" w="13093">
                    <a:moveTo>
                      <a:pt x="6442" y="1"/>
                    </a:moveTo>
                    <a:lnTo>
                      <a:pt x="145" y="17134"/>
                    </a:lnTo>
                    <a:lnTo>
                      <a:pt x="66" y="17370"/>
                    </a:lnTo>
                    <a:lnTo>
                      <a:pt x="13" y="17620"/>
                    </a:lnTo>
                    <a:lnTo>
                      <a:pt x="0" y="17869"/>
                    </a:lnTo>
                    <a:lnTo>
                      <a:pt x="0" y="18118"/>
                    </a:lnTo>
                    <a:lnTo>
                      <a:pt x="27" y="18367"/>
                    </a:lnTo>
                    <a:lnTo>
                      <a:pt x="79" y="18603"/>
                    </a:lnTo>
                    <a:lnTo>
                      <a:pt x="145" y="18853"/>
                    </a:lnTo>
                    <a:lnTo>
                      <a:pt x="250" y="19076"/>
                    </a:lnTo>
                    <a:lnTo>
                      <a:pt x="761" y="20099"/>
                    </a:lnTo>
                    <a:lnTo>
                      <a:pt x="866" y="20283"/>
                    </a:lnTo>
                    <a:lnTo>
                      <a:pt x="984" y="20453"/>
                    </a:lnTo>
                    <a:lnTo>
                      <a:pt x="1115" y="20624"/>
                    </a:lnTo>
                    <a:lnTo>
                      <a:pt x="1247" y="20768"/>
                    </a:lnTo>
                    <a:lnTo>
                      <a:pt x="1404" y="20899"/>
                    </a:lnTo>
                    <a:lnTo>
                      <a:pt x="1561" y="21017"/>
                    </a:lnTo>
                    <a:lnTo>
                      <a:pt x="1732" y="21135"/>
                    </a:lnTo>
                    <a:lnTo>
                      <a:pt x="1916" y="21227"/>
                    </a:lnTo>
                    <a:lnTo>
                      <a:pt x="2099" y="21306"/>
                    </a:lnTo>
                    <a:lnTo>
                      <a:pt x="2283" y="21358"/>
                    </a:lnTo>
                    <a:lnTo>
                      <a:pt x="2480" y="21411"/>
                    </a:lnTo>
                    <a:lnTo>
                      <a:pt x="2690" y="21437"/>
                    </a:lnTo>
                    <a:lnTo>
                      <a:pt x="2886" y="21450"/>
                    </a:lnTo>
                    <a:lnTo>
                      <a:pt x="3096" y="21450"/>
                    </a:lnTo>
                    <a:lnTo>
                      <a:pt x="3306" y="21437"/>
                    </a:lnTo>
                    <a:lnTo>
                      <a:pt x="3503" y="21398"/>
                    </a:lnTo>
                    <a:lnTo>
                      <a:pt x="3844" y="21306"/>
                    </a:lnTo>
                    <a:lnTo>
                      <a:pt x="4172" y="21201"/>
                    </a:lnTo>
                    <a:lnTo>
                      <a:pt x="4500" y="21070"/>
                    </a:lnTo>
                    <a:lnTo>
                      <a:pt x="4802" y="20912"/>
                    </a:lnTo>
                    <a:lnTo>
                      <a:pt x="5104" y="20755"/>
                    </a:lnTo>
                    <a:lnTo>
                      <a:pt x="5392" y="20571"/>
                    </a:lnTo>
                    <a:lnTo>
                      <a:pt x="5668" y="20361"/>
                    </a:lnTo>
                    <a:lnTo>
                      <a:pt x="5930" y="20151"/>
                    </a:lnTo>
                    <a:lnTo>
                      <a:pt x="6179" y="19915"/>
                    </a:lnTo>
                    <a:lnTo>
                      <a:pt x="6415" y="19666"/>
                    </a:lnTo>
                    <a:lnTo>
                      <a:pt x="6638" y="19404"/>
                    </a:lnTo>
                    <a:lnTo>
                      <a:pt x="6835" y="19128"/>
                    </a:lnTo>
                    <a:lnTo>
                      <a:pt x="7019" y="18840"/>
                    </a:lnTo>
                    <a:lnTo>
                      <a:pt x="7189" y="18538"/>
                    </a:lnTo>
                    <a:lnTo>
                      <a:pt x="7334" y="18223"/>
                    </a:lnTo>
                    <a:lnTo>
                      <a:pt x="7465" y="17895"/>
                    </a:lnTo>
                    <a:lnTo>
                      <a:pt x="13093" y="2598"/>
                    </a:lnTo>
                    <a:lnTo>
                      <a:pt x="6442" y="1"/>
                    </a:lnTo>
                    <a:close/>
                  </a:path>
                </a:pathLst>
              </a:custGeom>
              <a:solidFill>
                <a:srgbClr val="FFC09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9" name="Google Shape;439;p16"/>
              <p:cNvSpPr/>
              <p:nvPr/>
            </p:nvSpPr>
            <p:spPr>
              <a:xfrm>
                <a:off x="2667672" y="2743246"/>
                <a:ext cx="66415" cy="99622"/>
              </a:xfrm>
              <a:custGeom>
                <a:rect b="b" l="l" r="r" t="t"/>
                <a:pathLst>
                  <a:path extrusionOk="0" h="5550" w="3700">
                    <a:moveTo>
                      <a:pt x="0" y="0"/>
                    </a:moveTo>
                    <a:lnTo>
                      <a:pt x="0" y="5550"/>
                    </a:lnTo>
                    <a:lnTo>
                      <a:pt x="3700" y="5550"/>
                    </a:lnTo>
                    <a:lnTo>
                      <a:pt x="3700" y="3700"/>
                    </a:lnTo>
                    <a:lnTo>
                      <a:pt x="3700" y="3503"/>
                    </a:lnTo>
                    <a:lnTo>
                      <a:pt x="3686" y="3320"/>
                    </a:lnTo>
                    <a:lnTo>
                      <a:pt x="3660" y="3136"/>
                    </a:lnTo>
                    <a:lnTo>
                      <a:pt x="3634" y="2952"/>
                    </a:lnTo>
                    <a:lnTo>
                      <a:pt x="3582" y="2769"/>
                    </a:lnTo>
                    <a:lnTo>
                      <a:pt x="3542" y="2598"/>
                    </a:lnTo>
                    <a:lnTo>
                      <a:pt x="3477" y="2427"/>
                    </a:lnTo>
                    <a:lnTo>
                      <a:pt x="3411" y="2257"/>
                    </a:lnTo>
                    <a:lnTo>
                      <a:pt x="3332" y="2086"/>
                    </a:lnTo>
                    <a:lnTo>
                      <a:pt x="3254" y="1929"/>
                    </a:lnTo>
                    <a:lnTo>
                      <a:pt x="3162" y="1772"/>
                    </a:lnTo>
                    <a:lnTo>
                      <a:pt x="3070" y="1627"/>
                    </a:lnTo>
                    <a:lnTo>
                      <a:pt x="2965" y="1483"/>
                    </a:lnTo>
                    <a:lnTo>
                      <a:pt x="2860" y="1339"/>
                    </a:lnTo>
                    <a:lnTo>
                      <a:pt x="2742" y="1207"/>
                    </a:lnTo>
                    <a:lnTo>
                      <a:pt x="2624" y="1076"/>
                    </a:lnTo>
                    <a:lnTo>
                      <a:pt x="2493" y="958"/>
                    </a:lnTo>
                    <a:lnTo>
                      <a:pt x="2361" y="840"/>
                    </a:lnTo>
                    <a:lnTo>
                      <a:pt x="2217" y="735"/>
                    </a:lnTo>
                    <a:lnTo>
                      <a:pt x="2073" y="630"/>
                    </a:lnTo>
                    <a:lnTo>
                      <a:pt x="1929" y="538"/>
                    </a:lnTo>
                    <a:lnTo>
                      <a:pt x="1771" y="447"/>
                    </a:lnTo>
                    <a:lnTo>
                      <a:pt x="1614" y="368"/>
                    </a:lnTo>
                    <a:lnTo>
                      <a:pt x="1443" y="289"/>
                    </a:lnTo>
                    <a:lnTo>
                      <a:pt x="1273" y="224"/>
                    </a:lnTo>
                    <a:lnTo>
                      <a:pt x="1102" y="158"/>
                    </a:lnTo>
                    <a:lnTo>
                      <a:pt x="932" y="119"/>
                    </a:lnTo>
                    <a:lnTo>
                      <a:pt x="748" y="66"/>
                    </a:lnTo>
                    <a:lnTo>
                      <a:pt x="564" y="40"/>
                    </a:lnTo>
                    <a:lnTo>
                      <a:pt x="381" y="14"/>
                    </a:lnTo>
                    <a:lnTo>
                      <a:pt x="197" y="0"/>
                    </a:lnTo>
                    <a:close/>
                  </a:path>
                </a:pathLst>
              </a:custGeom>
              <a:solidFill>
                <a:srgbClr val="FFB78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0" name="Google Shape;440;p16"/>
              <p:cNvSpPr/>
              <p:nvPr/>
            </p:nvSpPr>
            <p:spPr>
              <a:xfrm>
                <a:off x="2499301" y="2524005"/>
                <a:ext cx="235019" cy="385045"/>
              </a:xfrm>
              <a:custGeom>
                <a:rect b="b" l="l" r="r" t="t"/>
                <a:pathLst>
                  <a:path extrusionOk="0" h="21451" w="13093">
                    <a:moveTo>
                      <a:pt x="6651" y="1"/>
                    </a:moveTo>
                    <a:lnTo>
                      <a:pt x="0" y="2598"/>
                    </a:lnTo>
                    <a:lnTo>
                      <a:pt x="5615" y="17895"/>
                    </a:lnTo>
                    <a:lnTo>
                      <a:pt x="5746" y="18223"/>
                    </a:lnTo>
                    <a:lnTo>
                      <a:pt x="5904" y="18538"/>
                    </a:lnTo>
                    <a:lnTo>
                      <a:pt x="6074" y="18840"/>
                    </a:lnTo>
                    <a:lnTo>
                      <a:pt x="6258" y="19128"/>
                    </a:lnTo>
                    <a:lnTo>
                      <a:pt x="6455" y="19404"/>
                    </a:lnTo>
                    <a:lnTo>
                      <a:pt x="6678" y="19666"/>
                    </a:lnTo>
                    <a:lnTo>
                      <a:pt x="6914" y="19915"/>
                    </a:lnTo>
                    <a:lnTo>
                      <a:pt x="7163" y="20151"/>
                    </a:lnTo>
                    <a:lnTo>
                      <a:pt x="7425" y="20361"/>
                    </a:lnTo>
                    <a:lnTo>
                      <a:pt x="7701" y="20571"/>
                    </a:lnTo>
                    <a:lnTo>
                      <a:pt x="7989" y="20755"/>
                    </a:lnTo>
                    <a:lnTo>
                      <a:pt x="8278" y="20912"/>
                    </a:lnTo>
                    <a:lnTo>
                      <a:pt x="8593" y="21070"/>
                    </a:lnTo>
                    <a:lnTo>
                      <a:pt x="8921" y="21201"/>
                    </a:lnTo>
                    <a:lnTo>
                      <a:pt x="9249" y="21306"/>
                    </a:lnTo>
                    <a:lnTo>
                      <a:pt x="9577" y="21398"/>
                    </a:lnTo>
                    <a:lnTo>
                      <a:pt x="9787" y="21437"/>
                    </a:lnTo>
                    <a:lnTo>
                      <a:pt x="9997" y="21450"/>
                    </a:lnTo>
                    <a:lnTo>
                      <a:pt x="10207" y="21450"/>
                    </a:lnTo>
                    <a:lnTo>
                      <a:pt x="10403" y="21437"/>
                    </a:lnTo>
                    <a:lnTo>
                      <a:pt x="10600" y="21411"/>
                    </a:lnTo>
                    <a:lnTo>
                      <a:pt x="10797" y="21358"/>
                    </a:lnTo>
                    <a:lnTo>
                      <a:pt x="10994" y="21306"/>
                    </a:lnTo>
                    <a:lnTo>
                      <a:pt x="11177" y="21227"/>
                    </a:lnTo>
                    <a:lnTo>
                      <a:pt x="11361" y="21135"/>
                    </a:lnTo>
                    <a:lnTo>
                      <a:pt x="11532" y="21017"/>
                    </a:lnTo>
                    <a:lnTo>
                      <a:pt x="11689" y="20899"/>
                    </a:lnTo>
                    <a:lnTo>
                      <a:pt x="11846" y="20768"/>
                    </a:lnTo>
                    <a:lnTo>
                      <a:pt x="11978" y="20624"/>
                    </a:lnTo>
                    <a:lnTo>
                      <a:pt x="12109" y="20453"/>
                    </a:lnTo>
                    <a:lnTo>
                      <a:pt x="12227" y="20283"/>
                    </a:lnTo>
                    <a:lnTo>
                      <a:pt x="12332" y="20099"/>
                    </a:lnTo>
                    <a:lnTo>
                      <a:pt x="12843" y="19076"/>
                    </a:lnTo>
                    <a:lnTo>
                      <a:pt x="12935" y="18853"/>
                    </a:lnTo>
                    <a:lnTo>
                      <a:pt x="13014" y="18603"/>
                    </a:lnTo>
                    <a:lnTo>
                      <a:pt x="13066" y="18367"/>
                    </a:lnTo>
                    <a:lnTo>
                      <a:pt x="13093" y="18118"/>
                    </a:lnTo>
                    <a:lnTo>
                      <a:pt x="13093" y="17869"/>
                    </a:lnTo>
                    <a:lnTo>
                      <a:pt x="13066" y="17620"/>
                    </a:lnTo>
                    <a:lnTo>
                      <a:pt x="13027" y="17370"/>
                    </a:lnTo>
                    <a:lnTo>
                      <a:pt x="12948" y="17134"/>
                    </a:lnTo>
                    <a:lnTo>
                      <a:pt x="6651" y="1"/>
                    </a:lnTo>
                    <a:close/>
                  </a:path>
                </a:pathLst>
              </a:custGeom>
              <a:solidFill>
                <a:srgbClr val="FFC09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1" name="Google Shape;441;p16"/>
              <p:cNvSpPr/>
              <p:nvPr/>
            </p:nvSpPr>
            <p:spPr>
              <a:xfrm>
                <a:off x="1896683" y="3002516"/>
                <a:ext cx="581670" cy="312276"/>
              </a:xfrm>
              <a:custGeom>
                <a:rect b="b" l="l" r="r" t="t"/>
                <a:pathLst>
                  <a:path extrusionOk="0" h="17397" w="32405">
                    <a:moveTo>
                      <a:pt x="1" y="1"/>
                    </a:moveTo>
                    <a:lnTo>
                      <a:pt x="14" y="1076"/>
                    </a:lnTo>
                    <a:lnTo>
                      <a:pt x="1" y="2165"/>
                    </a:lnTo>
                    <a:lnTo>
                      <a:pt x="1" y="4277"/>
                    </a:lnTo>
                    <a:lnTo>
                      <a:pt x="1" y="5314"/>
                    </a:lnTo>
                    <a:lnTo>
                      <a:pt x="14" y="6324"/>
                    </a:lnTo>
                    <a:lnTo>
                      <a:pt x="53" y="7308"/>
                    </a:lnTo>
                    <a:lnTo>
                      <a:pt x="106" y="8252"/>
                    </a:lnTo>
                    <a:lnTo>
                      <a:pt x="145" y="8698"/>
                    </a:lnTo>
                    <a:lnTo>
                      <a:pt x="184" y="9144"/>
                    </a:lnTo>
                    <a:lnTo>
                      <a:pt x="237" y="9577"/>
                    </a:lnTo>
                    <a:lnTo>
                      <a:pt x="289" y="9997"/>
                    </a:lnTo>
                    <a:lnTo>
                      <a:pt x="355" y="10404"/>
                    </a:lnTo>
                    <a:lnTo>
                      <a:pt x="434" y="10797"/>
                    </a:lnTo>
                    <a:lnTo>
                      <a:pt x="525" y="11165"/>
                    </a:lnTo>
                    <a:lnTo>
                      <a:pt x="630" y="11532"/>
                    </a:lnTo>
                    <a:lnTo>
                      <a:pt x="735" y="11873"/>
                    </a:lnTo>
                    <a:lnTo>
                      <a:pt x="853" y="12201"/>
                    </a:lnTo>
                    <a:lnTo>
                      <a:pt x="998" y="12503"/>
                    </a:lnTo>
                    <a:lnTo>
                      <a:pt x="1142" y="12805"/>
                    </a:lnTo>
                    <a:lnTo>
                      <a:pt x="1299" y="13067"/>
                    </a:lnTo>
                    <a:lnTo>
                      <a:pt x="1483" y="13316"/>
                    </a:lnTo>
                    <a:lnTo>
                      <a:pt x="1680" y="13552"/>
                    </a:lnTo>
                    <a:lnTo>
                      <a:pt x="1877" y="13762"/>
                    </a:lnTo>
                    <a:lnTo>
                      <a:pt x="2139" y="13985"/>
                    </a:lnTo>
                    <a:lnTo>
                      <a:pt x="2414" y="14195"/>
                    </a:lnTo>
                    <a:lnTo>
                      <a:pt x="2703" y="14405"/>
                    </a:lnTo>
                    <a:lnTo>
                      <a:pt x="3018" y="14615"/>
                    </a:lnTo>
                    <a:lnTo>
                      <a:pt x="3346" y="14812"/>
                    </a:lnTo>
                    <a:lnTo>
                      <a:pt x="3687" y="14996"/>
                    </a:lnTo>
                    <a:lnTo>
                      <a:pt x="4041" y="15179"/>
                    </a:lnTo>
                    <a:lnTo>
                      <a:pt x="4409" y="15350"/>
                    </a:lnTo>
                    <a:lnTo>
                      <a:pt x="4802" y="15520"/>
                    </a:lnTo>
                    <a:lnTo>
                      <a:pt x="5196" y="15678"/>
                    </a:lnTo>
                    <a:lnTo>
                      <a:pt x="5602" y="15822"/>
                    </a:lnTo>
                    <a:lnTo>
                      <a:pt x="6035" y="15966"/>
                    </a:lnTo>
                    <a:lnTo>
                      <a:pt x="6468" y="16111"/>
                    </a:lnTo>
                    <a:lnTo>
                      <a:pt x="6914" y="16242"/>
                    </a:lnTo>
                    <a:lnTo>
                      <a:pt x="7373" y="16360"/>
                    </a:lnTo>
                    <a:lnTo>
                      <a:pt x="7846" y="16478"/>
                    </a:lnTo>
                    <a:lnTo>
                      <a:pt x="8318" y="16596"/>
                    </a:lnTo>
                    <a:lnTo>
                      <a:pt x="8803" y="16701"/>
                    </a:lnTo>
                    <a:lnTo>
                      <a:pt x="9302" y="16793"/>
                    </a:lnTo>
                    <a:lnTo>
                      <a:pt x="9800" y="16885"/>
                    </a:lnTo>
                    <a:lnTo>
                      <a:pt x="10312" y="16963"/>
                    </a:lnTo>
                    <a:lnTo>
                      <a:pt x="10824" y="17029"/>
                    </a:lnTo>
                    <a:lnTo>
                      <a:pt x="11873" y="17160"/>
                    </a:lnTo>
                    <a:lnTo>
                      <a:pt x="12936" y="17265"/>
                    </a:lnTo>
                    <a:lnTo>
                      <a:pt x="14012" y="17331"/>
                    </a:lnTo>
                    <a:lnTo>
                      <a:pt x="15114" y="17370"/>
                    </a:lnTo>
                    <a:lnTo>
                      <a:pt x="16203" y="17396"/>
                    </a:lnTo>
                    <a:lnTo>
                      <a:pt x="17291" y="17370"/>
                    </a:lnTo>
                    <a:lnTo>
                      <a:pt x="18380" y="17331"/>
                    </a:lnTo>
                    <a:lnTo>
                      <a:pt x="19469" y="17265"/>
                    </a:lnTo>
                    <a:lnTo>
                      <a:pt x="20532" y="17160"/>
                    </a:lnTo>
                    <a:lnTo>
                      <a:pt x="21581" y="17029"/>
                    </a:lnTo>
                    <a:lnTo>
                      <a:pt x="22093" y="16963"/>
                    </a:lnTo>
                    <a:lnTo>
                      <a:pt x="22605" y="16885"/>
                    </a:lnTo>
                    <a:lnTo>
                      <a:pt x="23103" y="16793"/>
                    </a:lnTo>
                    <a:lnTo>
                      <a:pt x="23602" y="16701"/>
                    </a:lnTo>
                    <a:lnTo>
                      <a:pt x="24087" y="16596"/>
                    </a:lnTo>
                    <a:lnTo>
                      <a:pt x="24559" y="16478"/>
                    </a:lnTo>
                    <a:lnTo>
                      <a:pt x="25032" y="16360"/>
                    </a:lnTo>
                    <a:lnTo>
                      <a:pt x="25491" y="16242"/>
                    </a:lnTo>
                    <a:lnTo>
                      <a:pt x="25937" y="16111"/>
                    </a:lnTo>
                    <a:lnTo>
                      <a:pt x="26370" y="15966"/>
                    </a:lnTo>
                    <a:lnTo>
                      <a:pt x="26790" y="15822"/>
                    </a:lnTo>
                    <a:lnTo>
                      <a:pt x="27209" y="15678"/>
                    </a:lnTo>
                    <a:lnTo>
                      <a:pt x="27603" y="15520"/>
                    </a:lnTo>
                    <a:lnTo>
                      <a:pt x="27996" y="15350"/>
                    </a:lnTo>
                    <a:lnTo>
                      <a:pt x="28364" y="15179"/>
                    </a:lnTo>
                    <a:lnTo>
                      <a:pt x="28718" y="14996"/>
                    </a:lnTo>
                    <a:lnTo>
                      <a:pt x="29059" y="14812"/>
                    </a:lnTo>
                    <a:lnTo>
                      <a:pt x="29387" y="14615"/>
                    </a:lnTo>
                    <a:lnTo>
                      <a:pt x="29702" y="14405"/>
                    </a:lnTo>
                    <a:lnTo>
                      <a:pt x="29991" y="14195"/>
                    </a:lnTo>
                    <a:lnTo>
                      <a:pt x="30266" y="13985"/>
                    </a:lnTo>
                    <a:lnTo>
                      <a:pt x="30515" y="13762"/>
                    </a:lnTo>
                    <a:lnTo>
                      <a:pt x="30725" y="13552"/>
                    </a:lnTo>
                    <a:lnTo>
                      <a:pt x="30922" y="13316"/>
                    </a:lnTo>
                    <a:lnTo>
                      <a:pt x="31093" y="13067"/>
                    </a:lnTo>
                    <a:lnTo>
                      <a:pt x="31263" y="12805"/>
                    </a:lnTo>
                    <a:lnTo>
                      <a:pt x="31407" y="12503"/>
                    </a:lnTo>
                    <a:lnTo>
                      <a:pt x="31539" y="12201"/>
                    </a:lnTo>
                    <a:lnTo>
                      <a:pt x="31670" y="11873"/>
                    </a:lnTo>
                    <a:lnTo>
                      <a:pt x="31775" y="11532"/>
                    </a:lnTo>
                    <a:lnTo>
                      <a:pt x="31880" y="11165"/>
                    </a:lnTo>
                    <a:lnTo>
                      <a:pt x="31958" y="10797"/>
                    </a:lnTo>
                    <a:lnTo>
                      <a:pt x="32037" y="10404"/>
                    </a:lnTo>
                    <a:lnTo>
                      <a:pt x="32116" y="9997"/>
                    </a:lnTo>
                    <a:lnTo>
                      <a:pt x="32168" y="9577"/>
                    </a:lnTo>
                    <a:lnTo>
                      <a:pt x="32221" y="9144"/>
                    </a:lnTo>
                    <a:lnTo>
                      <a:pt x="32260" y="8698"/>
                    </a:lnTo>
                    <a:lnTo>
                      <a:pt x="32299" y="8252"/>
                    </a:lnTo>
                    <a:lnTo>
                      <a:pt x="32352" y="7308"/>
                    </a:lnTo>
                    <a:lnTo>
                      <a:pt x="32391" y="6324"/>
                    </a:lnTo>
                    <a:lnTo>
                      <a:pt x="32404" y="5314"/>
                    </a:lnTo>
                    <a:lnTo>
                      <a:pt x="32404" y="4277"/>
                    </a:lnTo>
                    <a:lnTo>
                      <a:pt x="32391" y="2165"/>
                    </a:lnTo>
                    <a:lnTo>
                      <a:pt x="32391" y="1076"/>
                    </a:lnTo>
                    <a:lnTo>
                      <a:pt x="324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2" name="Google Shape;442;p16"/>
              <p:cNvSpPr/>
              <p:nvPr/>
            </p:nvSpPr>
            <p:spPr>
              <a:xfrm>
                <a:off x="1715604" y="2185378"/>
                <a:ext cx="943829" cy="944080"/>
              </a:xfrm>
              <a:custGeom>
                <a:rect b="b" l="l" r="r" t="t"/>
                <a:pathLst>
                  <a:path extrusionOk="0" h="52595" w="52581">
                    <a:moveTo>
                      <a:pt x="22053" y="1"/>
                    </a:moveTo>
                    <a:lnTo>
                      <a:pt x="21436" y="14"/>
                    </a:lnTo>
                    <a:lnTo>
                      <a:pt x="20833" y="40"/>
                    </a:lnTo>
                    <a:lnTo>
                      <a:pt x="20230" y="92"/>
                    </a:lnTo>
                    <a:lnTo>
                      <a:pt x="19626" y="158"/>
                    </a:lnTo>
                    <a:lnTo>
                      <a:pt x="19036" y="237"/>
                    </a:lnTo>
                    <a:lnTo>
                      <a:pt x="18432" y="342"/>
                    </a:lnTo>
                    <a:lnTo>
                      <a:pt x="17842" y="460"/>
                    </a:lnTo>
                    <a:lnTo>
                      <a:pt x="17252" y="591"/>
                    </a:lnTo>
                    <a:lnTo>
                      <a:pt x="16674" y="748"/>
                    </a:lnTo>
                    <a:lnTo>
                      <a:pt x="16097" y="919"/>
                    </a:lnTo>
                    <a:lnTo>
                      <a:pt x="15520" y="1116"/>
                    </a:lnTo>
                    <a:lnTo>
                      <a:pt x="14956" y="1326"/>
                    </a:lnTo>
                    <a:lnTo>
                      <a:pt x="14392" y="1549"/>
                    </a:lnTo>
                    <a:lnTo>
                      <a:pt x="13841" y="1798"/>
                    </a:lnTo>
                    <a:lnTo>
                      <a:pt x="13303" y="2073"/>
                    </a:lnTo>
                    <a:lnTo>
                      <a:pt x="12765" y="2349"/>
                    </a:lnTo>
                    <a:lnTo>
                      <a:pt x="12345" y="2585"/>
                    </a:lnTo>
                    <a:lnTo>
                      <a:pt x="11912" y="2834"/>
                    </a:lnTo>
                    <a:lnTo>
                      <a:pt x="11492" y="3097"/>
                    </a:lnTo>
                    <a:lnTo>
                      <a:pt x="11059" y="3385"/>
                    </a:lnTo>
                    <a:lnTo>
                      <a:pt x="10613" y="3674"/>
                    </a:lnTo>
                    <a:lnTo>
                      <a:pt x="10180" y="3989"/>
                    </a:lnTo>
                    <a:lnTo>
                      <a:pt x="9734" y="4317"/>
                    </a:lnTo>
                    <a:lnTo>
                      <a:pt x="9288" y="4671"/>
                    </a:lnTo>
                    <a:lnTo>
                      <a:pt x="8842" y="5038"/>
                    </a:lnTo>
                    <a:lnTo>
                      <a:pt x="8396" y="5419"/>
                    </a:lnTo>
                    <a:lnTo>
                      <a:pt x="7963" y="5825"/>
                    </a:lnTo>
                    <a:lnTo>
                      <a:pt x="7517" y="6245"/>
                    </a:lnTo>
                    <a:lnTo>
                      <a:pt x="7071" y="6678"/>
                    </a:lnTo>
                    <a:lnTo>
                      <a:pt x="6638" y="7150"/>
                    </a:lnTo>
                    <a:lnTo>
                      <a:pt x="6205" y="7623"/>
                    </a:lnTo>
                    <a:lnTo>
                      <a:pt x="5772" y="8134"/>
                    </a:lnTo>
                    <a:lnTo>
                      <a:pt x="5340" y="8659"/>
                    </a:lnTo>
                    <a:lnTo>
                      <a:pt x="4920" y="9197"/>
                    </a:lnTo>
                    <a:lnTo>
                      <a:pt x="4513" y="9774"/>
                    </a:lnTo>
                    <a:lnTo>
                      <a:pt x="4106" y="10365"/>
                    </a:lnTo>
                    <a:lnTo>
                      <a:pt x="3700" y="10968"/>
                    </a:lnTo>
                    <a:lnTo>
                      <a:pt x="3306" y="11611"/>
                    </a:lnTo>
                    <a:lnTo>
                      <a:pt x="2926" y="12267"/>
                    </a:lnTo>
                    <a:lnTo>
                      <a:pt x="2558" y="12962"/>
                    </a:lnTo>
                    <a:lnTo>
                      <a:pt x="2191" y="13671"/>
                    </a:lnTo>
                    <a:lnTo>
                      <a:pt x="1837" y="14405"/>
                    </a:lnTo>
                    <a:lnTo>
                      <a:pt x="1496" y="15166"/>
                    </a:lnTo>
                    <a:lnTo>
                      <a:pt x="1168" y="15953"/>
                    </a:lnTo>
                    <a:lnTo>
                      <a:pt x="866" y="16767"/>
                    </a:lnTo>
                    <a:lnTo>
                      <a:pt x="564" y="17606"/>
                    </a:lnTo>
                    <a:lnTo>
                      <a:pt x="276" y="18485"/>
                    </a:lnTo>
                    <a:lnTo>
                      <a:pt x="0" y="19377"/>
                    </a:lnTo>
                    <a:lnTo>
                      <a:pt x="10679" y="23720"/>
                    </a:lnTo>
                    <a:lnTo>
                      <a:pt x="10574" y="24638"/>
                    </a:lnTo>
                    <a:lnTo>
                      <a:pt x="10469" y="25701"/>
                    </a:lnTo>
                    <a:lnTo>
                      <a:pt x="10351" y="27091"/>
                    </a:lnTo>
                    <a:lnTo>
                      <a:pt x="10233" y="28757"/>
                    </a:lnTo>
                    <a:lnTo>
                      <a:pt x="10180" y="29676"/>
                    </a:lnTo>
                    <a:lnTo>
                      <a:pt x="10128" y="30647"/>
                    </a:lnTo>
                    <a:lnTo>
                      <a:pt x="10089" y="31657"/>
                    </a:lnTo>
                    <a:lnTo>
                      <a:pt x="10049" y="32693"/>
                    </a:lnTo>
                    <a:lnTo>
                      <a:pt x="10023" y="33756"/>
                    </a:lnTo>
                    <a:lnTo>
                      <a:pt x="10010" y="34845"/>
                    </a:lnTo>
                    <a:lnTo>
                      <a:pt x="10010" y="35947"/>
                    </a:lnTo>
                    <a:lnTo>
                      <a:pt x="10023" y="37049"/>
                    </a:lnTo>
                    <a:lnTo>
                      <a:pt x="10062" y="38151"/>
                    </a:lnTo>
                    <a:lnTo>
                      <a:pt x="10115" y="39240"/>
                    </a:lnTo>
                    <a:lnTo>
                      <a:pt x="10194" y="40315"/>
                    </a:lnTo>
                    <a:lnTo>
                      <a:pt x="10285" y="41378"/>
                    </a:lnTo>
                    <a:lnTo>
                      <a:pt x="10403" y="42401"/>
                    </a:lnTo>
                    <a:lnTo>
                      <a:pt x="10469" y="42900"/>
                    </a:lnTo>
                    <a:lnTo>
                      <a:pt x="10548" y="43398"/>
                    </a:lnTo>
                    <a:lnTo>
                      <a:pt x="10640" y="43884"/>
                    </a:lnTo>
                    <a:lnTo>
                      <a:pt x="10731" y="44343"/>
                    </a:lnTo>
                    <a:lnTo>
                      <a:pt x="10823" y="44802"/>
                    </a:lnTo>
                    <a:lnTo>
                      <a:pt x="10928" y="45248"/>
                    </a:lnTo>
                    <a:lnTo>
                      <a:pt x="11046" y="45668"/>
                    </a:lnTo>
                    <a:lnTo>
                      <a:pt x="11164" y="46088"/>
                    </a:lnTo>
                    <a:lnTo>
                      <a:pt x="11296" y="46481"/>
                    </a:lnTo>
                    <a:lnTo>
                      <a:pt x="11440" y="46862"/>
                    </a:lnTo>
                    <a:lnTo>
                      <a:pt x="11584" y="47229"/>
                    </a:lnTo>
                    <a:lnTo>
                      <a:pt x="11742" y="47570"/>
                    </a:lnTo>
                    <a:lnTo>
                      <a:pt x="11912" y="47898"/>
                    </a:lnTo>
                    <a:lnTo>
                      <a:pt x="12083" y="48200"/>
                    </a:lnTo>
                    <a:lnTo>
                      <a:pt x="12266" y="48488"/>
                    </a:lnTo>
                    <a:lnTo>
                      <a:pt x="12463" y="48751"/>
                    </a:lnTo>
                    <a:lnTo>
                      <a:pt x="12673" y="48987"/>
                    </a:lnTo>
                    <a:lnTo>
                      <a:pt x="12883" y="49197"/>
                    </a:lnTo>
                    <a:lnTo>
                      <a:pt x="13119" y="49407"/>
                    </a:lnTo>
                    <a:lnTo>
                      <a:pt x="13381" y="49617"/>
                    </a:lnTo>
                    <a:lnTo>
                      <a:pt x="13657" y="49813"/>
                    </a:lnTo>
                    <a:lnTo>
                      <a:pt x="13946" y="49997"/>
                    </a:lnTo>
                    <a:lnTo>
                      <a:pt x="14247" y="50181"/>
                    </a:lnTo>
                    <a:lnTo>
                      <a:pt x="14562" y="50351"/>
                    </a:lnTo>
                    <a:lnTo>
                      <a:pt x="14903" y="50522"/>
                    </a:lnTo>
                    <a:lnTo>
                      <a:pt x="15244" y="50692"/>
                    </a:lnTo>
                    <a:lnTo>
                      <a:pt x="15612" y="50837"/>
                    </a:lnTo>
                    <a:lnTo>
                      <a:pt x="15979" y="50994"/>
                    </a:lnTo>
                    <a:lnTo>
                      <a:pt x="16373" y="51138"/>
                    </a:lnTo>
                    <a:lnTo>
                      <a:pt x="16766" y="51270"/>
                    </a:lnTo>
                    <a:lnTo>
                      <a:pt x="17173" y="51401"/>
                    </a:lnTo>
                    <a:lnTo>
                      <a:pt x="17593" y="51519"/>
                    </a:lnTo>
                    <a:lnTo>
                      <a:pt x="18026" y="51637"/>
                    </a:lnTo>
                    <a:lnTo>
                      <a:pt x="18458" y="51755"/>
                    </a:lnTo>
                    <a:lnTo>
                      <a:pt x="18905" y="51847"/>
                    </a:lnTo>
                    <a:lnTo>
                      <a:pt x="19364" y="51952"/>
                    </a:lnTo>
                    <a:lnTo>
                      <a:pt x="20295" y="52122"/>
                    </a:lnTo>
                    <a:lnTo>
                      <a:pt x="21253" y="52267"/>
                    </a:lnTo>
                    <a:lnTo>
                      <a:pt x="22237" y="52385"/>
                    </a:lnTo>
                    <a:lnTo>
                      <a:pt x="23234" y="52477"/>
                    </a:lnTo>
                    <a:lnTo>
                      <a:pt x="24244" y="52542"/>
                    </a:lnTo>
                    <a:lnTo>
                      <a:pt x="25267" y="52582"/>
                    </a:lnTo>
                    <a:lnTo>
                      <a:pt x="26291" y="52595"/>
                    </a:lnTo>
                    <a:lnTo>
                      <a:pt x="27314" y="52582"/>
                    </a:lnTo>
                    <a:lnTo>
                      <a:pt x="28337" y="52542"/>
                    </a:lnTo>
                    <a:lnTo>
                      <a:pt x="29347" y="52477"/>
                    </a:lnTo>
                    <a:lnTo>
                      <a:pt x="30344" y="52385"/>
                    </a:lnTo>
                    <a:lnTo>
                      <a:pt x="31328" y="52267"/>
                    </a:lnTo>
                    <a:lnTo>
                      <a:pt x="32286" y="52122"/>
                    </a:lnTo>
                    <a:lnTo>
                      <a:pt x="33217" y="51952"/>
                    </a:lnTo>
                    <a:lnTo>
                      <a:pt x="33676" y="51847"/>
                    </a:lnTo>
                    <a:lnTo>
                      <a:pt x="34123" y="51755"/>
                    </a:lnTo>
                    <a:lnTo>
                      <a:pt x="34555" y="51637"/>
                    </a:lnTo>
                    <a:lnTo>
                      <a:pt x="34988" y="51519"/>
                    </a:lnTo>
                    <a:lnTo>
                      <a:pt x="35408" y="51401"/>
                    </a:lnTo>
                    <a:lnTo>
                      <a:pt x="35815" y="51270"/>
                    </a:lnTo>
                    <a:lnTo>
                      <a:pt x="36208" y="51138"/>
                    </a:lnTo>
                    <a:lnTo>
                      <a:pt x="36589" y="50994"/>
                    </a:lnTo>
                    <a:lnTo>
                      <a:pt x="36969" y="50837"/>
                    </a:lnTo>
                    <a:lnTo>
                      <a:pt x="37324" y="50692"/>
                    </a:lnTo>
                    <a:lnTo>
                      <a:pt x="37678" y="50522"/>
                    </a:lnTo>
                    <a:lnTo>
                      <a:pt x="38006" y="50351"/>
                    </a:lnTo>
                    <a:lnTo>
                      <a:pt x="38334" y="50181"/>
                    </a:lnTo>
                    <a:lnTo>
                      <a:pt x="38635" y="49997"/>
                    </a:lnTo>
                    <a:lnTo>
                      <a:pt x="38924" y="49813"/>
                    </a:lnTo>
                    <a:lnTo>
                      <a:pt x="39200" y="49617"/>
                    </a:lnTo>
                    <a:lnTo>
                      <a:pt x="39462" y="49407"/>
                    </a:lnTo>
                    <a:lnTo>
                      <a:pt x="39698" y="49197"/>
                    </a:lnTo>
                    <a:lnTo>
                      <a:pt x="39908" y="48987"/>
                    </a:lnTo>
                    <a:lnTo>
                      <a:pt x="40118" y="48751"/>
                    </a:lnTo>
                    <a:lnTo>
                      <a:pt x="40315" y="48488"/>
                    </a:lnTo>
                    <a:lnTo>
                      <a:pt x="40498" y="48200"/>
                    </a:lnTo>
                    <a:lnTo>
                      <a:pt x="40669" y="47898"/>
                    </a:lnTo>
                    <a:lnTo>
                      <a:pt x="40839" y="47570"/>
                    </a:lnTo>
                    <a:lnTo>
                      <a:pt x="40997" y="47229"/>
                    </a:lnTo>
                    <a:lnTo>
                      <a:pt x="41141" y="46862"/>
                    </a:lnTo>
                    <a:lnTo>
                      <a:pt x="41285" y="46481"/>
                    </a:lnTo>
                    <a:lnTo>
                      <a:pt x="41417" y="46088"/>
                    </a:lnTo>
                    <a:lnTo>
                      <a:pt x="41535" y="45668"/>
                    </a:lnTo>
                    <a:lnTo>
                      <a:pt x="41653" y="45248"/>
                    </a:lnTo>
                    <a:lnTo>
                      <a:pt x="41758" y="44802"/>
                    </a:lnTo>
                    <a:lnTo>
                      <a:pt x="41850" y="44343"/>
                    </a:lnTo>
                    <a:lnTo>
                      <a:pt x="41941" y="43884"/>
                    </a:lnTo>
                    <a:lnTo>
                      <a:pt x="42033" y="43398"/>
                    </a:lnTo>
                    <a:lnTo>
                      <a:pt x="42112" y="42900"/>
                    </a:lnTo>
                    <a:lnTo>
                      <a:pt x="42178" y="42401"/>
                    </a:lnTo>
                    <a:lnTo>
                      <a:pt x="42296" y="41378"/>
                    </a:lnTo>
                    <a:lnTo>
                      <a:pt x="42387" y="40315"/>
                    </a:lnTo>
                    <a:lnTo>
                      <a:pt x="42466" y="39240"/>
                    </a:lnTo>
                    <a:lnTo>
                      <a:pt x="42519" y="38151"/>
                    </a:lnTo>
                    <a:lnTo>
                      <a:pt x="42545" y="37049"/>
                    </a:lnTo>
                    <a:lnTo>
                      <a:pt x="42571" y="35947"/>
                    </a:lnTo>
                    <a:lnTo>
                      <a:pt x="42571" y="34845"/>
                    </a:lnTo>
                    <a:lnTo>
                      <a:pt x="42558" y="33756"/>
                    </a:lnTo>
                    <a:lnTo>
                      <a:pt x="42532" y="32693"/>
                    </a:lnTo>
                    <a:lnTo>
                      <a:pt x="42492" y="31657"/>
                    </a:lnTo>
                    <a:lnTo>
                      <a:pt x="42453" y="30647"/>
                    </a:lnTo>
                    <a:lnTo>
                      <a:pt x="42401" y="29676"/>
                    </a:lnTo>
                    <a:lnTo>
                      <a:pt x="42335" y="28757"/>
                    </a:lnTo>
                    <a:lnTo>
                      <a:pt x="42217" y="27091"/>
                    </a:lnTo>
                    <a:lnTo>
                      <a:pt x="42099" y="25701"/>
                    </a:lnTo>
                    <a:lnTo>
                      <a:pt x="42007" y="24638"/>
                    </a:lnTo>
                    <a:lnTo>
                      <a:pt x="41902" y="23720"/>
                    </a:lnTo>
                    <a:lnTo>
                      <a:pt x="52581" y="19377"/>
                    </a:lnTo>
                    <a:lnTo>
                      <a:pt x="52292" y="18459"/>
                    </a:lnTo>
                    <a:lnTo>
                      <a:pt x="52004" y="17554"/>
                    </a:lnTo>
                    <a:lnTo>
                      <a:pt x="51689" y="16688"/>
                    </a:lnTo>
                    <a:lnTo>
                      <a:pt x="51361" y="15861"/>
                    </a:lnTo>
                    <a:lnTo>
                      <a:pt x="51033" y="15048"/>
                    </a:lnTo>
                    <a:lnTo>
                      <a:pt x="50679" y="14274"/>
                    </a:lnTo>
                    <a:lnTo>
                      <a:pt x="50311" y="13513"/>
                    </a:lnTo>
                    <a:lnTo>
                      <a:pt x="49931" y="12792"/>
                    </a:lnTo>
                    <a:lnTo>
                      <a:pt x="49550" y="12083"/>
                    </a:lnTo>
                    <a:lnTo>
                      <a:pt x="49144" y="11414"/>
                    </a:lnTo>
                    <a:lnTo>
                      <a:pt x="48737" y="10758"/>
                    </a:lnTo>
                    <a:lnTo>
                      <a:pt x="48330" y="10142"/>
                    </a:lnTo>
                    <a:lnTo>
                      <a:pt x="47911" y="9538"/>
                    </a:lnTo>
                    <a:lnTo>
                      <a:pt x="47478" y="8961"/>
                    </a:lnTo>
                    <a:lnTo>
                      <a:pt x="47045" y="8410"/>
                    </a:lnTo>
                    <a:lnTo>
                      <a:pt x="46599" y="7885"/>
                    </a:lnTo>
                    <a:lnTo>
                      <a:pt x="46153" y="7373"/>
                    </a:lnTo>
                    <a:lnTo>
                      <a:pt x="45707" y="6888"/>
                    </a:lnTo>
                    <a:lnTo>
                      <a:pt x="45247" y="6429"/>
                    </a:lnTo>
                    <a:lnTo>
                      <a:pt x="44788" y="5983"/>
                    </a:lnTo>
                    <a:lnTo>
                      <a:pt x="44342" y="5563"/>
                    </a:lnTo>
                    <a:lnTo>
                      <a:pt x="43883" y="5156"/>
                    </a:lnTo>
                    <a:lnTo>
                      <a:pt x="43424" y="4776"/>
                    </a:lnTo>
                    <a:lnTo>
                      <a:pt x="42965" y="4409"/>
                    </a:lnTo>
                    <a:lnTo>
                      <a:pt x="42506" y="4067"/>
                    </a:lnTo>
                    <a:lnTo>
                      <a:pt x="42046" y="3739"/>
                    </a:lnTo>
                    <a:lnTo>
                      <a:pt x="41600" y="3425"/>
                    </a:lnTo>
                    <a:lnTo>
                      <a:pt x="41154" y="3136"/>
                    </a:lnTo>
                    <a:lnTo>
                      <a:pt x="40708" y="2860"/>
                    </a:lnTo>
                    <a:lnTo>
                      <a:pt x="40275" y="2598"/>
                    </a:lnTo>
                    <a:lnTo>
                      <a:pt x="39842" y="2362"/>
                    </a:lnTo>
                    <a:lnTo>
                      <a:pt x="39423" y="2139"/>
                    </a:lnTo>
                    <a:lnTo>
                      <a:pt x="38898" y="1877"/>
                    </a:lnTo>
                    <a:lnTo>
                      <a:pt x="38373" y="1627"/>
                    </a:lnTo>
                    <a:lnTo>
                      <a:pt x="37848" y="1404"/>
                    </a:lnTo>
                    <a:lnTo>
                      <a:pt x="37310" y="1194"/>
                    </a:lnTo>
                    <a:lnTo>
                      <a:pt x="36773" y="1011"/>
                    </a:lnTo>
                    <a:lnTo>
                      <a:pt x="36222" y="827"/>
                    </a:lnTo>
                    <a:lnTo>
                      <a:pt x="35671" y="670"/>
                    </a:lnTo>
                    <a:lnTo>
                      <a:pt x="35106" y="538"/>
                    </a:lnTo>
                    <a:lnTo>
                      <a:pt x="34555" y="407"/>
                    </a:lnTo>
                    <a:lnTo>
                      <a:pt x="33978" y="302"/>
                    </a:lnTo>
                    <a:lnTo>
                      <a:pt x="33414" y="210"/>
                    </a:lnTo>
                    <a:lnTo>
                      <a:pt x="32850" y="132"/>
                    </a:lnTo>
                    <a:lnTo>
                      <a:pt x="32273" y="79"/>
                    </a:lnTo>
                    <a:lnTo>
                      <a:pt x="31696" y="40"/>
                    </a:lnTo>
                    <a:lnTo>
                      <a:pt x="31118" y="14"/>
                    </a:lnTo>
                    <a:lnTo>
                      <a:pt x="3054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3" name="Google Shape;443;p16"/>
              <p:cNvSpPr/>
              <p:nvPr/>
            </p:nvSpPr>
            <p:spPr>
              <a:xfrm>
                <a:off x="1737269" y="3217521"/>
                <a:ext cx="900498" cy="138484"/>
              </a:xfrm>
              <a:custGeom>
                <a:rect b="b" l="l" r="r" t="t"/>
                <a:pathLst>
                  <a:path extrusionOk="0" h="7715" w="50167">
                    <a:moveTo>
                      <a:pt x="5143" y="0"/>
                    </a:moveTo>
                    <a:lnTo>
                      <a:pt x="4880" y="26"/>
                    </a:lnTo>
                    <a:lnTo>
                      <a:pt x="4605" y="53"/>
                    </a:lnTo>
                    <a:lnTo>
                      <a:pt x="4329" y="105"/>
                    </a:lnTo>
                    <a:lnTo>
                      <a:pt x="4067" y="158"/>
                    </a:lnTo>
                    <a:lnTo>
                      <a:pt x="3805" y="223"/>
                    </a:lnTo>
                    <a:lnTo>
                      <a:pt x="3555" y="315"/>
                    </a:lnTo>
                    <a:lnTo>
                      <a:pt x="3306" y="407"/>
                    </a:lnTo>
                    <a:lnTo>
                      <a:pt x="3057" y="512"/>
                    </a:lnTo>
                    <a:lnTo>
                      <a:pt x="2821" y="630"/>
                    </a:lnTo>
                    <a:lnTo>
                      <a:pt x="2584" y="761"/>
                    </a:lnTo>
                    <a:lnTo>
                      <a:pt x="2361" y="905"/>
                    </a:lnTo>
                    <a:lnTo>
                      <a:pt x="2152" y="1050"/>
                    </a:lnTo>
                    <a:lnTo>
                      <a:pt x="1942" y="1207"/>
                    </a:lnTo>
                    <a:lnTo>
                      <a:pt x="1732" y="1378"/>
                    </a:lnTo>
                    <a:lnTo>
                      <a:pt x="1548" y="1561"/>
                    </a:lnTo>
                    <a:lnTo>
                      <a:pt x="1364" y="1758"/>
                    </a:lnTo>
                    <a:lnTo>
                      <a:pt x="1194" y="1955"/>
                    </a:lnTo>
                    <a:lnTo>
                      <a:pt x="1023" y="2152"/>
                    </a:lnTo>
                    <a:lnTo>
                      <a:pt x="866" y="2375"/>
                    </a:lnTo>
                    <a:lnTo>
                      <a:pt x="722" y="2598"/>
                    </a:lnTo>
                    <a:lnTo>
                      <a:pt x="590" y="2821"/>
                    </a:lnTo>
                    <a:lnTo>
                      <a:pt x="472" y="3070"/>
                    </a:lnTo>
                    <a:lnTo>
                      <a:pt x="367" y="3306"/>
                    </a:lnTo>
                    <a:lnTo>
                      <a:pt x="276" y="3555"/>
                    </a:lnTo>
                    <a:lnTo>
                      <a:pt x="197" y="3818"/>
                    </a:lnTo>
                    <a:lnTo>
                      <a:pt x="131" y="4080"/>
                    </a:lnTo>
                    <a:lnTo>
                      <a:pt x="66" y="4356"/>
                    </a:lnTo>
                    <a:lnTo>
                      <a:pt x="26" y="4631"/>
                    </a:lnTo>
                    <a:lnTo>
                      <a:pt x="0" y="4907"/>
                    </a:lnTo>
                    <a:lnTo>
                      <a:pt x="0" y="4999"/>
                    </a:lnTo>
                    <a:lnTo>
                      <a:pt x="0" y="5274"/>
                    </a:lnTo>
                    <a:lnTo>
                      <a:pt x="26" y="5536"/>
                    </a:lnTo>
                    <a:lnTo>
                      <a:pt x="92" y="5799"/>
                    </a:lnTo>
                    <a:lnTo>
                      <a:pt x="171" y="6048"/>
                    </a:lnTo>
                    <a:lnTo>
                      <a:pt x="276" y="6284"/>
                    </a:lnTo>
                    <a:lnTo>
                      <a:pt x="407" y="6507"/>
                    </a:lnTo>
                    <a:lnTo>
                      <a:pt x="564" y="6717"/>
                    </a:lnTo>
                    <a:lnTo>
                      <a:pt x="735" y="6914"/>
                    </a:lnTo>
                    <a:lnTo>
                      <a:pt x="932" y="7084"/>
                    </a:lnTo>
                    <a:lnTo>
                      <a:pt x="1128" y="7242"/>
                    </a:lnTo>
                    <a:lnTo>
                      <a:pt x="1351" y="7373"/>
                    </a:lnTo>
                    <a:lnTo>
                      <a:pt x="1587" y="7491"/>
                    </a:lnTo>
                    <a:lnTo>
                      <a:pt x="1837" y="7583"/>
                    </a:lnTo>
                    <a:lnTo>
                      <a:pt x="2099" y="7649"/>
                    </a:lnTo>
                    <a:lnTo>
                      <a:pt x="2361" y="7701"/>
                    </a:lnTo>
                    <a:lnTo>
                      <a:pt x="2637" y="7714"/>
                    </a:lnTo>
                    <a:lnTo>
                      <a:pt x="47530" y="7714"/>
                    </a:lnTo>
                    <a:lnTo>
                      <a:pt x="47806" y="7701"/>
                    </a:lnTo>
                    <a:lnTo>
                      <a:pt x="48068" y="7649"/>
                    </a:lnTo>
                    <a:lnTo>
                      <a:pt x="48330" y="7583"/>
                    </a:lnTo>
                    <a:lnTo>
                      <a:pt x="48580" y="7491"/>
                    </a:lnTo>
                    <a:lnTo>
                      <a:pt x="48816" y="7373"/>
                    </a:lnTo>
                    <a:lnTo>
                      <a:pt x="49039" y="7242"/>
                    </a:lnTo>
                    <a:lnTo>
                      <a:pt x="49236" y="7084"/>
                    </a:lnTo>
                    <a:lnTo>
                      <a:pt x="49432" y="6914"/>
                    </a:lnTo>
                    <a:lnTo>
                      <a:pt x="49603" y="6717"/>
                    </a:lnTo>
                    <a:lnTo>
                      <a:pt x="49747" y="6507"/>
                    </a:lnTo>
                    <a:lnTo>
                      <a:pt x="49878" y="6284"/>
                    </a:lnTo>
                    <a:lnTo>
                      <a:pt x="49996" y="6048"/>
                    </a:lnTo>
                    <a:lnTo>
                      <a:pt x="50075" y="5799"/>
                    </a:lnTo>
                    <a:lnTo>
                      <a:pt x="50128" y="5536"/>
                    </a:lnTo>
                    <a:lnTo>
                      <a:pt x="50167" y="5274"/>
                    </a:lnTo>
                    <a:lnTo>
                      <a:pt x="50167" y="4999"/>
                    </a:lnTo>
                    <a:lnTo>
                      <a:pt x="50167" y="4907"/>
                    </a:lnTo>
                    <a:lnTo>
                      <a:pt x="50141" y="4631"/>
                    </a:lnTo>
                    <a:lnTo>
                      <a:pt x="50101" y="4356"/>
                    </a:lnTo>
                    <a:lnTo>
                      <a:pt x="50036" y="4080"/>
                    </a:lnTo>
                    <a:lnTo>
                      <a:pt x="49970" y="3818"/>
                    </a:lnTo>
                    <a:lnTo>
                      <a:pt x="49891" y="3555"/>
                    </a:lnTo>
                    <a:lnTo>
                      <a:pt x="49800" y="3306"/>
                    </a:lnTo>
                    <a:lnTo>
                      <a:pt x="49695" y="3070"/>
                    </a:lnTo>
                    <a:lnTo>
                      <a:pt x="49563" y="2821"/>
                    </a:lnTo>
                    <a:lnTo>
                      <a:pt x="49432" y="2598"/>
                    </a:lnTo>
                    <a:lnTo>
                      <a:pt x="49301" y="2375"/>
                    </a:lnTo>
                    <a:lnTo>
                      <a:pt x="49144" y="2152"/>
                    </a:lnTo>
                    <a:lnTo>
                      <a:pt x="48973" y="1955"/>
                    </a:lnTo>
                    <a:lnTo>
                      <a:pt x="48803" y="1758"/>
                    </a:lnTo>
                    <a:lnTo>
                      <a:pt x="48619" y="1561"/>
                    </a:lnTo>
                    <a:lnTo>
                      <a:pt x="48422" y="1378"/>
                    </a:lnTo>
                    <a:lnTo>
                      <a:pt x="48225" y="1207"/>
                    </a:lnTo>
                    <a:lnTo>
                      <a:pt x="48015" y="1050"/>
                    </a:lnTo>
                    <a:lnTo>
                      <a:pt x="47806" y="905"/>
                    </a:lnTo>
                    <a:lnTo>
                      <a:pt x="47569" y="761"/>
                    </a:lnTo>
                    <a:lnTo>
                      <a:pt x="47346" y="630"/>
                    </a:lnTo>
                    <a:lnTo>
                      <a:pt x="47110" y="512"/>
                    </a:lnTo>
                    <a:lnTo>
                      <a:pt x="46861" y="407"/>
                    </a:lnTo>
                    <a:lnTo>
                      <a:pt x="46612" y="315"/>
                    </a:lnTo>
                    <a:lnTo>
                      <a:pt x="46362" y="223"/>
                    </a:lnTo>
                    <a:lnTo>
                      <a:pt x="46100" y="158"/>
                    </a:lnTo>
                    <a:lnTo>
                      <a:pt x="45838" y="105"/>
                    </a:lnTo>
                    <a:lnTo>
                      <a:pt x="45562" y="53"/>
                    </a:lnTo>
                    <a:lnTo>
                      <a:pt x="45287" y="26"/>
                    </a:lnTo>
                    <a:lnTo>
                      <a:pt x="45011" y="0"/>
                    </a:lnTo>
                    <a:lnTo>
                      <a:pt x="44736" y="0"/>
                    </a:lnTo>
                    <a:lnTo>
                      <a:pt x="44460" y="13"/>
                    </a:lnTo>
                    <a:lnTo>
                      <a:pt x="44172" y="26"/>
                    </a:lnTo>
                    <a:lnTo>
                      <a:pt x="38622" y="643"/>
                    </a:lnTo>
                    <a:lnTo>
                      <a:pt x="36943" y="827"/>
                    </a:lnTo>
                    <a:lnTo>
                      <a:pt x="35251" y="971"/>
                    </a:lnTo>
                    <a:lnTo>
                      <a:pt x="33558" y="1102"/>
                    </a:lnTo>
                    <a:lnTo>
                      <a:pt x="31866" y="1207"/>
                    </a:lnTo>
                    <a:lnTo>
                      <a:pt x="30174" y="1299"/>
                    </a:lnTo>
                    <a:lnTo>
                      <a:pt x="28468" y="1351"/>
                    </a:lnTo>
                    <a:lnTo>
                      <a:pt x="26776" y="1391"/>
                    </a:lnTo>
                    <a:lnTo>
                      <a:pt x="25084" y="1404"/>
                    </a:lnTo>
                    <a:lnTo>
                      <a:pt x="23391" y="1391"/>
                    </a:lnTo>
                    <a:lnTo>
                      <a:pt x="21686" y="1351"/>
                    </a:lnTo>
                    <a:lnTo>
                      <a:pt x="19993" y="1299"/>
                    </a:lnTo>
                    <a:lnTo>
                      <a:pt x="18301" y="1207"/>
                    </a:lnTo>
                    <a:lnTo>
                      <a:pt x="16609" y="1102"/>
                    </a:lnTo>
                    <a:lnTo>
                      <a:pt x="14916" y="971"/>
                    </a:lnTo>
                    <a:lnTo>
                      <a:pt x="13224" y="827"/>
                    </a:lnTo>
                    <a:lnTo>
                      <a:pt x="11545" y="643"/>
                    </a:lnTo>
                    <a:lnTo>
                      <a:pt x="5982" y="26"/>
                    </a:lnTo>
                    <a:lnTo>
                      <a:pt x="5707" y="13"/>
                    </a:lnTo>
                    <a:lnTo>
                      <a:pt x="543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4" name="Google Shape;444;p16"/>
              <p:cNvSpPr/>
              <p:nvPr/>
            </p:nvSpPr>
            <p:spPr>
              <a:xfrm>
                <a:off x="1845813" y="2327380"/>
                <a:ext cx="683159" cy="855766"/>
              </a:xfrm>
              <a:custGeom>
                <a:rect b="b" l="l" r="r" t="t"/>
                <a:pathLst>
                  <a:path extrusionOk="0" h="47675" w="38059">
                    <a:moveTo>
                      <a:pt x="18958" y="0"/>
                    </a:moveTo>
                    <a:lnTo>
                      <a:pt x="18381" y="13"/>
                    </a:lnTo>
                    <a:lnTo>
                      <a:pt x="17790" y="40"/>
                    </a:lnTo>
                    <a:lnTo>
                      <a:pt x="17200" y="79"/>
                    </a:lnTo>
                    <a:lnTo>
                      <a:pt x="16610" y="158"/>
                    </a:lnTo>
                    <a:lnTo>
                      <a:pt x="16019" y="236"/>
                    </a:lnTo>
                    <a:lnTo>
                      <a:pt x="15429" y="341"/>
                    </a:lnTo>
                    <a:lnTo>
                      <a:pt x="14825" y="473"/>
                    </a:lnTo>
                    <a:lnTo>
                      <a:pt x="14235" y="617"/>
                    </a:lnTo>
                    <a:lnTo>
                      <a:pt x="13631" y="787"/>
                    </a:lnTo>
                    <a:lnTo>
                      <a:pt x="13185" y="932"/>
                    </a:lnTo>
                    <a:lnTo>
                      <a:pt x="12739" y="1076"/>
                    </a:lnTo>
                    <a:lnTo>
                      <a:pt x="12359" y="1207"/>
                    </a:lnTo>
                    <a:lnTo>
                      <a:pt x="11979" y="1352"/>
                    </a:lnTo>
                    <a:lnTo>
                      <a:pt x="11611" y="1509"/>
                    </a:lnTo>
                    <a:lnTo>
                      <a:pt x="11244" y="1653"/>
                    </a:lnTo>
                    <a:lnTo>
                      <a:pt x="10890" y="1824"/>
                    </a:lnTo>
                    <a:lnTo>
                      <a:pt x="10522" y="1994"/>
                    </a:lnTo>
                    <a:lnTo>
                      <a:pt x="10181" y="2178"/>
                    </a:lnTo>
                    <a:lnTo>
                      <a:pt x="9827" y="2362"/>
                    </a:lnTo>
                    <a:lnTo>
                      <a:pt x="9486" y="2559"/>
                    </a:lnTo>
                    <a:lnTo>
                      <a:pt x="9145" y="2755"/>
                    </a:lnTo>
                    <a:lnTo>
                      <a:pt x="8817" y="2952"/>
                    </a:lnTo>
                    <a:lnTo>
                      <a:pt x="8489" y="3175"/>
                    </a:lnTo>
                    <a:lnTo>
                      <a:pt x="8174" y="3385"/>
                    </a:lnTo>
                    <a:lnTo>
                      <a:pt x="7859" y="3608"/>
                    </a:lnTo>
                    <a:lnTo>
                      <a:pt x="7544" y="3844"/>
                    </a:lnTo>
                    <a:lnTo>
                      <a:pt x="7243" y="4080"/>
                    </a:lnTo>
                    <a:lnTo>
                      <a:pt x="6941" y="4330"/>
                    </a:lnTo>
                    <a:lnTo>
                      <a:pt x="6639" y="4579"/>
                    </a:lnTo>
                    <a:lnTo>
                      <a:pt x="6350" y="4828"/>
                    </a:lnTo>
                    <a:lnTo>
                      <a:pt x="6062" y="5090"/>
                    </a:lnTo>
                    <a:lnTo>
                      <a:pt x="5786" y="5353"/>
                    </a:lnTo>
                    <a:lnTo>
                      <a:pt x="5511" y="5628"/>
                    </a:lnTo>
                    <a:lnTo>
                      <a:pt x="4986" y="6192"/>
                    </a:lnTo>
                    <a:lnTo>
                      <a:pt x="4488" y="6770"/>
                    </a:lnTo>
                    <a:lnTo>
                      <a:pt x="4002" y="7373"/>
                    </a:lnTo>
                    <a:lnTo>
                      <a:pt x="3556" y="7990"/>
                    </a:lnTo>
                    <a:lnTo>
                      <a:pt x="3123" y="8619"/>
                    </a:lnTo>
                    <a:lnTo>
                      <a:pt x="2717" y="9275"/>
                    </a:lnTo>
                    <a:lnTo>
                      <a:pt x="2336" y="9945"/>
                    </a:lnTo>
                    <a:lnTo>
                      <a:pt x="1982" y="10627"/>
                    </a:lnTo>
                    <a:lnTo>
                      <a:pt x="1654" y="11322"/>
                    </a:lnTo>
                    <a:lnTo>
                      <a:pt x="1365" y="12044"/>
                    </a:lnTo>
                    <a:lnTo>
                      <a:pt x="1090" y="12765"/>
                    </a:lnTo>
                    <a:lnTo>
                      <a:pt x="854" y="13500"/>
                    </a:lnTo>
                    <a:lnTo>
                      <a:pt x="644" y="14248"/>
                    </a:lnTo>
                    <a:lnTo>
                      <a:pt x="460" y="15008"/>
                    </a:lnTo>
                    <a:lnTo>
                      <a:pt x="303" y="15769"/>
                    </a:lnTo>
                    <a:lnTo>
                      <a:pt x="237" y="16163"/>
                    </a:lnTo>
                    <a:lnTo>
                      <a:pt x="185" y="16543"/>
                    </a:lnTo>
                    <a:lnTo>
                      <a:pt x="132" y="16937"/>
                    </a:lnTo>
                    <a:lnTo>
                      <a:pt x="93" y="17331"/>
                    </a:lnTo>
                    <a:lnTo>
                      <a:pt x="53" y="17724"/>
                    </a:lnTo>
                    <a:lnTo>
                      <a:pt x="27" y="18118"/>
                    </a:lnTo>
                    <a:lnTo>
                      <a:pt x="14" y="18511"/>
                    </a:lnTo>
                    <a:lnTo>
                      <a:pt x="1" y="18918"/>
                    </a:lnTo>
                    <a:lnTo>
                      <a:pt x="1" y="19311"/>
                    </a:lnTo>
                    <a:lnTo>
                      <a:pt x="14" y="19718"/>
                    </a:lnTo>
                    <a:lnTo>
                      <a:pt x="27" y="20112"/>
                    </a:lnTo>
                    <a:lnTo>
                      <a:pt x="53" y="20518"/>
                    </a:lnTo>
                    <a:lnTo>
                      <a:pt x="906" y="33060"/>
                    </a:lnTo>
                    <a:lnTo>
                      <a:pt x="932" y="33493"/>
                    </a:lnTo>
                    <a:lnTo>
                      <a:pt x="985" y="33939"/>
                    </a:lnTo>
                    <a:lnTo>
                      <a:pt x="1037" y="34372"/>
                    </a:lnTo>
                    <a:lnTo>
                      <a:pt x="1103" y="34792"/>
                    </a:lnTo>
                    <a:lnTo>
                      <a:pt x="1182" y="35212"/>
                    </a:lnTo>
                    <a:lnTo>
                      <a:pt x="1273" y="35618"/>
                    </a:lnTo>
                    <a:lnTo>
                      <a:pt x="1365" y="36025"/>
                    </a:lnTo>
                    <a:lnTo>
                      <a:pt x="1470" y="36419"/>
                    </a:lnTo>
                    <a:lnTo>
                      <a:pt x="1588" y="36812"/>
                    </a:lnTo>
                    <a:lnTo>
                      <a:pt x="1719" y="37193"/>
                    </a:lnTo>
                    <a:lnTo>
                      <a:pt x="1851" y="37573"/>
                    </a:lnTo>
                    <a:lnTo>
                      <a:pt x="1995" y="37940"/>
                    </a:lnTo>
                    <a:lnTo>
                      <a:pt x="2152" y="38308"/>
                    </a:lnTo>
                    <a:lnTo>
                      <a:pt x="2310" y="38662"/>
                    </a:lnTo>
                    <a:lnTo>
                      <a:pt x="2480" y="39016"/>
                    </a:lnTo>
                    <a:lnTo>
                      <a:pt x="2664" y="39357"/>
                    </a:lnTo>
                    <a:lnTo>
                      <a:pt x="2861" y="39698"/>
                    </a:lnTo>
                    <a:lnTo>
                      <a:pt x="3058" y="40026"/>
                    </a:lnTo>
                    <a:lnTo>
                      <a:pt x="3254" y="40354"/>
                    </a:lnTo>
                    <a:lnTo>
                      <a:pt x="3477" y="40669"/>
                    </a:lnTo>
                    <a:lnTo>
                      <a:pt x="3687" y="40984"/>
                    </a:lnTo>
                    <a:lnTo>
                      <a:pt x="3923" y="41286"/>
                    </a:lnTo>
                    <a:lnTo>
                      <a:pt x="4160" y="41588"/>
                    </a:lnTo>
                    <a:lnTo>
                      <a:pt x="4409" y="41876"/>
                    </a:lnTo>
                    <a:lnTo>
                      <a:pt x="4724" y="42230"/>
                    </a:lnTo>
                    <a:lnTo>
                      <a:pt x="5052" y="42571"/>
                    </a:lnTo>
                    <a:lnTo>
                      <a:pt x="5393" y="42899"/>
                    </a:lnTo>
                    <a:lnTo>
                      <a:pt x="5747" y="43214"/>
                    </a:lnTo>
                    <a:lnTo>
                      <a:pt x="6101" y="43529"/>
                    </a:lnTo>
                    <a:lnTo>
                      <a:pt x="6482" y="43831"/>
                    </a:lnTo>
                    <a:lnTo>
                      <a:pt x="6862" y="44120"/>
                    </a:lnTo>
                    <a:lnTo>
                      <a:pt x="7256" y="44395"/>
                    </a:lnTo>
                    <a:lnTo>
                      <a:pt x="7649" y="44657"/>
                    </a:lnTo>
                    <a:lnTo>
                      <a:pt x="8069" y="44907"/>
                    </a:lnTo>
                    <a:lnTo>
                      <a:pt x="8489" y="45156"/>
                    </a:lnTo>
                    <a:lnTo>
                      <a:pt x="8922" y="45392"/>
                    </a:lnTo>
                    <a:lnTo>
                      <a:pt x="9355" y="45615"/>
                    </a:lnTo>
                    <a:lnTo>
                      <a:pt x="9801" y="45825"/>
                    </a:lnTo>
                    <a:lnTo>
                      <a:pt x="10260" y="46022"/>
                    </a:lnTo>
                    <a:lnTo>
                      <a:pt x="10719" y="46205"/>
                    </a:lnTo>
                    <a:lnTo>
                      <a:pt x="11191" y="46389"/>
                    </a:lnTo>
                    <a:lnTo>
                      <a:pt x="11677" y="46547"/>
                    </a:lnTo>
                    <a:lnTo>
                      <a:pt x="12162" y="46704"/>
                    </a:lnTo>
                    <a:lnTo>
                      <a:pt x="12661" y="46848"/>
                    </a:lnTo>
                    <a:lnTo>
                      <a:pt x="13159" y="46979"/>
                    </a:lnTo>
                    <a:lnTo>
                      <a:pt x="13658" y="47098"/>
                    </a:lnTo>
                    <a:lnTo>
                      <a:pt x="14182" y="47216"/>
                    </a:lnTo>
                    <a:lnTo>
                      <a:pt x="14694" y="47307"/>
                    </a:lnTo>
                    <a:lnTo>
                      <a:pt x="15219" y="47399"/>
                    </a:lnTo>
                    <a:lnTo>
                      <a:pt x="15757" y="47465"/>
                    </a:lnTo>
                    <a:lnTo>
                      <a:pt x="16282" y="47530"/>
                    </a:lnTo>
                    <a:lnTo>
                      <a:pt x="16833" y="47583"/>
                    </a:lnTo>
                    <a:lnTo>
                      <a:pt x="17370" y="47622"/>
                    </a:lnTo>
                    <a:lnTo>
                      <a:pt x="17921" y="47662"/>
                    </a:lnTo>
                    <a:lnTo>
                      <a:pt x="18472" y="47675"/>
                    </a:lnTo>
                    <a:lnTo>
                      <a:pt x="19037" y="47675"/>
                    </a:lnTo>
                    <a:lnTo>
                      <a:pt x="19929" y="47662"/>
                    </a:lnTo>
                    <a:lnTo>
                      <a:pt x="20808" y="47622"/>
                    </a:lnTo>
                    <a:lnTo>
                      <a:pt x="21673" y="47544"/>
                    </a:lnTo>
                    <a:lnTo>
                      <a:pt x="22526" y="47439"/>
                    </a:lnTo>
                    <a:lnTo>
                      <a:pt x="23379" y="47307"/>
                    </a:lnTo>
                    <a:lnTo>
                      <a:pt x="23786" y="47229"/>
                    </a:lnTo>
                    <a:lnTo>
                      <a:pt x="24205" y="47150"/>
                    </a:lnTo>
                    <a:lnTo>
                      <a:pt x="24612" y="47058"/>
                    </a:lnTo>
                    <a:lnTo>
                      <a:pt x="25019" y="46953"/>
                    </a:lnTo>
                    <a:lnTo>
                      <a:pt x="25412" y="46848"/>
                    </a:lnTo>
                    <a:lnTo>
                      <a:pt x="25806" y="46730"/>
                    </a:lnTo>
                    <a:lnTo>
                      <a:pt x="26199" y="46612"/>
                    </a:lnTo>
                    <a:lnTo>
                      <a:pt x="26593" y="46481"/>
                    </a:lnTo>
                    <a:lnTo>
                      <a:pt x="26973" y="46350"/>
                    </a:lnTo>
                    <a:lnTo>
                      <a:pt x="27341" y="46205"/>
                    </a:lnTo>
                    <a:lnTo>
                      <a:pt x="27721" y="46061"/>
                    </a:lnTo>
                    <a:lnTo>
                      <a:pt x="28089" y="45904"/>
                    </a:lnTo>
                    <a:lnTo>
                      <a:pt x="28443" y="45733"/>
                    </a:lnTo>
                    <a:lnTo>
                      <a:pt x="28797" y="45563"/>
                    </a:lnTo>
                    <a:lnTo>
                      <a:pt x="29151" y="45392"/>
                    </a:lnTo>
                    <a:lnTo>
                      <a:pt x="29492" y="45208"/>
                    </a:lnTo>
                    <a:lnTo>
                      <a:pt x="29833" y="45012"/>
                    </a:lnTo>
                    <a:lnTo>
                      <a:pt x="30175" y="44815"/>
                    </a:lnTo>
                    <a:lnTo>
                      <a:pt x="30502" y="44605"/>
                    </a:lnTo>
                    <a:lnTo>
                      <a:pt x="30817" y="44395"/>
                    </a:lnTo>
                    <a:lnTo>
                      <a:pt x="31132" y="44172"/>
                    </a:lnTo>
                    <a:lnTo>
                      <a:pt x="31447" y="43949"/>
                    </a:lnTo>
                    <a:lnTo>
                      <a:pt x="31749" y="43713"/>
                    </a:lnTo>
                    <a:lnTo>
                      <a:pt x="32037" y="43464"/>
                    </a:lnTo>
                    <a:lnTo>
                      <a:pt x="32326" y="43214"/>
                    </a:lnTo>
                    <a:lnTo>
                      <a:pt x="32615" y="42965"/>
                    </a:lnTo>
                    <a:lnTo>
                      <a:pt x="32890" y="42703"/>
                    </a:lnTo>
                    <a:lnTo>
                      <a:pt x="33153" y="42427"/>
                    </a:lnTo>
                    <a:lnTo>
                      <a:pt x="33415" y="42152"/>
                    </a:lnTo>
                    <a:lnTo>
                      <a:pt x="33664" y="41876"/>
                    </a:lnTo>
                    <a:lnTo>
                      <a:pt x="33913" y="41588"/>
                    </a:lnTo>
                    <a:lnTo>
                      <a:pt x="34150" y="41286"/>
                    </a:lnTo>
                    <a:lnTo>
                      <a:pt x="34373" y="40984"/>
                    </a:lnTo>
                    <a:lnTo>
                      <a:pt x="34596" y="40669"/>
                    </a:lnTo>
                    <a:lnTo>
                      <a:pt x="34819" y="40354"/>
                    </a:lnTo>
                    <a:lnTo>
                      <a:pt x="35015" y="40026"/>
                    </a:lnTo>
                    <a:lnTo>
                      <a:pt x="35212" y="39698"/>
                    </a:lnTo>
                    <a:lnTo>
                      <a:pt x="35409" y="39357"/>
                    </a:lnTo>
                    <a:lnTo>
                      <a:pt x="35580" y="39016"/>
                    </a:lnTo>
                    <a:lnTo>
                      <a:pt x="35763" y="38662"/>
                    </a:lnTo>
                    <a:lnTo>
                      <a:pt x="35921" y="38308"/>
                    </a:lnTo>
                    <a:lnTo>
                      <a:pt x="36078" y="37940"/>
                    </a:lnTo>
                    <a:lnTo>
                      <a:pt x="36222" y="37573"/>
                    </a:lnTo>
                    <a:lnTo>
                      <a:pt x="36354" y="37193"/>
                    </a:lnTo>
                    <a:lnTo>
                      <a:pt x="36485" y="36812"/>
                    </a:lnTo>
                    <a:lnTo>
                      <a:pt x="36590" y="36419"/>
                    </a:lnTo>
                    <a:lnTo>
                      <a:pt x="36708" y="36025"/>
                    </a:lnTo>
                    <a:lnTo>
                      <a:pt x="36800" y="35618"/>
                    </a:lnTo>
                    <a:lnTo>
                      <a:pt x="36891" y="35212"/>
                    </a:lnTo>
                    <a:lnTo>
                      <a:pt x="36970" y="34792"/>
                    </a:lnTo>
                    <a:lnTo>
                      <a:pt x="37036" y="34372"/>
                    </a:lnTo>
                    <a:lnTo>
                      <a:pt x="37088" y="33939"/>
                    </a:lnTo>
                    <a:lnTo>
                      <a:pt x="37128" y="33493"/>
                    </a:lnTo>
                    <a:lnTo>
                      <a:pt x="37167" y="33060"/>
                    </a:lnTo>
                    <a:lnTo>
                      <a:pt x="37062" y="33349"/>
                    </a:lnTo>
                    <a:lnTo>
                      <a:pt x="36931" y="33690"/>
                    </a:lnTo>
                    <a:lnTo>
                      <a:pt x="36747" y="34136"/>
                    </a:lnTo>
                    <a:lnTo>
                      <a:pt x="36852" y="33703"/>
                    </a:lnTo>
                    <a:lnTo>
                      <a:pt x="36957" y="33270"/>
                    </a:lnTo>
                    <a:lnTo>
                      <a:pt x="37049" y="32837"/>
                    </a:lnTo>
                    <a:lnTo>
                      <a:pt x="37128" y="32391"/>
                    </a:lnTo>
                    <a:lnTo>
                      <a:pt x="37193" y="31945"/>
                    </a:lnTo>
                    <a:lnTo>
                      <a:pt x="37259" y="31499"/>
                    </a:lnTo>
                    <a:lnTo>
                      <a:pt x="37298" y="31040"/>
                    </a:lnTo>
                    <a:lnTo>
                      <a:pt x="37337" y="30581"/>
                    </a:lnTo>
                    <a:lnTo>
                      <a:pt x="38020" y="20676"/>
                    </a:lnTo>
                    <a:lnTo>
                      <a:pt x="38046" y="20046"/>
                    </a:lnTo>
                    <a:lnTo>
                      <a:pt x="38059" y="19430"/>
                    </a:lnTo>
                    <a:lnTo>
                      <a:pt x="38059" y="18826"/>
                    </a:lnTo>
                    <a:lnTo>
                      <a:pt x="38033" y="18223"/>
                    </a:lnTo>
                    <a:lnTo>
                      <a:pt x="37980" y="17619"/>
                    </a:lnTo>
                    <a:lnTo>
                      <a:pt x="37928" y="17029"/>
                    </a:lnTo>
                    <a:lnTo>
                      <a:pt x="37849" y="16438"/>
                    </a:lnTo>
                    <a:lnTo>
                      <a:pt x="37744" y="15848"/>
                    </a:lnTo>
                    <a:lnTo>
                      <a:pt x="37639" y="15271"/>
                    </a:lnTo>
                    <a:lnTo>
                      <a:pt x="37508" y="14707"/>
                    </a:lnTo>
                    <a:lnTo>
                      <a:pt x="37351" y="14143"/>
                    </a:lnTo>
                    <a:lnTo>
                      <a:pt x="37193" y="13592"/>
                    </a:lnTo>
                    <a:lnTo>
                      <a:pt x="37009" y="13041"/>
                    </a:lnTo>
                    <a:lnTo>
                      <a:pt x="36813" y="12490"/>
                    </a:lnTo>
                    <a:lnTo>
                      <a:pt x="36603" y="11965"/>
                    </a:lnTo>
                    <a:lnTo>
                      <a:pt x="36380" y="11440"/>
                    </a:lnTo>
                    <a:lnTo>
                      <a:pt x="36131" y="10915"/>
                    </a:lnTo>
                    <a:lnTo>
                      <a:pt x="35881" y="10404"/>
                    </a:lnTo>
                    <a:lnTo>
                      <a:pt x="35606" y="9905"/>
                    </a:lnTo>
                    <a:lnTo>
                      <a:pt x="35330" y="9420"/>
                    </a:lnTo>
                    <a:lnTo>
                      <a:pt x="35029" y="8934"/>
                    </a:lnTo>
                    <a:lnTo>
                      <a:pt x="34714" y="8462"/>
                    </a:lnTo>
                    <a:lnTo>
                      <a:pt x="34399" y="8003"/>
                    </a:lnTo>
                    <a:lnTo>
                      <a:pt x="34058" y="7557"/>
                    </a:lnTo>
                    <a:lnTo>
                      <a:pt x="33704" y="7111"/>
                    </a:lnTo>
                    <a:lnTo>
                      <a:pt x="33349" y="6678"/>
                    </a:lnTo>
                    <a:lnTo>
                      <a:pt x="32969" y="6258"/>
                    </a:lnTo>
                    <a:lnTo>
                      <a:pt x="32588" y="5851"/>
                    </a:lnTo>
                    <a:lnTo>
                      <a:pt x="32195" y="5458"/>
                    </a:lnTo>
                    <a:lnTo>
                      <a:pt x="31788" y="5064"/>
                    </a:lnTo>
                    <a:lnTo>
                      <a:pt x="31368" y="4697"/>
                    </a:lnTo>
                    <a:lnTo>
                      <a:pt x="30935" y="4330"/>
                    </a:lnTo>
                    <a:lnTo>
                      <a:pt x="30502" y="3988"/>
                    </a:lnTo>
                    <a:lnTo>
                      <a:pt x="30056" y="3647"/>
                    </a:lnTo>
                    <a:lnTo>
                      <a:pt x="29597" y="3319"/>
                    </a:lnTo>
                    <a:lnTo>
                      <a:pt x="29138" y="3018"/>
                    </a:lnTo>
                    <a:lnTo>
                      <a:pt x="28653" y="2716"/>
                    </a:lnTo>
                    <a:lnTo>
                      <a:pt x="28180" y="2440"/>
                    </a:lnTo>
                    <a:lnTo>
                      <a:pt x="27682" y="2165"/>
                    </a:lnTo>
                    <a:lnTo>
                      <a:pt x="27183" y="1916"/>
                    </a:lnTo>
                    <a:lnTo>
                      <a:pt x="26685" y="1680"/>
                    </a:lnTo>
                    <a:lnTo>
                      <a:pt x="26160" y="1443"/>
                    </a:lnTo>
                    <a:lnTo>
                      <a:pt x="25648" y="1233"/>
                    </a:lnTo>
                    <a:lnTo>
                      <a:pt x="25111" y="1050"/>
                    </a:lnTo>
                    <a:lnTo>
                      <a:pt x="24586" y="866"/>
                    </a:lnTo>
                    <a:lnTo>
                      <a:pt x="24048" y="709"/>
                    </a:lnTo>
                    <a:lnTo>
                      <a:pt x="23497" y="551"/>
                    </a:lnTo>
                    <a:lnTo>
                      <a:pt x="22946" y="433"/>
                    </a:lnTo>
                    <a:lnTo>
                      <a:pt x="22395" y="315"/>
                    </a:lnTo>
                    <a:lnTo>
                      <a:pt x="21831" y="223"/>
                    </a:lnTo>
                    <a:lnTo>
                      <a:pt x="21267" y="145"/>
                    </a:lnTo>
                    <a:lnTo>
                      <a:pt x="20689" y="79"/>
                    </a:lnTo>
                    <a:lnTo>
                      <a:pt x="20125" y="27"/>
                    </a:lnTo>
                    <a:lnTo>
                      <a:pt x="1954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5" name="Google Shape;445;p16"/>
              <p:cNvSpPr/>
              <p:nvPr/>
            </p:nvSpPr>
            <p:spPr>
              <a:xfrm>
                <a:off x="2064354" y="2534129"/>
                <a:ext cx="246328" cy="126942"/>
              </a:xfrm>
              <a:custGeom>
                <a:rect b="b" l="l" r="r" t="t"/>
                <a:pathLst>
                  <a:path extrusionOk="0" h="7072" w="13723">
                    <a:moveTo>
                      <a:pt x="3346" y="1"/>
                    </a:moveTo>
                    <a:lnTo>
                      <a:pt x="3175" y="14"/>
                    </a:lnTo>
                    <a:lnTo>
                      <a:pt x="2991" y="40"/>
                    </a:lnTo>
                    <a:lnTo>
                      <a:pt x="2821" y="66"/>
                    </a:lnTo>
                    <a:lnTo>
                      <a:pt x="2650" y="106"/>
                    </a:lnTo>
                    <a:lnTo>
                      <a:pt x="2480" y="158"/>
                    </a:lnTo>
                    <a:lnTo>
                      <a:pt x="2322" y="211"/>
                    </a:lnTo>
                    <a:lnTo>
                      <a:pt x="2152" y="276"/>
                    </a:lnTo>
                    <a:lnTo>
                      <a:pt x="2007" y="342"/>
                    </a:lnTo>
                    <a:lnTo>
                      <a:pt x="1850" y="421"/>
                    </a:lnTo>
                    <a:lnTo>
                      <a:pt x="1706" y="512"/>
                    </a:lnTo>
                    <a:lnTo>
                      <a:pt x="1561" y="604"/>
                    </a:lnTo>
                    <a:lnTo>
                      <a:pt x="1417" y="696"/>
                    </a:lnTo>
                    <a:lnTo>
                      <a:pt x="1286" y="801"/>
                    </a:lnTo>
                    <a:lnTo>
                      <a:pt x="1155" y="919"/>
                    </a:lnTo>
                    <a:lnTo>
                      <a:pt x="1037" y="1037"/>
                    </a:lnTo>
                    <a:lnTo>
                      <a:pt x="919" y="1155"/>
                    </a:lnTo>
                    <a:lnTo>
                      <a:pt x="801" y="1286"/>
                    </a:lnTo>
                    <a:lnTo>
                      <a:pt x="696" y="1418"/>
                    </a:lnTo>
                    <a:lnTo>
                      <a:pt x="604" y="1562"/>
                    </a:lnTo>
                    <a:lnTo>
                      <a:pt x="512" y="1706"/>
                    </a:lnTo>
                    <a:lnTo>
                      <a:pt x="420" y="1851"/>
                    </a:lnTo>
                    <a:lnTo>
                      <a:pt x="341" y="1995"/>
                    </a:lnTo>
                    <a:lnTo>
                      <a:pt x="276" y="2152"/>
                    </a:lnTo>
                    <a:lnTo>
                      <a:pt x="210" y="2323"/>
                    </a:lnTo>
                    <a:lnTo>
                      <a:pt x="158" y="2480"/>
                    </a:lnTo>
                    <a:lnTo>
                      <a:pt x="105" y="2651"/>
                    </a:lnTo>
                    <a:lnTo>
                      <a:pt x="66" y="2821"/>
                    </a:lnTo>
                    <a:lnTo>
                      <a:pt x="40" y="2992"/>
                    </a:lnTo>
                    <a:lnTo>
                      <a:pt x="13" y="3176"/>
                    </a:lnTo>
                    <a:lnTo>
                      <a:pt x="0" y="3346"/>
                    </a:lnTo>
                    <a:lnTo>
                      <a:pt x="0" y="3530"/>
                    </a:lnTo>
                    <a:lnTo>
                      <a:pt x="0" y="3713"/>
                    </a:lnTo>
                    <a:lnTo>
                      <a:pt x="13" y="3897"/>
                    </a:lnTo>
                    <a:lnTo>
                      <a:pt x="40" y="4068"/>
                    </a:lnTo>
                    <a:lnTo>
                      <a:pt x="66" y="4251"/>
                    </a:lnTo>
                    <a:lnTo>
                      <a:pt x="105" y="4422"/>
                    </a:lnTo>
                    <a:lnTo>
                      <a:pt x="158" y="4579"/>
                    </a:lnTo>
                    <a:lnTo>
                      <a:pt x="210" y="4750"/>
                    </a:lnTo>
                    <a:lnTo>
                      <a:pt x="276" y="4907"/>
                    </a:lnTo>
                    <a:lnTo>
                      <a:pt x="341" y="5065"/>
                    </a:lnTo>
                    <a:lnTo>
                      <a:pt x="420" y="5222"/>
                    </a:lnTo>
                    <a:lnTo>
                      <a:pt x="512" y="5366"/>
                    </a:lnTo>
                    <a:lnTo>
                      <a:pt x="604" y="5511"/>
                    </a:lnTo>
                    <a:lnTo>
                      <a:pt x="696" y="5655"/>
                    </a:lnTo>
                    <a:lnTo>
                      <a:pt x="801" y="5786"/>
                    </a:lnTo>
                    <a:lnTo>
                      <a:pt x="919" y="5904"/>
                    </a:lnTo>
                    <a:lnTo>
                      <a:pt x="1037" y="6036"/>
                    </a:lnTo>
                    <a:lnTo>
                      <a:pt x="1155" y="6154"/>
                    </a:lnTo>
                    <a:lnTo>
                      <a:pt x="1286" y="6259"/>
                    </a:lnTo>
                    <a:lnTo>
                      <a:pt x="1417" y="6364"/>
                    </a:lnTo>
                    <a:lnTo>
                      <a:pt x="1561" y="6468"/>
                    </a:lnTo>
                    <a:lnTo>
                      <a:pt x="1706" y="6560"/>
                    </a:lnTo>
                    <a:lnTo>
                      <a:pt x="1850" y="6639"/>
                    </a:lnTo>
                    <a:lnTo>
                      <a:pt x="2007" y="6718"/>
                    </a:lnTo>
                    <a:lnTo>
                      <a:pt x="2152" y="6796"/>
                    </a:lnTo>
                    <a:lnTo>
                      <a:pt x="2322" y="6849"/>
                    </a:lnTo>
                    <a:lnTo>
                      <a:pt x="2480" y="6915"/>
                    </a:lnTo>
                    <a:lnTo>
                      <a:pt x="2650" y="6954"/>
                    </a:lnTo>
                    <a:lnTo>
                      <a:pt x="2821" y="6993"/>
                    </a:lnTo>
                    <a:lnTo>
                      <a:pt x="2991" y="7033"/>
                    </a:lnTo>
                    <a:lnTo>
                      <a:pt x="3175" y="7046"/>
                    </a:lnTo>
                    <a:lnTo>
                      <a:pt x="3346" y="7059"/>
                    </a:lnTo>
                    <a:lnTo>
                      <a:pt x="3529" y="7072"/>
                    </a:lnTo>
                    <a:lnTo>
                      <a:pt x="10194" y="7072"/>
                    </a:lnTo>
                    <a:lnTo>
                      <a:pt x="10364" y="7059"/>
                    </a:lnTo>
                    <a:lnTo>
                      <a:pt x="10548" y="7046"/>
                    </a:lnTo>
                    <a:lnTo>
                      <a:pt x="10732" y="7033"/>
                    </a:lnTo>
                    <a:lnTo>
                      <a:pt x="10902" y="6993"/>
                    </a:lnTo>
                    <a:lnTo>
                      <a:pt x="11073" y="6954"/>
                    </a:lnTo>
                    <a:lnTo>
                      <a:pt x="11243" y="6915"/>
                    </a:lnTo>
                    <a:lnTo>
                      <a:pt x="11401" y="6849"/>
                    </a:lnTo>
                    <a:lnTo>
                      <a:pt x="11558" y="6796"/>
                    </a:lnTo>
                    <a:lnTo>
                      <a:pt x="11716" y="6718"/>
                    </a:lnTo>
                    <a:lnTo>
                      <a:pt x="11873" y="6639"/>
                    </a:lnTo>
                    <a:lnTo>
                      <a:pt x="12017" y="6560"/>
                    </a:lnTo>
                    <a:lnTo>
                      <a:pt x="12162" y="6468"/>
                    </a:lnTo>
                    <a:lnTo>
                      <a:pt x="12306" y="6364"/>
                    </a:lnTo>
                    <a:lnTo>
                      <a:pt x="12437" y="6259"/>
                    </a:lnTo>
                    <a:lnTo>
                      <a:pt x="12568" y="6154"/>
                    </a:lnTo>
                    <a:lnTo>
                      <a:pt x="12686" y="6036"/>
                    </a:lnTo>
                    <a:lnTo>
                      <a:pt x="12804" y="5904"/>
                    </a:lnTo>
                    <a:lnTo>
                      <a:pt x="12909" y="5786"/>
                    </a:lnTo>
                    <a:lnTo>
                      <a:pt x="13014" y="5655"/>
                    </a:lnTo>
                    <a:lnTo>
                      <a:pt x="13119" y="5511"/>
                    </a:lnTo>
                    <a:lnTo>
                      <a:pt x="13211" y="5366"/>
                    </a:lnTo>
                    <a:lnTo>
                      <a:pt x="13290" y="5222"/>
                    </a:lnTo>
                    <a:lnTo>
                      <a:pt x="13369" y="5065"/>
                    </a:lnTo>
                    <a:lnTo>
                      <a:pt x="13447" y="4907"/>
                    </a:lnTo>
                    <a:lnTo>
                      <a:pt x="13513" y="4750"/>
                    </a:lnTo>
                    <a:lnTo>
                      <a:pt x="13565" y="4579"/>
                    </a:lnTo>
                    <a:lnTo>
                      <a:pt x="13618" y="4422"/>
                    </a:lnTo>
                    <a:lnTo>
                      <a:pt x="13657" y="4251"/>
                    </a:lnTo>
                    <a:lnTo>
                      <a:pt x="13683" y="4068"/>
                    </a:lnTo>
                    <a:lnTo>
                      <a:pt x="13710" y="3897"/>
                    </a:lnTo>
                    <a:lnTo>
                      <a:pt x="13723" y="3713"/>
                    </a:lnTo>
                    <a:lnTo>
                      <a:pt x="13723" y="3530"/>
                    </a:lnTo>
                    <a:lnTo>
                      <a:pt x="13723" y="3346"/>
                    </a:lnTo>
                    <a:lnTo>
                      <a:pt x="13710" y="3176"/>
                    </a:lnTo>
                    <a:lnTo>
                      <a:pt x="13683" y="2992"/>
                    </a:lnTo>
                    <a:lnTo>
                      <a:pt x="13657" y="2821"/>
                    </a:lnTo>
                    <a:lnTo>
                      <a:pt x="13618" y="2651"/>
                    </a:lnTo>
                    <a:lnTo>
                      <a:pt x="13565" y="2480"/>
                    </a:lnTo>
                    <a:lnTo>
                      <a:pt x="13513" y="2323"/>
                    </a:lnTo>
                    <a:lnTo>
                      <a:pt x="13447" y="2152"/>
                    </a:lnTo>
                    <a:lnTo>
                      <a:pt x="13369" y="1995"/>
                    </a:lnTo>
                    <a:lnTo>
                      <a:pt x="13290" y="1851"/>
                    </a:lnTo>
                    <a:lnTo>
                      <a:pt x="13211" y="1706"/>
                    </a:lnTo>
                    <a:lnTo>
                      <a:pt x="13119" y="1562"/>
                    </a:lnTo>
                    <a:lnTo>
                      <a:pt x="13014" y="1418"/>
                    </a:lnTo>
                    <a:lnTo>
                      <a:pt x="12909" y="1286"/>
                    </a:lnTo>
                    <a:lnTo>
                      <a:pt x="12804" y="1155"/>
                    </a:lnTo>
                    <a:lnTo>
                      <a:pt x="12686" y="1037"/>
                    </a:lnTo>
                    <a:lnTo>
                      <a:pt x="12568" y="919"/>
                    </a:lnTo>
                    <a:lnTo>
                      <a:pt x="12437" y="801"/>
                    </a:lnTo>
                    <a:lnTo>
                      <a:pt x="12306" y="696"/>
                    </a:lnTo>
                    <a:lnTo>
                      <a:pt x="12162" y="604"/>
                    </a:lnTo>
                    <a:lnTo>
                      <a:pt x="12017" y="512"/>
                    </a:lnTo>
                    <a:lnTo>
                      <a:pt x="11873" y="421"/>
                    </a:lnTo>
                    <a:lnTo>
                      <a:pt x="11716" y="342"/>
                    </a:lnTo>
                    <a:lnTo>
                      <a:pt x="11558" y="276"/>
                    </a:lnTo>
                    <a:lnTo>
                      <a:pt x="11401" y="211"/>
                    </a:lnTo>
                    <a:lnTo>
                      <a:pt x="11243" y="158"/>
                    </a:lnTo>
                    <a:lnTo>
                      <a:pt x="11073" y="106"/>
                    </a:lnTo>
                    <a:lnTo>
                      <a:pt x="10902" y="66"/>
                    </a:lnTo>
                    <a:lnTo>
                      <a:pt x="10732" y="40"/>
                    </a:lnTo>
                    <a:lnTo>
                      <a:pt x="10548" y="14"/>
                    </a:lnTo>
                    <a:lnTo>
                      <a:pt x="10364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6" name="Google Shape;446;p16"/>
              <p:cNvSpPr/>
              <p:nvPr/>
            </p:nvSpPr>
            <p:spPr>
              <a:xfrm>
                <a:off x="2165143" y="3497038"/>
                <a:ext cx="44749" cy="533869"/>
              </a:xfrm>
              <a:custGeom>
                <a:rect b="b" l="l" r="r" t="t"/>
                <a:pathLst>
                  <a:path extrusionOk="0" h="29742" w="2493">
                    <a:moveTo>
                      <a:pt x="0" y="0"/>
                    </a:moveTo>
                    <a:lnTo>
                      <a:pt x="0" y="29741"/>
                    </a:lnTo>
                    <a:lnTo>
                      <a:pt x="2493" y="29741"/>
                    </a:lnTo>
                    <a:lnTo>
                      <a:pt x="249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7" name="Google Shape;447;p16"/>
              <p:cNvSpPr/>
              <p:nvPr/>
            </p:nvSpPr>
            <p:spPr>
              <a:xfrm>
                <a:off x="2131469" y="2564033"/>
                <a:ext cx="112098" cy="955389"/>
              </a:xfrm>
              <a:custGeom>
                <a:rect b="b" l="l" r="r" t="t"/>
                <a:pathLst>
                  <a:path extrusionOk="0" h="53225" w="6245">
                    <a:moveTo>
                      <a:pt x="1023" y="1"/>
                    </a:moveTo>
                    <a:lnTo>
                      <a:pt x="905" y="14"/>
                    </a:lnTo>
                    <a:lnTo>
                      <a:pt x="800" y="53"/>
                    </a:lnTo>
                    <a:lnTo>
                      <a:pt x="696" y="80"/>
                    </a:lnTo>
                    <a:lnTo>
                      <a:pt x="604" y="132"/>
                    </a:lnTo>
                    <a:lnTo>
                      <a:pt x="499" y="185"/>
                    </a:lnTo>
                    <a:lnTo>
                      <a:pt x="420" y="250"/>
                    </a:lnTo>
                    <a:lnTo>
                      <a:pt x="341" y="329"/>
                    </a:lnTo>
                    <a:lnTo>
                      <a:pt x="263" y="408"/>
                    </a:lnTo>
                    <a:lnTo>
                      <a:pt x="197" y="499"/>
                    </a:lnTo>
                    <a:lnTo>
                      <a:pt x="145" y="591"/>
                    </a:lnTo>
                    <a:lnTo>
                      <a:pt x="92" y="696"/>
                    </a:lnTo>
                    <a:lnTo>
                      <a:pt x="53" y="801"/>
                    </a:lnTo>
                    <a:lnTo>
                      <a:pt x="26" y="906"/>
                    </a:lnTo>
                    <a:lnTo>
                      <a:pt x="13" y="1024"/>
                    </a:lnTo>
                    <a:lnTo>
                      <a:pt x="0" y="1129"/>
                    </a:lnTo>
                    <a:lnTo>
                      <a:pt x="0" y="50116"/>
                    </a:lnTo>
                    <a:lnTo>
                      <a:pt x="0" y="50273"/>
                    </a:lnTo>
                    <a:lnTo>
                      <a:pt x="13" y="50430"/>
                    </a:lnTo>
                    <a:lnTo>
                      <a:pt x="40" y="50588"/>
                    </a:lnTo>
                    <a:lnTo>
                      <a:pt x="66" y="50745"/>
                    </a:lnTo>
                    <a:lnTo>
                      <a:pt x="145" y="51034"/>
                    </a:lnTo>
                    <a:lnTo>
                      <a:pt x="249" y="51322"/>
                    </a:lnTo>
                    <a:lnTo>
                      <a:pt x="381" y="51598"/>
                    </a:lnTo>
                    <a:lnTo>
                      <a:pt x="538" y="51860"/>
                    </a:lnTo>
                    <a:lnTo>
                      <a:pt x="709" y="52097"/>
                    </a:lnTo>
                    <a:lnTo>
                      <a:pt x="919" y="52320"/>
                    </a:lnTo>
                    <a:lnTo>
                      <a:pt x="1142" y="52516"/>
                    </a:lnTo>
                    <a:lnTo>
                      <a:pt x="1378" y="52700"/>
                    </a:lnTo>
                    <a:lnTo>
                      <a:pt x="1640" y="52857"/>
                    </a:lnTo>
                    <a:lnTo>
                      <a:pt x="1902" y="52989"/>
                    </a:lnTo>
                    <a:lnTo>
                      <a:pt x="2191" y="53094"/>
                    </a:lnTo>
                    <a:lnTo>
                      <a:pt x="2493" y="53172"/>
                    </a:lnTo>
                    <a:lnTo>
                      <a:pt x="2650" y="53199"/>
                    </a:lnTo>
                    <a:lnTo>
                      <a:pt x="2808" y="53212"/>
                    </a:lnTo>
                    <a:lnTo>
                      <a:pt x="2965" y="53225"/>
                    </a:lnTo>
                    <a:lnTo>
                      <a:pt x="3280" y="53225"/>
                    </a:lnTo>
                    <a:lnTo>
                      <a:pt x="3437" y="53212"/>
                    </a:lnTo>
                    <a:lnTo>
                      <a:pt x="3595" y="53199"/>
                    </a:lnTo>
                    <a:lnTo>
                      <a:pt x="3752" y="53172"/>
                    </a:lnTo>
                    <a:lnTo>
                      <a:pt x="4054" y="53094"/>
                    </a:lnTo>
                    <a:lnTo>
                      <a:pt x="4329" y="52989"/>
                    </a:lnTo>
                    <a:lnTo>
                      <a:pt x="4605" y="52857"/>
                    </a:lnTo>
                    <a:lnTo>
                      <a:pt x="4867" y="52700"/>
                    </a:lnTo>
                    <a:lnTo>
                      <a:pt x="5103" y="52516"/>
                    </a:lnTo>
                    <a:lnTo>
                      <a:pt x="5326" y="52320"/>
                    </a:lnTo>
                    <a:lnTo>
                      <a:pt x="5523" y="52097"/>
                    </a:lnTo>
                    <a:lnTo>
                      <a:pt x="5707" y="51860"/>
                    </a:lnTo>
                    <a:lnTo>
                      <a:pt x="5864" y="51598"/>
                    </a:lnTo>
                    <a:lnTo>
                      <a:pt x="5996" y="51322"/>
                    </a:lnTo>
                    <a:lnTo>
                      <a:pt x="6101" y="51034"/>
                    </a:lnTo>
                    <a:lnTo>
                      <a:pt x="6179" y="50745"/>
                    </a:lnTo>
                    <a:lnTo>
                      <a:pt x="6205" y="50588"/>
                    </a:lnTo>
                    <a:lnTo>
                      <a:pt x="6219" y="50430"/>
                    </a:lnTo>
                    <a:lnTo>
                      <a:pt x="6232" y="50273"/>
                    </a:lnTo>
                    <a:lnTo>
                      <a:pt x="6245" y="50116"/>
                    </a:lnTo>
                    <a:lnTo>
                      <a:pt x="6245" y="1129"/>
                    </a:lnTo>
                    <a:lnTo>
                      <a:pt x="6232" y="1024"/>
                    </a:lnTo>
                    <a:lnTo>
                      <a:pt x="6219" y="906"/>
                    </a:lnTo>
                    <a:lnTo>
                      <a:pt x="6192" y="801"/>
                    </a:lnTo>
                    <a:lnTo>
                      <a:pt x="6153" y="696"/>
                    </a:lnTo>
                    <a:lnTo>
                      <a:pt x="6101" y="591"/>
                    </a:lnTo>
                    <a:lnTo>
                      <a:pt x="6048" y="499"/>
                    </a:lnTo>
                    <a:lnTo>
                      <a:pt x="5982" y="408"/>
                    </a:lnTo>
                    <a:lnTo>
                      <a:pt x="5904" y="329"/>
                    </a:lnTo>
                    <a:lnTo>
                      <a:pt x="5825" y="250"/>
                    </a:lnTo>
                    <a:lnTo>
                      <a:pt x="5733" y="185"/>
                    </a:lnTo>
                    <a:lnTo>
                      <a:pt x="5641" y="132"/>
                    </a:lnTo>
                    <a:lnTo>
                      <a:pt x="5550" y="80"/>
                    </a:lnTo>
                    <a:lnTo>
                      <a:pt x="5445" y="53"/>
                    </a:lnTo>
                    <a:lnTo>
                      <a:pt x="5326" y="14"/>
                    </a:lnTo>
                    <a:lnTo>
                      <a:pt x="5222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" name="Google Shape;448;p16"/>
              <p:cNvSpPr/>
              <p:nvPr/>
            </p:nvSpPr>
            <p:spPr>
              <a:xfrm>
                <a:off x="1780583" y="3354102"/>
                <a:ext cx="813871" cy="74654"/>
              </a:xfrm>
              <a:custGeom>
                <a:rect b="b" l="l" r="r" t="t"/>
                <a:pathLst>
                  <a:path extrusionOk="0" h="4159" w="45341">
                    <a:moveTo>
                      <a:pt x="1" y="0"/>
                    </a:moveTo>
                    <a:lnTo>
                      <a:pt x="14" y="210"/>
                    </a:lnTo>
                    <a:lnTo>
                      <a:pt x="27" y="420"/>
                    </a:lnTo>
                    <a:lnTo>
                      <a:pt x="53" y="630"/>
                    </a:lnTo>
                    <a:lnTo>
                      <a:pt x="93" y="840"/>
                    </a:lnTo>
                    <a:lnTo>
                      <a:pt x="132" y="1037"/>
                    </a:lnTo>
                    <a:lnTo>
                      <a:pt x="185" y="1233"/>
                    </a:lnTo>
                    <a:lnTo>
                      <a:pt x="250" y="1430"/>
                    </a:lnTo>
                    <a:lnTo>
                      <a:pt x="329" y="1614"/>
                    </a:lnTo>
                    <a:lnTo>
                      <a:pt x="421" y="1798"/>
                    </a:lnTo>
                    <a:lnTo>
                      <a:pt x="513" y="1981"/>
                    </a:lnTo>
                    <a:lnTo>
                      <a:pt x="604" y="2152"/>
                    </a:lnTo>
                    <a:lnTo>
                      <a:pt x="709" y="2322"/>
                    </a:lnTo>
                    <a:lnTo>
                      <a:pt x="827" y="2480"/>
                    </a:lnTo>
                    <a:lnTo>
                      <a:pt x="959" y="2637"/>
                    </a:lnTo>
                    <a:lnTo>
                      <a:pt x="1090" y="2795"/>
                    </a:lnTo>
                    <a:lnTo>
                      <a:pt x="1221" y="2939"/>
                    </a:lnTo>
                    <a:lnTo>
                      <a:pt x="1365" y="3070"/>
                    </a:lnTo>
                    <a:lnTo>
                      <a:pt x="1523" y="3201"/>
                    </a:lnTo>
                    <a:lnTo>
                      <a:pt x="1680" y="3332"/>
                    </a:lnTo>
                    <a:lnTo>
                      <a:pt x="1838" y="3450"/>
                    </a:lnTo>
                    <a:lnTo>
                      <a:pt x="2008" y="3555"/>
                    </a:lnTo>
                    <a:lnTo>
                      <a:pt x="2179" y="3647"/>
                    </a:lnTo>
                    <a:lnTo>
                      <a:pt x="2362" y="3739"/>
                    </a:lnTo>
                    <a:lnTo>
                      <a:pt x="2546" y="3831"/>
                    </a:lnTo>
                    <a:lnTo>
                      <a:pt x="2730" y="3897"/>
                    </a:lnTo>
                    <a:lnTo>
                      <a:pt x="2926" y="3962"/>
                    </a:lnTo>
                    <a:lnTo>
                      <a:pt x="3123" y="4028"/>
                    </a:lnTo>
                    <a:lnTo>
                      <a:pt x="3320" y="4067"/>
                    </a:lnTo>
                    <a:lnTo>
                      <a:pt x="3530" y="4106"/>
                    </a:lnTo>
                    <a:lnTo>
                      <a:pt x="3740" y="4133"/>
                    </a:lnTo>
                    <a:lnTo>
                      <a:pt x="3950" y="4146"/>
                    </a:lnTo>
                    <a:lnTo>
                      <a:pt x="4160" y="4159"/>
                    </a:lnTo>
                    <a:lnTo>
                      <a:pt x="41181" y="4159"/>
                    </a:lnTo>
                    <a:lnTo>
                      <a:pt x="41391" y="4146"/>
                    </a:lnTo>
                    <a:lnTo>
                      <a:pt x="41601" y="4133"/>
                    </a:lnTo>
                    <a:lnTo>
                      <a:pt x="41811" y="4106"/>
                    </a:lnTo>
                    <a:lnTo>
                      <a:pt x="42021" y="4067"/>
                    </a:lnTo>
                    <a:lnTo>
                      <a:pt x="42218" y="4028"/>
                    </a:lnTo>
                    <a:lnTo>
                      <a:pt x="42415" y="3962"/>
                    </a:lnTo>
                    <a:lnTo>
                      <a:pt x="42611" y="3897"/>
                    </a:lnTo>
                    <a:lnTo>
                      <a:pt x="42795" y="3831"/>
                    </a:lnTo>
                    <a:lnTo>
                      <a:pt x="42979" y="3739"/>
                    </a:lnTo>
                    <a:lnTo>
                      <a:pt x="43162" y="3647"/>
                    </a:lnTo>
                    <a:lnTo>
                      <a:pt x="43333" y="3555"/>
                    </a:lnTo>
                    <a:lnTo>
                      <a:pt x="43503" y="3450"/>
                    </a:lnTo>
                    <a:lnTo>
                      <a:pt x="43661" y="3332"/>
                    </a:lnTo>
                    <a:lnTo>
                      <a:pt x="43818" y="3201"/>
                    </a:lnTo>
                    <a:lnTo>
                      <a:pt x="43976" y="3070"/>
                    </a:lnTo>
                    <a:lnTo>
                      <a:pt x="44120" y="2939"/>
                    </a:lnTo>
                    <a:lnTo>
                      <a:pt x="44251" y="2795"/>
                    </a:lnTo>
                    <a:lnTo>
                      <a:pt x="44382" y="2637"/>
                    </a:lnTo>
                    <a:lnTo>
                      <a:pt x="44514" y="2480"/>
                    </a:lnTo>
                    <a:lnTo>
                      <a:pt x="44632" y="2322"/>
                    </a:lnTo>
                    <a:lnTo>
                      <a:pt x="44737" y="2152"/>
                    </a:lnTo>
                    <a:lnTo>
                      <a:pt x="44828" y="1981"/>
                    </a:lnTo>
                    <a:lnTo>
                      <a:pt x="44920" y="1798"/>
                    </a:lnTo>
                    <a:lnTo>
                      <a:pt x="45012" y="1614"/>
                    </a:lnTo>
                    <a:lnTo>
                      <a:pt x="45078" y="1430"/>
                    </a:lnTo>
                    <a:lnTo>
                      <a:pt x="45143" y="1233"/>
                    </a:lnTo>
                    <a:lnTo>
                      <a:pt x="45209" y="1037"/>
                    </a:lnTo>
                    <a:lnTo>
                      <a:pt x="45248" y="840"/>
                    </a:lnTo>
                    <a:lnTo>
                      <a:pt x="45288" y="630"/>
                    </a:lnTo>
                    <a:lnTo>
                      <a:pt x="45314" y="420"/>
                    </a:lnTo>
                    <a:lnTo>
                      <a:pt x="45327" y="210"/>
                    </a:lnTo>
                    <a:lnTo>
                      <a:pt x="4534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9" name="Google Shape;449;p16"/>
              <p:cNvSpPr/>
              <p:nvPr/>
            </p:nvSpPr>
            <p:spPr>
              <a:xfrm>
                <a:off x="1847931" y="4030889"/>
                <a:ext cx="89517" cy="89732"/>
              </a:xfrm>
              <a:custGeom>
                <a:rect b="b" l="l" r="r" t="t"/>
                <a:pathLst>
                  <a:path extrusionOk="0" h="4999" w="4987">
                    <a:moveTo>
                      <a:pt x="2494" y="0"/>
                    </a:moveTo>
                    <a:lnTo>
                      <a:pt x="2231" y="13"/>
                    </a:lnTo>
                    <a:lnTo>
                      <a:pt x="1982" y="53"/>
                    </a:lnTo>
                    <a:lnTo>
                      <a:pt x="1746" y="118"/>
                    </a:lnTo>
                    <a:lnTo>
                      <a:pt x="1523" y="197"/>
                    </a:lnTo>
                    <a:lnTo>
                      <a:pt x="1300" y="302"/>
                    </a:lnTo>
                    <a:lnTo>
                      <a:pt x="1090" y="433"/>
                    </a:lnTo>
                    <a:lnTo>
                      <a:pt x="906" y="577"/>
                    </a:lnTo>
                    <a:lnTo>
                      <a:pt x="723" y="735"/>
                    </a:lnTo>
                    <a:lnTo>
                      <a:pt x="565" y="905"/>
                    </a:lnTo>
                    <a:lnTo>
                      <a:pt x="421" y="1102"/>
                    </a:lnTo>
                    <a:lnTo>
                      <a:pt x="303" y="1312"/>
                    </a:lnTo>
                    <a:lnTo>
                      <a:pt x="185" y="1522"/>
                    </a:lnTo>
                    <a:lnTo>
                      <a:pt x="106" y="1758"/>
                    </a:lnTo>
                    <a:lnTo>
                      <a:pt x="40" y="1994"/>
                    </a:lnTo>
                    <a:lnTo>
                      <a:pt x="14" y="2244"/>
                    </a:lnTo>
                    <a:lnTo>
                      <a:pt x="1" y="2493"/>
                    </a:lnTo>
                    <a:lnTo>
                      <a:pt x="14" y="2755"/>
                    </a:lnTo>
                    <a:lnTo>
                      <a:pt x="40" y="3004"/>
                    </a:lnTo>
                    <a:lnTo>
                      <a:pt x="106" y="3241"/>
                    </a:lnTo>
                    <a:lnTo>
                      <a:pt x="185" y="3477"/>
                    </a:lnTo>
                    <a:lnTo>
                      <a:pt x="303" y="3687"/>
                    </a:lnTo>
                    <a:lnTo>
                      <a:pt x="421" y="3897"/>
                    </a:lnTo>
                    <a:lnTo>
                      <a:pt x="565" y="4080"/>
                    </a:lnTo>
                    <a:lnTo>
                      <a:pt x="723" y="4264"/>
                    </a:lnTo>
                    <a:lnTo>
                      <a:pt x="906" y="4421"/>
                    </a:lnTo>
                    <a:lnTo>
                      <a:pt x="1090" y="4566"/>
                    </a:lnTo>
                    <a:lnTo>
                      <a:pt x="1300" y="4697"/>
                    </a:lnTo>
                    <a:lnTo>
                      <a:pt x="1523" y="4802"/>
                    </a:lnTo>
                    <a:lnTo>
                      <a:pt x="1746" y="4881"/>
                    </a:lnTo>
                    <a:lnTo>
                      <a:pt x="1982" y="4946"/>
                    </a:lnTo>
                    <a:lnTo>
                      <a:pt x="2231" y="4985"/>
                    </a:lnTo>
                    <a:lnTo>
                      <a:pt x="2494" y="4999"/>
                    </a:lnTo>
                    <a:lnTo>
                      <a:pt x="2743" y="4985"/>
                    </a:lnTo>
                    <a:lnTo>
                      <a:pt x="2992" y="4946"/>
                    </a:lnTo>
                    <a:lnTo>
                      <a:pt x="3228" y="4881"/>
                    </a:lnTo>
                    <a:lnTo>
                      <a:pt x="3464" y="4802"/>
                    </a:lnTo>
                    <a:lnTo>
                      <a:pt x="3674" y="4697"/>
                    </a:lnTo>
                    <a:lnTo>
                      <a:pt x="3884" y="4566"/>
                    </a:lnTo>
                    <a:lnTo>
                      <a:pt x="4081" y="4421"/>
                    </a:lnTo>
                    <a:lnTo>
                      <a:pt x="4252" y="4264"/>
                    </a:lnTo>
                    <a:lnTo>
                      <a:pt x="4422" y="4080"/>
                    </a:lnTo>
                    <a:lnTo>
                      <a:pt x="4553" y="3897"/>
                    </a:lnTo>
                    <a:lnTo>
                      <a:pt x="4684" y="3687"/>
                    </a:lnTo>
                    <a:lnTo>
                      <a:pt x="4789" y="3477"/>
                    </a:lnTo>
                    <a:lnTo>
                      <a:pt x="4868" y="3241"/>
                    </a:lnTo>
                    <a:lnTo>
                      <a:pt x="4934" y="3004"/>
                    </a:lnTo>
                    <a:lnTo>
                      <a:pt x="4973" y="2755"/>
                    </a:lnTo>
                    <a:lnTo>
                      <a:pt x="4986" y="2493"/>
                    </a:lnTo>
                    <a:lnTo>
                      <a:pt x="4973" y="2244"/>
                    </a:lnTo>
                    <a:lnTo>
                      <a:pt x="4934" y="1994"/>
                    </a:lnTo>
                    <a:lnTo>
                      <a:pt x="4868" y="1758"/>
                    </a:lnTo>
                    <a:lnTo>
                      <a:pt x="4789" y="1522"/>
                    </a:lnTo>
                    <a:lnTo>
                      <a:pt x="4684" y="1312"/>
                    </a:lnTo>
                    <a:lnTo>
                      <a:pt x="4553" y="1102"/>
                    </a:lnTo>
                    <a:lnTo>
                      <a:pt x="4422" y="905"/>
                    </a:lnTo>
                    <a:lnTo>
                      <a:pt x="4252" y="735"/>
                    </a:lnTo>
                    <a:lnTo>
                      <a:pt x="4081" y="577"/>
                    </a:lnTo>
                    <a:lnTo>
                      <a:pt x="3884" y="433"/>
                    </a:lnTo>
                    <a:lnTo>
                      <a:pt x="3674" y="302"/>
                    </a:lnTo>
                    <a:lnTo>
                      <a:pt x="3464" y="197"/>
                    </a:lnTo>
                    <a:lnTo>
                      <a:pt x="3228" y="118"/>
                    </a:lnTo>
                    <a:lnTo>
                      <a:pt x="2992" y="53"/>
                    </a:lnTo>
                    <a:lnTo>
                      <a:pt x="2743" y="13"/>
                    </a:lnTo>
                    <a:lnTo>
                      <a:pt x="249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0" name="Google Shape;450;p16"/>
              <p:cNvSpPr/>
              <p:nvPr/>
            </p:nvSpPr>
            <p:spPr>
              <a:xfrm>
                <a:off x="1870315" y="4053255"/>
                <a:ext cx="44749" cy="45001"/>
              </a:xfrm>
              <a:custGeom>
                <a:rect b="b" l="l" r="r" t="t"/>
                <a:pathLst>
                  <a:path extrusionOk="0" h="2507" w="2493">
                    <a:moveTo>
                      <a:pt x="1247" y="1"/>
                    </a:moveTo>
                    <a:lnTo>
                      <a:pt x="1115" y="14"/>
                    </a:lnTo>
                    <a:lnTo>
                      <a:pt x="997" y="27"/>
                    </a:lnTo>
                    <a:lnTo>
                      <a:pt x="866" y="66"/>
                    </a:lnTo>
                    <a:lnTo>
                      <a:pt x="761" y="106"/>
                    </a:lnTo>
                    <a:lnTo>
                      <a:pt x="643" y="158"/>
                    </a:lnTo>
                    <a:lnTo>
                      <a:pt x="551" y="224"/>
                    </a:lnTo>
                    <a:lnTo>
                      <a:pt x="446" y="289"/>
                    </a:lnTo>
                    <a:lnTo>
                      <a:pt x="368" y="368"/>
                    </a:lnTo>
                    <a:lnTo>
                      <a:pt x="276" y="460"/>
                    </a:lnTo>
                    <a:lnTo>
                      <a:pt x="210" y="552"/>
                    </a:lnTo>
                    <a:lnTo>
                      <a:pt x="145" y="656"/>
                    </a:lnTo>
                    <a:lnTo>
                      <a:pt x="92" y="761"/>
                    </a:lnTo>
                    <a:lnTo>
                      <a:pt x="53" y="880"/>
                    </a:lnTo>
                    <a:lnTo>
                      <a:pt x="27" y="998"/>
                    </a:lnTo>
                    <a:lnTo>
                      <a:pt x="0" y="1129"/>
                    </a:lnTo>
                    <a:lnTo>
                      <a:pt x="0" y="1247"/>
                    </a:lnTo>
                    <a:lnTo>
                      <a:pt x="0" y="1378"/>
                    </a:lnTo>
                    <a:lnTo>
                      <a:pt x="27" y="1509"/>
                    </a:lnTo>
                    <a:lnTo>
                      <a:pt x="53" y="1627"/>
                    </a:lnTo>
                    <a:lnTo>
                      <a:pt x="92" y="1732"/>
                    </a:lnTo>
                    <a:lnTo>
                      <a:pt x="145" y="1850"/>
                    </a:lnTo>
                    <a:lnTo>
                      <a:pt x="210" y="1955"/>
                    </a:lnTo>
                    <a:lnTo>
                      <a:pt x="276" y="2047"/>
                    </a:lnTo>
                    <a:lnTo>
                      <a:pt x="368" y="2139"/>
                    </a:lnTo>
                    <a:lnTo>
                      <a:pt x="446" y="2218"/>
                    </a:lnTo>
                    <a:lnTo>
                      <a:pt x="551" y="2283"/>
                    </a:lnTo>
                    <a:lnTo>
                      <a:pt x="643" y="2349"/>
                    </a:lnTo>
                    <a:lnTo>
                      <a:pt x="761" y="2401"/>
                    </a:lnTo>
                    <a:lnTo>
                      <a:pt x="866" y="2441"/>
                    </a:lnTo>
                    <a:lnTo>
                      <a:pt x="997" y="2480"/>
                    </a:lnTo>
                    <a:lnTo>
                      <a:pt x="1115" y="2493"/>
                    </a:lnTo>
                    <a:lnTo>
                      <a:pt x="1247" y="2506"/>
                    </a:lnTo>
                    <a:lnTo>
                      <a:pt x="1365" y="2493"/>
                    </a:lnTo>
                    <a:lnTo>
                      <a:pt x="1496" y="2480"/>
                    </a:lnTo>
                    <a:lnTo>
                      <a:pt x="1614" y="2441"/>
                    </a:lnTo>
                    <a:lnTo>
                      <a:pt x="1732" y="2401"/>
                    </a:lnTo>
                    <a:lnTo>
                      <a:pt x="1837" y="2349"/>
                    </a:lnTo>
                    <a:lnTo>
                      <a:pt x="1942" y="2283"/>
                    </a:lnTo>
                    <a:lnTo>
                      <a:pt x="2034" y="2218"/>
                    </a:lnTo>
                    <a:lnTo>
                      <a:pt x="2126" y="2139"/>
                    </a:lnTo>
                    <a:lnTo>
                      <a:pt x="2204" y="2047"/>
                    </a:lnTo>
                    <a:lnTo>
                      <a:pt x="2283" y="1955"/>
                    </a:lnTo>
                    <a:lnTo>
                      <a:pt x="2335" y="1850"/>
                    </a:lnTo>
                    <a:lnTo>
                      <a:pt x="2388" y="1732"/>
                    </a:lnTo>
                    <a:lnTo>
                      <a:pt x="2440" y="1627"/>
                    </a:lnTo>
                    <a:lnTo>
                      <a:pt x="2467" y="1509"/>
                    </a:lnTo>
                    <a:lnTo>
                      <a:pt x="2480" y="1378"/>
                    </a:lnTo>
                    <a:lnTo>
                      <a:pt x="2493" y="1247"/>
                    </a:lnTo>
                    <a:lnTo>
                      <a:pt x="2480" y="1129"/>
                    </a:lnTo>
                    <a:lnTo>
                      <a:pt x="2467" y="998"/>
                    </a:lnTo>
                    <a:lnTo>
                      <a:pt x="2440" y="880"/>
                    </a:lnTo>
                    <a:lnTo>
                      <a:pt x="2388" y="761"/>
                    </a:lnTo>
                    <a:lnTo>
                      <a:pt x="2335" y="656"/>
                    </a:lnTo>
                    <a:lnTo>
                      <a:pt x="2283" y="552"/>
                    </a:lnTo>
                    <a:lnTo>
                      <a:pt x="2204" y="460"/>
                    </a:lnTo>
                    <a:lnTo>
                      <a:pt x="2126" y="368"/>
                    </a:lnTo>
                    <a:lnTo>
                      <a:pt x="2034" y="289"/>
                    </a:lnTo>
                    <a:lnTo>
                      <a:pt x="1942" y="224"/>
                    </a:lnTo>
                    <a:lnTo>
                      <a:pt x="1837" y="158"/>
                    </a:lnTo>
                    <a:lnTo>
                      <a:pt x="1732" y="106"/>
                    </a:lnTo>
                    <a:lnTo>
                      <a:pt x="1614" y="66"/>
                    </a:lnTo>
                    <a:lnTo>
                      <a:pt x="1496" y="27"/>
                    </a:lnTo>
                    <a:lnTo>
                      <a:pt x="1365" y="14"/>
                    </a:lnTo>
                    <a:lnTo>
                      <a:pt x="12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1" name="Google Shape;451;p16"/>
              <p:cNvSpPr/>
              <p:nvPr/>
            </p:nvSpPr>
            <p:spPr>
              <a:xfrm>
                <a:off x="1855237" y="3966359"/>
                <a:ext cx="313694" cy="64548"/>
              </a:xfrm>
              <a:custGeom>
                <a:rect b="b" l="l" r="r" t="t"/>
                <a:pathLst>
                  <a:path extrusionOk="0" h="3596" w="17476">
                    <a:moveTo>
                      <a:pt x="17475" y="1"/>
                    </a:moveTo>
                    <a:lnTo>
                      <a:pt x="512" y="2415"/>
                    </a:lnTo>
                    <a:lnTo>
                      <a:pt x="407" y="2441"/>
                    </a:lnTo>
                    <a:lnTo>
                      <a:pt x="316" y="2480"/>
                    </a:lnTo>
                    <a:lnTo>
                      <a:pt x="224" y="2546"/>
                    </a:lnTo>
                    <a:lnTo>
                      <a:pt x="145" y="2611"/>
                    </a:lnTo>
                    <a:lnTo>
                      <a:pt x="92" y="2703"/>
                    </a:lnTo>
                    <a:lnTo>
                      <a:pt x="40" y="2795"/>
                    </a:lnTo>
                    <a:lnTo>
                      <a:pt x="14" y="2900"/>
                    </a:lnTo>
                    <a:lnTo>
                      <a:pt x="1" y="3005"/>
                    </a:lnTo>
                    <a:lnTo>
                      <a:pt x="14" y="3123"/>
                    </a:lnTo>
                    <a:lnTo>
                      <a:pt x="53" y="3241"/>
                    </a:lnTo>
                    <a:lnTo>
                      <a:pt x="106" y="3333"/>
                    </a:lnTo>
                    <a:lnTo>
                      <a:pt x="184" y="3425"/>
                    </a:lnTo>
                    <a:lnTo>
                      <a:pt x="263" y="3503"/>
                    </a:lnTo>
                    <a:lnTo>
                      <a:pt x="368" y="3556"/>
                    </a:lnTo>
                    <a:lnTo>
                      <a:pt x="473" y="3582"/>
                    </a:lnTo>
                    <a:lnTo>
                      <a:pt x="604" y="3595"/>
                    </a:lnTo>
                    <a:lnTo>
                      <a:pt x="17475" y="3595"/>
                    </a:lnTo>
                    <a:lnTo>
                      <a:pt x="1747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2" name="Google Shape;452;p16"/>
              <p:cNvSpPr/>
              <p:nvPr/>
            </p:nvSpPr>
            <p:spPr>
              <a:xfrm>
                <a:off x="2437589" y="4030889"/>
                <a:ext cx="89517" cy="89732"/>
              </a:xfrm>
              <a:custGeom>
                <a:rect b="b" l="l" r="r" t="t"/>
                <a:pathLst>
                  <a:path extrusionOk="0" h="4999" w="4987">
                    <a:moveTo>
                      <a:pt x="2493" y="0"/>
                    </a:moveTo>
                    <a:lnTo>
                      <a:pt x="2244" y="13"/>
                    </a:lnTo>
                    <a:lnTo>
                      <a:pt x="1995" y="53"/>
                    </a:lnTo>
                    <a:lnTo>
                      <a:pt x="1759" y="118"/>
                    </a:lnTo>
                    <a:lnTo>
                      <a:pt x="1523" y="197"/>
                    </a:lnTo>
                    <a:lnTo>
                      <a:pt x="1300" y="302"/>
                    </a:lnTo>
                    <a:lnTo>
                      <a:pt x="1103" y="433"/>
                    </a:lnTo>
                    <a:lnTo>
                      <a:pt x="906" y="577"/>
                    </a:lnTo>
                    <a:lnTo>
                      <a:pt x="736" y="735"/>
                    </a:lnTo>
                    <a:lnTo>
                      <a:pt x="565" y="905"/>
                    </a:lnTo>
                    <a:lnTo>
                      <a:pt x="421" y="1102"/>
                    </a:lnTo>
                    <a:lnTo>
                      <a:pt x="303" y="1312"/>
                    </a:lnTo>
                    <a:lnTo>
                      <a:pt x="198" y="1522"/>
                    </a:lnTo>
                    <a:lnTo>
                      <a:pt x="106" y="1758"/>
                    </a:lnTo>
                    <a:lnTo>
                      <a:pt x="53" y="1994"/>
                    </a:lnTo>
                    <a:lnTo>
                      <a:pt x="14" y="2244"/>
                    </a:lnTo>
                    <a:lnTo>
                      <a:pt x="1" y="2493"/>
                    </a:lnTo>
                    <a:lnTo>
                      <a:pt x="14" y="2755"/>
                    </a:lnTo>
                    <a:lnTo>
                      <a:pt x="53" y="3004"/>
                    </a:lnTo>
                    <a:lnTo>
                      <a:pt x="106" y="3241"/>
                    </a:lnTo>
                    <a:lnTo>
                      <a:pt x="198" y="3477"/>
                    </a:lnTo>
                    <a:lnTo>
                      <a:pt x="303" y="3687"/>
                    </a:lnTo>
                    <a:lnTo>
                      <a:pt x="421" y="3897"/>
                    </a:lnTo>
                    <a:lnTo>
                      <a:pt x="565" y="4080"/>
                    </a:lnTo>
                    <a:lnTo>
                      <a:pt x="736" y="4264"/>
                    </a:lnTo>
                    <a:lnTo>
                      <a:pt x="906" y="4421"/>
                    </a:lnTo>
                    <a:lnTo>
                      <a:pt x="1103" y="4566"/>
                    </a:lnTo>
                    <a:lnTo>
                      <a:pt x="1300" y="4697"/>
                    </a:lnTo>
                    <a:lnTo>
                      <a:pt x="1523" y="4802"/>
                    </a:lnTo>
                    <a:lnTo>
                      <a:pt x="1759" y="4881"/>
                    </a:lnTo>
                    <a:lnTo>
                      <a:pt x="1995" y="4946"/>
                    </a:lnTo>
                    <a:lnTo>
                      <a:pt x="2244" y="4985"/>
                    </a:lnTo>
                    <a:lnTo>
                      <a:pt x="2493" y="4999"/>
                    </a:lnTo>
                    <a:lnTo>
                      <a:pt x="2756" y="4985"/>
                    </a:lnTo>
                    <a:lnTo>
                      <a:pt x="2992" y="4946"/>
                    </a:lnTo>
                    <a:lnTo>
                      <a:pt x="3241" y="4881"/>
                    </a:lnTo>
                    <a:lnTo>
                      <a:pt x="3464" y="4802"/>
                    </a:lnTo>
                    <a:lnTo>
                      <a:pt x="3687" y="4697"/>
                    </a:lnTo>
                    <a:lnTo>
                      <a:pt x="3884" y="4566"/>
                    </a:lnTo>
                    <a:lnTo>
                      <a:pt x="4081" y="4421"/>
                    </a:lnTo>
                    <a:lnTo>
                      <a:pt x="4265" y="4264"/>
                    </a:lnTo>
                    <a:lnTo>
                      <a:pt x="4422" y="4080"/>
                    </a:lnTo>
                    <a:lnTo>
                      <a:pt x="4566" y="3897"/>
                    </a:lnTo>
                    <a:lnTo>
                      <a:pt x="4684" y="3687"/>
                    </a:lnTo>
                    <a:lnTo>
                      <a:pt x="4789" y="3477"/>
                    </a:lnTo>
                    <a:lnTo>
                      <a:pt x="4881" y="3241"/>
                    </a:lnTo>
                    <a:lnTo>
                      <a:pt x="4934" y="3004"/>
                    </a:lnTo>
                    <a:lnTo>
                      <a:pt x="4973" y="2755"/>
                    </a:lnTo>
                    <a:lnTo>
                      <a:pt x="4986" y="2493"/>
                    </a:lnTo>
                    <a:lnTo>
                      <a:pt x="4973" y="2244"/>
                    </a:lnTo>
                    <a:lnTo>
                      <a:pt x="4934" y="1994"/>
                    </a:lnTo>
                    <a:lnTo>
                      <a:pt x="4881" y="1758"/>
                    </a:lnTo>
                    <a:lnTo>
                      <a:pt x="4789" y="1522"/>
                    </a:lnTo>
                    <a:lnTo>
                      <a:pt x="4684" y="1312"/>
                    </a:lnTo>
                    <a:lnTo>
                      <a:pt x="4566" y="1102"/>
                    </a:lnTo>
                    <a:lnTo>
                      <a:pt x="4422" y="905"/>
                    </a:lnTo>
                    <a:lnTo>
                      <a:pt x="4265" y="735"/>
                    </a:lnTo>
                    <a:lnTo>
                      <a:pt x="4081" y="577"/>
                    </a:lnTo>
                    <a:lnTo>
                      <a:pt x="3884" y="433"/>
                    </a:lnTo>
                    <a:lnTo>
                      <a:pt x="3687" y="302"/>
                    </a:lnTo>
                    <a:lnTo>
                      <a:pt x="3464" y="197"/>
                    </a:lnTo>
                    <a:lnTo>
                      <a:pt x="3241" y="118"/>
                    </a:lnTo>
                    <a:lnTo>
                      <a:pt x="2992" y="53"/>
                    </a:lnTo>
                    <a:lnTo>
                      <a:pt x="2756" y="13"/>
                    </a:lnTo>
                    <a:lnTo>
                      <a:pt x="249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3" name="Google Shape;453;p16"/>
              <p:cNvSpPr/>
              <p:nvPr/>
            </p:nvSpPr>
            <p:spPr>
              <a:xfrm>
                <a:off x="2459972" y="4053255"/>
                <a:ext cx="44749" cy="45001"/>
              </a:xfrm>
              <a:custGeom>
                <a:rect b="b" l="l" r="r" t="t"/>
                <a:pathLst>
                  <a:path extrusionOk="0" h="2507" w="2493">
                    <a:moveTo>
                      <a:pt x="1246" y="1"/>
                    </a:moveTo>
                    <a:lnTo>
                      <a:pt x="1115" y="14"/>
                    </a:lnTo>
                    <a:lnTo>
                      <a:pt x="997" y="27"/>
                    </a:lnTo>
                    <a:lnTo>
                      <a:pt x="879" y="66"/>
                    </a:lnTo>
                    <a:lnTo>
                      <a:pt x="761" y="106"/>
                    </a:lnTo>
                    <a:lnTo>
                      <a:pt x="656" y="158"/>
                    </a:lnTo>
                    <a:lnTo>
                      <a:pt x="551" y="224"/>
                    </a:lnTo>
                    <a:lnTo>
                      <a:pt x="459" y="289"/>
                    </a:lnTo>
                    <a:lnTo>
                      <a:pt x="367" y="368"/>
                    </a:lnTo>
                    <a:lnTo>
                      <a:pt x="289" y="460"/>
                    </a:lnTo>
                    <a:lnTo>
                      <a:pt x="210" y="552"/>
                    </a:lnTo>
                    <a:lnTo>
                      <a:pt x="158" y="656"/>
                    </a:lnTo>
                    <a:lnTo>
                      <a:pt x="105" y="761"/>
                    </a:lnTo>
                    <a:lnTo>
                      <a:pt x="53" y="880"/>
                    </a:lnTo>
                    <a:lnTo>
                      <a:pt x="26" y="998"/>
                    </a:lnTo>
                    <a:lnTo>
                      <a:pt x="13" y="1129"/>
                    </a:lnTo>
                    <a:lnTo>
                      <a:pt x="0" y="1247"/>
                    </a:lnTo>
                    <a:lnTo>
                      <a:pt x="13" y="1378"/>
                    </a:lnTo>
                    <a:lnTo>
                      <a:pt x="26" y="1509"/>
                    </a:lnTo>
                    <a:lnTo>
                      <a:pt x="53" y="1627"/>
                    </a:lnTo>
                    <a:lnTo>
                      <a:pt x="105" y="1732"/>
                    </a:lnTo>
                    <a:lnTo>
                      <a:pt x="158" y="1850"/>
                    </a:lnTo>
                    <a:lnTo>
                      <a:pt x="210" y="1955"/>
                    </a:lnTo>
                    <a:lnTo>
                      <a:pt x="289" y="2047"/>
                    </a:lnTo>
                    <a:lnTo>
                      <a:pt x="367" y="2139"/>
                    </a:lnTo>
                    <a:lnTo>
                      <a:pt x="459" y="2218"/>
                    </a:lnTo>
                    <a:lnTo>
                      <a:pt x="551" y="2283"/>
                    </a:lnTo>
                    <a:lnTo>
                      <a:pt x="656" y="2349"/>
                    </a:lnTo>
                    <a:lnTo>
                      <a:pt x="761" y="2401"/>
                    </a:lnTo>
                    <a:lnTo>
                      <a:pt x="879" y="2441"/>
                    </a:lnTo>
                    <a:lnTo>
                      <a:pt x="997" y="2480"/>
                    </a:lnTo>
                    <a:lnTo>
                      <a:pt x="1115" y="2493"/>
                    </a:lnTo>
                    <a:lnTo>
                      <a:pt x="1246" y="2506"/>
                    </a:lnTo>
                    <a:lnTo>
                      <a:pt x="1378" y="2493"/>
                    </a:lnTo>
                    <a:lnTo>
                      <a:pt x="1496" y="2480"/>
                    </a:lnTo>
                    <a:lnTo>
                      <a:pt x="1614" y="2441"/>
                    </a:lnTo>
                    <a:lnTo>
                      <a:pt x="1732" y="2401"/>
                    </a:lnTo>
                    <a:lnTo>
                      <a:pt x="1837" y="2349"/>
                    </a:lnTo>
                    <a:lnTo>
                      <a:pt x="1942" y="2283"/>
                    </a:lnTo>
                    <a:lnTo>
                      <a:pt x="2047" y="2218"/>
                    </a:lnTo>
                    <a:lnTo>
                      <a:pt x="2125" y="2139"/>
                    </a:lnTo>
                    <a:lnTo>
                      <a:pt x="2217" y="2047"/>
                    </a:lnTo>
                    <a:lnTo>
                      <a:pt x="2283" y="1955"/>
                    </a:lnTo>
                    <a:lnTo>
                      <a:pt x="2348" y="1850"/>
                    </a:lnTo>
                    <a:lnTo>
                      <a:pt x="2401" y="1732"/>
                    </a:lnTo>
                    <a:lnTo>
                      <a:pt x="2440" y="1627"/>
                    </a:lnTo>
                    <a:lnTo>
                      <a:pt x="2467" y="1509"/>
                    </a:lnTo>
                    <a:lnTo>
                      <a:pt x="2493" y="1378"/>
                    </a:lnTo>
                    <a:lnTo>
                      <a:pt x="2493" y="1247"/>
                    </a:lnTo>
                    <a:lnTo>
                      <a:pt x="2493" y="1129"/>
                    </a:lnTo>
                    <a:lnTo>
                      <a:pt x="2467" y="998"/>
                    </a:lnTo>
                    <a:lnTo>
                      <a:pt x="2440" y="880"/>
                    </a:lnTo>
                    <a:lnTo>
                      <a:pt x="2401" y="761"/>
                    </a:lnTo>
                    <a:lnTo>
                      <a:pt x="2348" y="656"/>
                    </a:lnTo>
                    <a:lnTo>
                      <a:pt x="2283" y="552"/>
                    </a:lnTo>
                    <a:lnTo>
                      <a:pt x="2217" y="460"/>
                    </a:lnTo>
                    <a:lnTo>
                      <a:pt x="2125" y="368"/>
                    </a:lnTo>
                    <a:lnTo>
                      <a:pt x="2047" y="289"/>
                    </a:lnTo>
                    <a:lnTo>
                      <a:pt x="1942" y="224"/>
                    </a:lnTo>
                    <a:lnTo>
                      <a:pt x="1837" y="158"/>
                    </a:lnTo>
                    <a:lnTo>
                      <a:pt x="1732" y="106"/>
                    </a:lnTo>
                    <a:lnTo>
                      <a:pt x="1614" y="66"/>
                    </a:lnTo>
                    <a:lnTo>
                      <a:pt x="1496" y="27"/>
                    </a:lnTo>
                    <a:lnTo>
                      <a:pt x="1378" y="14"/>
                    </a:lnTo>
                    <a:lnTo>
                      <a:pt x="124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4" name="Google Shape;454;p16"/>
              <p:cNvSpPr/>
              <p:nvPr/>
            </p:nvSpPr>
            <p:spPr>
              <a:xfrm>
                <a:off x="2206105" y="3966359"/>
                <a:ext cx="313694" cy="64548"/>
              </a:xfrm>
              <a:custGeom>
                <a:rect b="b" l="l" r="r" t="t"/>
                <a:pathLst>
                  <a:path extrusionOk="0" h="3596" w="17476">
                    <a:moveTo>
                      <a:pt x="1" y="1"/>
                    </a:moveTo>
                    <a:lnTo>
                      <a:pt x="1" y="3595"/>
                    </a:lnTo>
                    <a:lnTo>
                      <a:pt x="16872" y="3595"/>
                    </a:lnTo>
                    <a:lnTo>
                      <a:pt x="16990" y="3582"/>
                    </a:lnTo>
                    <a:lnTo>
                      <a:pt x="17108" y="3556"/>
                    </a:lnTo>
                    <a:lnTo>
                      <a:pt x="17213" y="3503"/>
                    </a:lnTo>
                    <a:lnTo>
                      <a:pt x="17292" y="3425"/>
                    </a:lnTo>
                    <a:lnTo>
                      <a:pt x="17370" y="3333"/>
                    </a:lnTo>
                    <a:lnTo>
                      <a:pt x="17423" y="3241"/>
                    </a:lnTo>
                    <a:lnTo>
                      <a:pt x="17462" y="3123"/>
                    </a:lnTo>
                    <a:lnTo>
                      <a:pt x="17475" y="3005"/>
                    </a:lnTo>
                    <a:lnTo>
                      <a:pt x="17462" y="2900"/>
                    </a:lnTo>
                    <a:lnTo>
                      <a:pt x="17436" y="2795"/>
                    </a:lnTo>
                    <a:lnTo>
                      <a:pt x="17384" y="2703"/>
                    </a:lnTo>
                    <a:lnTo>
                      <a:pt x="17331" y="2611"/>
                    </a:lnTo>
                    <a:lnTo>
                      <a:pt x="17252" y="2546"/>
                    </a:lnTo>
                    <a:lnTo>
                      <a:pt x="17161" y="2480"/>
                    </a:lnTo>
                    <a:lnTo>
                      <a:pt x="17069" y="2441"/>
                    </a:lnTo>
                    <a:lnTo>
                      <a:pt x="16964" y="241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5" name="Google Shape;455;p16"/>
              <p:cNvSpPr/>
              <p:nvPr/>
            </p:nvSpPr>
            <p:spPr>
              <a:xfrm>
                <a:off x="2161374" y="3978601"/>
                <a:ext cx="44749" cy="112116"/>
              </a:xfrm>
              <a:custGeom>
                <a:rect b="b" l="l" r="r" t="t"/>
                <a:pathLst>
                  <a:path extrusionOk="0" h="6246" w="2493">
                    <a:moveTo>
                      <a:pt x="0" y="1"/>
                    </a:moveTo>
                    <a:lnTo>
                      <a:pt x="420" y="6245"/>
                    </a:lnTo>
                    <a:lnTo>
                      <a:pt x="2073" y="6245"/>
                    </a:lnTo>
                    <a:lnTo>
                      <a:pt x="249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6" name="Google Shape;456;p16"/>
              <p:cNvSpPr/>
              <p:nvPr/>
            </p:nvSpPr>
            <p:spPr>
              <a:xfrm>
                <a:off x="2162792" y="4068333"/>
                <a:ext cx="41931" cy="104559"/>
              </a:xfrm>
              <a:custGeom>
                <a:rect b="b" l="l" r="r" t="t"/>
                <a:pathLst>
                  <a:path extrusionOk="0" h="5825" w="2336">
                    <a:moveTo>
                      <a:pt x="1050" y="0"/>
                    </a:moveTo>
                    <a:lnTo>
                      <a:pt x="931" y="26"/>
                    </a:lnTo>
                    <a:lnTo>
                      <a:pt x="827" y="53"/>
                    </a:lnTo>
                    <a:lnTo>
                      <a:pt x="722" y="92"/>
                    </a:lnTo>
                    <a:lnTo>
                      <a:pt x="617" y="131"/>
                    </a:lnTo>
                    <a:lnTo>
                      <a:pt x="512" y="197"/>
                    </a:lnTo>
                    <a:lnTo>
                      <a:pt x="433" y="263"/>
                    </a:lnTo>
                    <a:lnTo>
                      <a:pt x="341" y="341"/>
                    </a:lnTo>
                    <a:lnTo>
                      <a:pt x="276" y="420"/>
                    </a:lnTo>
                    <a:lnTo>
                      <a:pt x="197" y="512"/>
                    </a:lnTo>
                    <a:lnTo>
                      <a:pt x="144" y="604"/>
                    </a:lnTo>
                    <a:lnTo>
                      <a:pt x="92" y="709"/>
                    </a:lnTo>
                    <a:lnTo>
                      <a:pt x="52" y="814"/>
                    </a:lnTo>
                    <a:lnTo>
                      <a:pt x="26" y="932"/>
                    </a:lnTo>
                    <a:lnTo>
                      <a:pt x="13" y="1037"/>
                    </a:lnTo>
                    <a:lnTo>
                      <a:pt x="0" y="1168"/>
                    </a:lnTo>
                    <a:lnTo>
                      <a:pt x="0" y="4657"/>
                    </a:lnTo>
                    <a:lnTo>
                      <a:pt x="13" y="4775"/>
                    </a:lnTo>
                    <a:lnTo>
                      <a:pt x="26" y="4894"/>
                    </a:lnTo>
                    <a:lnTo>
                      <a:pt x="52" y="4999"/>
                    </a:lnTo>
                    <a:lnTo>
                      <a:pt x="92" y="5103"/>
                    </a:lnTo>
                    <a:lnTo>
                      <a:pt x="144" y="5208"/>
                    </a:lnTo>
                    <a:lnTo>
                      <a:pt x="197" y="5300"/>
                    </a:lnTo>
                    <a:lnTo>
                      <a:pt x="276" y="5392"/>
                    </a:lnTo>
                    <a:lnTo>
                      <a:pt x="341" y="5484"/>
                    </a:lnTo>
                    <a:lnTo>
                      <a:pt x="433" y="5550"/>
                    </a:lnTo>
                    <a:lnTo>
                      <a:pt x="512" y="5615"/>
                    </a:lnTo>
                    <a:lnTo>
                      <a:pt x="617" y="5681"/>
                    </a:lnTo>
                    <a:lnTo>
                      <a:pt x="722" y="5733"/>
                    </a:lnTo>
                    <a:lnTo>
                      <a:pt x="827" y="5773"/>
                    </a:lnTo>
                    <a:lnTo>
                      <a:pt x="931" y="5799"/>
                    </a:lnTo>
                    <a:lnTo>
                      <a:pt x="1050" y="5812"/>
                    </a:lnTo>
                    <a:lnTo>
                      <a:pt x="1168" y="5825"/>
                    </a:lnTo>
                    <a:lnTo>
                      <a:pt x="1286" y="5812"/>
                    </a:lnTo>
                    <a:lnTo>
                      <a:pt x="1404" y="5799"/>
                    </a:lnTo>
                    <a:lnTo>
                      <a:pt x="1509" y="5773"/>
                    </a:lnTo>
                    <a:lnTo>
                      <a:pt x="1627" y="5733"/>
                    </a:lnTo>
                    <a:lnTo>
                      <a:pt x="1719" y="5681"/>
                    </a:lnTo>
                    <a:lnTo>
                      <a:pt x="1824" y="5615"/>
                    </a:lnTo>
                    <a:lnTo>
                      <a:pt x="1915" y="5550"/>
                    </a:lnTo>
                    <a:lnTo>
                      <a:pt x="1994" y="5484"/>
                    </a:lnTo>
                    <a:lnTo>
                      <a:pt x="2073" y="5392"/>
                    </a:lnTo>
                    <a:lnTo>
                      <a:pt x="2138" y="5300"/>
                    </a:lnTo>
                    <a:lnTo>
                      <a:pt x="2191" y="5208"/>
                    </a:lnTo>
                    <a:lnTo>
                      <a:pt x="2243" y="5103"/>
                    </a:lnTo>
                    <a:lnTo>
                      <a:pt x="2283" y="4999"/>
                    </a:lnTo>
                    <a:lnTo>
                      <a:pt x="2309" y="4894"/>
                    </a:lnTo>
                    <a:lnTo>
                      <a:pt x="2322" y="4775"/>
                    </a:lnTo>
                    <a:lnTo>
                      <a:pt x="2335" y="4657"/>
                    </a:lnTo>
                    <a:lnTo>
                      <a:pt x="2335" y="1168"/>
                    </a:lnTo>
                    <a:lnTo>
                      <a:pt x="2322" y="1037"/>
                    </a:lnTo>
                    <a:lnTo>
                      <a:pt x="2309" y="932"/>
                    </a:lnTo>
                    <a:lnTo>
                      <a:pt x="2283" y="814"/>
                    </a:lnTo>
                    <a:lnTo>
                      <a:pt x="2243" y="709"/>
                    </a:lnTo>
                    <a:lnTo>
                      <a:pt x="2191" y="604"/>
                    </a:lnTo>
                    <a:lnTo>
                      <a:pt x="2138" y="512"/>
                    </a:lnTo>
                    <a:lnTo>
                      <a:pt x="2073" y="420"/>
                    </a:lnTo>
                    <a:lnTo>
                      <a:pt x="1994" y="341"/>
                    </a:lnTo>
                    <a:lnTo>
                      <a:pt x="1915" y="263"/>
                    </a:lnTo>
                    <a:lnTo>
                      <a:pt x="1824" y="197"/>
                    </a:lnTo>
                    <a:lnTo>
                      <a:pt x="1719" y="131"/>
                    </a:lnTo>
                    <a:lnTo>
                      <a:pt x="1627" y="92"/>
                    </a:lnTo>
                    <a:lnTo>
                      <a:pt x="1509" y="53"/>
                    </a:lnTo>
                    <a:lnTo>
                      <a:pt x="1404" y="26"/>
                    </a:lnTo>
                    <a:lnTo>
                      <a:pt x="128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7" name="Google Shape;457;p16"/>
              <p:cNvSpPr/>
              <p:nvPr/>
            </p:nvSpPr>
            <p:spPr>
              <a:xfrm>
                <a:off x="1891747" y="1544617"/>
                <a:ext cx="591309" cy="702240"/>
              </a:xfrm>
              <a:custGeom>
                <a:rect b="b" l="l" r="r" t="t"/>
                <a:pathLst>
                  <a:path extrusionOk="0" h="39122" w="32942">
                    <a:moveTo>
                      <a:pt x="19009" y="1"/>
                    </a:moveTo>
                    <a:lnTo>
                      <a:pt x="18695" y="27"/>
                    </a:lnTo>
                    <a:lnTo>
                      <a:pt x="18406" y="93"/>
                    </a:lnTo>
                    <a:lnTo>
                      <a:pt x="18130" y="171"/>
                    </a:lnTo>
                    <a:lnTo>
                      <a:pt x="17881" y="276"/>
                    </a:lnTo>
                    <a:lnTo>
                      <a:pt x="17645" y="407"/>
                    </a:lnTo>
                    <a:lnTo>
                      <a:pt x="17422" y="552"/>
                    </a:lnTo>
                    <a:lnTo>
                      <a:pt x="17238" y="709"/>
                    </a:lnTo>
                    <a:lnTo>
                      <a:pt x="17055" y="893"/>
                    </a:lnTo>
                    <a:lnTo>
                      <a:pt x="16897" y="1090"/>
                    </a:lnTo>
                    <a:lnTo>
                      <a:pt x="16766" y="1299"/>
                    </a:lnTo>
                    <a:lnTo>
                      <a:pt x="16648" y="1523"/>
                    </a:lnTo>
                    <a:lnTo>
                      <a:pt x="16556" y="1746"/>
                    </a:lnTo>
                    <a:lnTo>
                      <a:pt x="16478" y="1982"/>
                    </a:lnTo>
                    <a:lnTo>
                      <a:pt x="16412" y="2231"/>
                    </a:lnTo>
                    <a:lnTo>
                      <a:pt x="16373" y="2480"/>
                    </a:lnTo>
                    <a:lnTo>
                      <a:pt x="16359" y="2729"/>
                    </a:lnTo>
                    <a:lnTo>
                      <a:pt x="16281" y="2848"/>
                    </a:lnTo>
                    <a:lnTo>
                      <a:pt x="16254" y="2848"/>
                    </a:lnTo>
                    <a:lnTo>
                      <a:pt x="15874" y="2874"/>
                    </a:lnTo>
                    <a:lnTo>
                      <a:pt x="15507" y="2913"/>
                    </a:lnTo>
                    <a:lnTo>
                      <a:pt x="15152" y="2952"/>
                    </a:lnTo>
                    <a:lnTo>
                      <a:pt x="14798" y="2992"/>
                    </a:lnTo>
                    <a:lnTo>
                      <a:pt x="14457" y="3044"/>
                    </a:lnTo>
                    <a:lnTo>
                      <a:pt x="14116" y="3110"/>
                    </a:lnTo>
                    <a:lnTo>
                      <a:pt x="13788" y="3175"/>
                    </a:lnTo>
                    <a:lnTo>
                      <a:pt x="13460" y="3254"/>
                    </a:lnTo>
                    <a:lnTo>
                      <a:pt x="13145" y="3333"/>
                    </a:lnTo>
                    <a:lnTo>
                      <a:pt x="12830" y="3425"/>
                    </a:lnTo>
                    <a:lnTo>
                      <a:pt x="12516" y="3517"/>
                    </a:lnTo>
                    <a:lnTo>
                      <a:pt x="12214" y="3622"/>
                    </a:lnTo>
                    <a:lnTo>
                      <a:pt x="11925" y="3726"/>
                    </a:lnTo>
                    <a:lnTo>
                      <a:pt x="11637" y="3845"/>
                    </a:lnTo>
                    <a:lnTo>
                      <a:pt x="11348" y="3963"/>
                    </a:lnTo>
                    <a:lnTo>
                      <a:pt x="11072" y="4094"/>
                    </a:lnTo>
                    <a:lnTo>
                      <a:pt x="10810" y="4238"/>
                    </a:lnTo>
                    <a:lnTo>
                      <a:pt x="10548" y="4382"/>
                    </a:lnTo>
                    <a:lnTo>
                      <a:pt x="10285" y="4527"/>
                    </a:lnTo>
                    <a:lnTo>
                      <a:pt x="10036" y="4684"/>
                    </a:lnTo>
                    <a:lnTo>
                      <a:pt x="9800" y="4842"/>
                    </a:lnTo>
                    <a:lnTo>
                      <a:pt x="9551" y="5012"/>
                    </a:lnTo>
                    <a:lnTo>
                      <a:pt x="9328" y="5183"/>
                    </a:lnTo>
                    <a:lnTo>
                      <a:pt x="9105" y="5366"/>
                    </a:lnTo>
                    <a:lnTo>
                      <a:pt x="8882" y="5550"/>
                    </a:lnTo>
                    <a:lnTo>
                      <a:pt x="8672" y="5747"/>
                    </a:lnTo>
                    <a:lnTo>
                      <a:pt x="8462" y="5944"/>
                    </a:lnTo>
                    <a:lnTo>
                      <a:pt x="8252" y="6154"/>
                    </a:lnTo>
                    <a:lnTo>
                      <a:pt x="8068" y="6363"/>
                    </a:lnTo>
                    <a:lnTo>
                      <a:pt x="7871" y="6586"/>
                    </a:lnTo>
                    <a:lnTo>
                      <a:pt x="7688" y="6809"/>
                    </a:lnTo>
                    <a:lnTo>
                      <a:pt x="7517" y="7032"/>
                    </a:lnTo>
                    <a:lnTo>
                      <a:pt x="7347" y="7269"/>
                    </a:lnTo>
                    <a:lnTo>
                      <a:pt x="7176" y="7505"/>
                    </a:lnTo>
                    <a:lnTo>
                      <a:pt x="7019" y="7754"/>
                    </a:lnTo>
                    <a:lnTo>
                      <a:pt x="6874" y="8003"/>
                    </a:lnTo>
                    <a:lnTo>
                      <a:pt x="6730" y="8266"/>
                    </a:lnTo>
                    <a:lnTo>
                      <a:pt x="6586" y="8515"/>
                    </a:lnTo>
                    <a:lnTo>
                      <a:pt x="6323" y="9066"/>
                    </a:lnTo>
                    <a:lnTo>
                      <a:pt x="6087" y="9617"/>
                    </a:lnTo>
                    <a:lnTo>
                      <a:pt x="5877" y="10194"/>
                    </a:lnTo>
                    <a:lnTo>
                      <a:pt x="5681" y="10798"/>
                    </a:lnTo>
                    <a:lnTo>
                      <a:pt x="5523" y="11414"/>
                    </a:lnTo>
                    <a:lnTo>
                      <a:pt x="5379" y="12057"/>
                    </a:lnTo>
                    <a:lnTo>
                      <a:pt x="5261" y="12713"/>
                    </a:lnTo>
                    <a:lnTo>
                      <a:pt x="5169" y="13395"/>
                    </a:lnTo>
                    <a:lnTo>
                      <a:pt x="5090" y="14077"/>
                    </a:lnTo>
                    <a:lnTo>
                      <a:pt x="5051" y="14799"/>
                    </a:lnTo>
                    <a:lnTo>
                      <a:pt x="5025" y="15520"/>
                    </a:lnTo>
                    <a:lnTo>
                      <a:pt x="5025" y="16255"/>
                    </a:lnTo>
                    <a:lnTo>
                      <a:pt x="5051" y="17016"/>
                    </a:lnTo>
                    <a:lnTo>
                      <a:pt x="5025" y="17803"/>
                    </a:lnTo>
                    <a:lnTo>
                      <a:pt x="4985" y="18577"/>
                    </a:lnTo>
                    <a:lnTo>
                      <a:pt x="4920" y="19351"/>
                    </a:lnTo>
                    <a:lnTo>
                      <a:pt x="4841" y="20112"/>
                    </a:lnTo>
                    <a:lnTo>
                      <a:pt x="4736" y="20873"/>
                    </a:lnTo>
                    <a:lnTo>
                      <a:pt x="4618" y="21634"/>
                    </a:lnTo>
                    <a:lnTo>
                      <a:pt x="4461" y="22382"/>
                    </a:lnTo>
                    <a:lnTo>
                      <a:pt x="4303" y="23130"/>
                    </a:lnTo>
                    <a:lnTo>
                      <a:pt x="4106" y="23877"/>
                    </a:lnTo>
                    <a:lnTo>
                      <a:pt x="3896" y="24612"/>
                    </a:lnTo>
                    <a:lnTo>
                      <a:pt x="3673" y="25334"/>
                    </a:lnTo>
                    <a:lnTo>
                      <a:pt x="3424" y="26068"/>
                    </a:lnTo>
                    <a:lnTo>
                      <a:pt x="3149" y="26790"/>
                    </a:lnTo>
                    <a:lnTo>
                      <a:pt x="2860" y="27498"/>
                    </a:lnTo>
                    <a:lnTo>
                      <a:pt x="2545" y="28220"/>
                    </a:lnTo>
                    <a:lnTo>
                      <a:pt x="2204" y="28928"/>
                    </a:lnTo>
                    <a:lnTo>
                      <a:pt x="2020" y="29309"/>
                    </a:lnTo>
                    <a:lnTo>
                      <a:pt x="1811" y="29715"/>
                    </a:lnTo>
                    <a:lnTo>
                      <a:pt x="1338" y="30594"/>
                    </a:lnTo>
                    <a:lnTo>
                      <a:pt x="1102" y="31067"/>
                    </a:lnTo>
                    <a:lnTo>
                      <a:pt x="879" y="31552"/>
                    </a:lnTo>
                    <a:lnTo>
                      <a:pt x="656" y="32050"/>
                    </a:lnTo>
                    <a:lnTo>
                      <a:pt x="459" y="32549"/>
                    </a:lnTo>
                    <a:lnTo>
                      <a:pt x="289" y="33047"/>
                    </a:lnTo>
                    <a:lnTo>
                      <a:pt x="223" y="33310"/>
                    </a:lnTo>
                    <a:lnTo>
                      <a:pt x="158" y="33559"/>
                    </a:lnTo>
                    <a:lnTo>
                      <a:pt x="105" y="33808"/>
                    </a:lnTo>
                    <a:lnTo>
                      <a:pt x="53" y="34058"/>
                    </a:lnTo>
                    <a:lnTo>
                      <a:pt x="26" y="34307"/>
                    </a:lnTo>
                    <a:lnTo>
                      <a:pt x="13" y="34556"/>
                    </a:lnTo>
                    <a:lnTo>
                      <a:pt x="0" y="34792"/>
                    </a:lnTo>
                    <a:lnTo>
                      <a:pt x="13" y="35042"/>
                    </a:lnTo>
                    <a:lnTo>
                      <a:pt x="39" y="35278"/>
                    </a:lnTo>
                    <a:lnTo>
                      <a:pt x="79" y="35501"/>
                    </a:lnTo>
                    <a:lnTo>
                      <a:pt x="144" y="35737"/>
                    </a:lnTo>
                    <a:lnTo>
                      <a:pt x="210" y="35960"/>
                    </a:lnTo>
                    <a:lnTo>
                      <a:pt x="315" y="36183"/>
                    </a:lnTo>
                    <a:lnTo>
                      <a:pt x="420" y="36393"/>
                    </a:lnTo>
                    <a:lnTo>
                      <a:pt x="538" y="36563"/>
                    </a:lnTo>
                    <a:lnTo>
                      <a:pt x="656" y="36734"/>
                    </a:lnTo>
                    <a:lnTo>
                      <a:pt x="787" y="36891"/>
                    </a:lnTo>
                    <a:lnTo>
                      <a:pt x="932" y="37036"/>
                    </a:lnTo>
                    <a:lnTo>
                      <a:pt x="1089" y="37180"/>
                    </a:lnTo>
                    <a:lnTo>
                      <a:pt x="1246" y="37311"/>
                    </a:lnTo>
                    <a:lnTo>
                      <a:pt x="1417" y="37429"/>
                    </a:lnTo>
                    <a:lnTo>
                      <a:pt x="1587" y="37547"/>
                    </a:lnTo>
                    <a:lnTo>
                      <a:pt x="1771" y="37652"/>
                    </a:lnTo>
                    <a:lnTo>
                      <a:pt x="1968" y="37757"/>
                    </a:lnTo>
                    <a:lnTo>
                      <a:pt x="2152" y="37849"/>
                    </a:lnTo>
                    <a:lnTo>
                      <a:pt x="2362" y="37928"/>
                    </a:lnTo>
                    <a:lnTo>
                      <a:pt x="2558" y="38006"/>
                    </a:lnTo>
                    <a:lnTo>
                      <a:pt x="2768" y="38072"/>
                    </a:lnTo>
                    <a:lnTo>
                      <a:pt x="3201" y="38190"/>
                    </a:lnTo>
                    <a:lnTo>
                      <a:pt x="3634" y="38269"/>
                    </a:lnTo>
                    <a:lnTo>
                      <a:pt x="4080" y="38334"/>
                    </a:lnTo>
                    <a:lnTo>
                      <a:pt x="4513" y="38374"/>
                    </a:lnTo>
                    <a:lnTo>
                      <a:pt x="4959" y="38374"/>
                    </a:lnTo>
                    <a:lnTo>
                      <a:pt x="5379" y="38361"/>
                    </a:lnTo>
                    <a:lnTo>
                      <a:pt x="5799" y="38334"/>
                    </a:lnTo>
                    <a:lnTo>
                      <a:pt x="6205" y="38282"/>
                    </a:lnTo>
                    <a:lnTo>
                      <a:pt x="6573" y="38203"/>
                    </a:lnTo>
                    <a:lnTo>
                      <a:pt x="6874" y="38125"/>
                    </a:lnTo>
                    <a:lnTo>
                      <a:pt x="7163" y="38033"/>
                    </a:lnTo>
                    <a:lnTo>
                      <a:pt x="7452" y="37941"/>
                    </a:lnTo>
                    <a:lnTo>
                      <a:pt x="7727" y="37836"/>
                    </a:lnTo>
                    <a:lnTo>
                      <a:pt x="7990" y="37705"/>
                    </a:lnTo>
                    <a:lnTo>
                      <a:pt x="8252" y="37574"/>
                    </a:lnTo>
                    <a:lnTo>
                      <a:pt x="8514" y="37442"/>
                    </a:lnTo>
                    <a:lnTo>
                      <a:pt x="8764" y="37285"/>
                    </a:lnTo>
                    <a:lnTo>
                      <a:pt x="8987" y="37521"/>
                    </a:lnTo>
                    <a:lnTo>
                      <a:pt x="9236" y="37731"/>
                    </a:lnTo>
                    <a:lnTo>
                      <a:pt x="9472" y="37928"/>
                    </a:lnTo>
                    <a:lnTo>
                      <a:pt x="9721" y="38111"/>
                    </a:lnTo>
                    <a:lnTo>
                      <a:pt x="9984" y="38282"/>
                    </a:lnTo>
                    <a:lnTo>
                      <a:pt x="10246" y="38426"/>
                    </a:lnTo>
                    <a:lnTo>
                      <a:pt x="10522" y="38571"/>
                    </a:lnTo>
                    <a:lnTo>
                      <a:pt x="10784" y="38689"/>
                    </a:lnTo>
                    <a:lnTo>
                      <a:pt x="11059" y="38794"/>
                    </a:lnTo>
                    <a:lnTo>
                      <a:pt x="11348" y="38885"/>
                    </a:lnTo>
                    <a:lnTo>
                      <a:pt x="11637" y="38951"/>
                    </a:lnTo>
                    <a:lnTo>
                      <a:pt x="11925" y="39017"/>
                    </a:lnTo>
                    <a:lnTo>
                      <a:pt x="12214" y="39056"/>
                    </a:lnTo>
                    <a:lnTo>
                      <a:pt x="12502" y="39095"/>
                    </a:lnTo>
                    <a:lnTo>
                      <a:pt x="12791" y="39108"/>
                    </a:lnTo>
                    <a:lnTo>
                      <a:pt x="13093" y="39122"/>
                    </a:lnTo>
                    <a:lnTo>
                      <a:pt x="13395" y="39108"/>
                    </a:lnTo>
                    <a:lnTo>
                      <a:pt x="13683" y="39095"/>
                    </a:lnTo>
                    <a:lnTo>
                      <a:pt x="13985" y="39056"/>
                    </a:lnTo>
                    <a:lnTo>
                      <a:pt x="14274" y="39017"/>
                    </a:lnTo>
                    <a:lnTo>
                      <a:pt x="14575" y="38951"/>
                    </a:lnTo>
                    <a:lnTo>
                      <a:pt x="14877" y="38885"/>
                    </a:lnTo>
                    <a:lnTo>
                      <a:pt x="15166" y="38807"/>
                    </a:lnTo>
                    <a:lnTo>
                      <a:pt x="15454" y="38715"/>
                    </a:lnTo>
                    <a:lnTo>
                      <a:pt x="15743" y="38623"/>
                    </a:lnTo>
                    <a:lnTo>
                      <a:pt x="16031" y="38505"/>
                    </a:lnTo>
                    <a:lnTo>
                      <a:pt x="16320" y="38387"/>
                    </a:lnTo>
                    <a:lnTo>
                      <a:pt x="16596" y="38256"/>
                    </a:lnTo>
                    <a:lnTo>
                      <a:pt x="16871" y="38111"/>
                    </a:lnTo>
                    <a:lnTo>
                      <a:pt x="17133" y="37967"/>
                    </a:lnTo>
                    <a:lnTo>
                      <a:pt x="17409" y="37810"/>
                    </a:lnTo>
                    <a:lnTo>
                      <a:pt x="17671" y="37639"/>
                    </a:lnTo>
                    <a:lnTo>
                      <a:pt x="17684" y="37652"/>
                    </a:lnTo>
                    <a:lnTo>
                      <a:pt x="17881" y="37757"/>
                    </a:lnTo>
                    <a:lnTo>
                      <a:pt x="18078" y="37862"/>
                    </a:lnTo>
                    <a:lnTo>
                      <a:pt x="18275" y="37954"/>
                    </a:lnTo>
                    <a:lnTo>
                      <a:pt x="18485" y="38046"/>
                    </a:lnTo>
                    <a:lnTo>
                      <a:pt x="18681" y="38111"/>
                    </a:lnTo>
                    <a:lnTo>
                      <a:pt x="18891" y="38190"/>
                    </a:lnTo>
                    <a:lnTo>
                      <a:pt x="19088" y="38243"/>
                    </a:lnTo>
                    <a:lnTo>
                      <a:pt x="19298" y="38295"/>
                    </a:lnTo>
                    <a:lnTo>
                      <a:pt x="19705" y="38374"/>
                    </a:lnTo>
                    <a:lnTo>
                      <a:pt x="20125" y="38426"/>
                    </a:lnTo>
                    <a:lnTo>
                      <a:pt x="20531" y="38453"/>
                    </a:lnTo>
                    <a:lnTo>
                      <a:pt x="20951" y="38439"/>
                    </a:lnTo>
                    <a:lnTo>
                      <a:pt x="21358" y="38400"/>
                    </a:lnTo>
                    <a:lnTo>
                      <a:pt x="21751" y="38321"/>
                    </a:lnTo>
                    <a:lnTo>
                      <a:pt x="22145" y="38216"/>
                    </a:lnTo>
                    <a:lnTo>
                      <a:pt x="22538" y="38085"/>
                    </a:lnTo>
                    <a:lnTo>
                      <a:pt x="22919" y="37928"/>
                    </a:lnTo>
                    <a:lnTo>
                      <a:pt x="23103" y="37836"/>
                    </a:lnTo>
                    <a:lnTo>
                      <a:pt x="23273" y="37731"/>
                    </a:lnTo>
                    <a:lnTo>
                      <a:pt x="23457" y="37626"/>
                    </a:lnTo>
                    <a:lnTo>
                      <a:pt x="23627" y="37508"/>
                    </a:lnTo>
                    <a:lnTo>
                      <a:pt x="23798" y="37390"/>
                    </a:lnTo>
                    <a:lnTo>
                      <a:pt x="23968" y="37259"/>
                    </a:lnTo>
                    <a:lnTo>
                      <a:pt x="24244" y="37429"/>
                    </a:lnTo>
                    <a:lnTo>
                      <a:pt x="24533" y="37587"/>
                    </a:lnTo>
                    <a:lnTo>
                      <a:pt x="24834" y="37731"/>
                    </a:lnTo>
                    <a:lnTo>
                      <a:pt x="25149" y="37875"/>
                    </a:lnTo>
                    <a:lnTo>
                      <a:pt x="25477" y="38006"/>
                    </a:lnTo>
                    <a:lnTo>
                      <a:pt x="25805" y="38125"/>
                    </a:lnTo>
                    <a:lnTo>
                      <a:pt x="26159" y="38243"/>
                    </a:lnTo>
                    <a:lnTo>
                      <a:pt x="26514" y="38334"/>
                    </a:lnTo>
                    <a:lnTo>
                      <a:pt x="26868" y="38426"/>
                    </a:lnTo>
                    <a:lnTo>
                      <a:pt x="27222" y="38492"/>
                    </a:lnTo>
                    <a:lnTo>
                      <a:pt x="27589" y="38557"/>
                    </a:lnTo>
                    <a:lnTo>
                      <a:pt x="27957" y="38597"/>
                    </a:lnTo>
                    <a:lnTo>
                      <a:pt x="28311" y="38623"/>
                    </a:lnTo>
                    <a:lnTo>
                      <a:pt x="28678" y="38636"/>
                    </a:lnTo>
                    <a:lnTo>
                      <a:pt x="29032" y="38636"/>
                    </a:lnTo>
                    <a:lnTo>
                      <a:pt x="29387" y="38610"/>
                    </a:lnTo>
                    <a:lnTo>
                      <a:pt x="29728" y="38571"/>
                    </a:lnTo>
                    <a:lnTo>
                      <a:pt x="30056" y="38505"/>
                    </a:lnTo>
                    <a:lnTo>
                      <a:pt x="30384" y="38426"/>
                    </a:lnTo>
                    <a:lnTo>
                      <a:pt x="30698" y="38334"/>
                    </a:lnTo>
                    <a:lnTo>
                      <a:pt x="30987" y="38203"/>
                    </a:lnTo>
                    <a:lnTo>
                      <a:pt x="31276" y="38059"/>
                    </a:lnTo>
                    <a:lnTo>
                      <a:pt x="31538" y="37902"/>
                    </a:lnTo>
                    <a:lnTo>
                      <a:pt x="31787" y="37705"/>
                    </a:lnTo>
                    <a:lnTo>
                      <a:pt x="31905" y="37600"/>
                    </a:lnTo>
                    <a:lnTo>
                      <a:pt x="32023" y="37495"/>
                    </a:lnTo>
                    <a:lnTo>
                      <a:pt x="32128" y="37377"/>
                    </a:lnTo>
                    <a:lnTo>
                      <a:pt x="32233" y="37246"/>
                    </a:lnTo>
                    <a:lnTo>
                      <a:pt x="32325" y="37128"/>
                    </a:lnTo>
                    <a:lnTo>
                      <a:pt x="32417" y="36983"/>
                    </a:lnTo>
                    <a:lnTo>
                      <a:pt x="32496" y="36839"/>
                    </a:lnTo>
                    <a:lnTo>
                      <a:pt x="32574" y="36695"/>
                    </a:lnTo>
                    <a:lnTo>
                      <a:pt x="32640" y="36537"/>
                    </a:lnTo>
                    <a:lnTo>
                      <a:pt x="32706" y="36380"/>
                    </a:lnTo>
                    <a:lnTo>
                      <a:pt x="32758" y="36209"/>
                    </a:lnTo>
                    <a:lnTo>
                      <a:pt x="32811" y="36026"/>
                    </a:lnTo>
                    <a:lnTo>
                      <a:pt x="32850" y="35842"/>
                    </a:lnTo>
                    <a:lnTo>
                      <a:pt x="32889" y="35645"/>
                    </a:lnTo>
                    <a:lnTo>
                      <a:pt x="32916" y="35448"/>
                    </a:lnTo>
                    <a:lnTo>
                      <a:pt x="32942" y="35238"/>
                    </a:lnTo>
                    <a:lnTo>
                      <a:pt x="32942" y="35002"/>
                    </a:lnTo>
                    <a:lnTo>
                      <a:pt x="32942" y="34779"/>
                    </a:lnTo>
                    <a:lnTo>
                      <a:pt x="32942" y="34543"/>
                    </a:lnTo>
                    <a:lnTo>
                      <a:pt x="32916" y="34320"/>
                    </a:lnTo>
                    <a:lnTo>
                      <a:pt x="32889" y="34097"/>
                    </a:lnTo>
                    <a:lnTo>
                      <a:pt x="32850" y="33887"/>
                    </a:lnTo>
                    <a:lnTo>
                      <a:pt x="32811" y="33664"/>
                    </a:lnTo>
                    <a:lnTo>
                      <a:pt x="32758" y="33454"/>
                    </a:lnTo>
                    <a:lnTo>
                      <a:pt x="32627" y="33021"/>
                    </a:lnTo>
                    <a:lnTo>
                      <a:pt x="32470" y="32615"/>
                    </a:lnTo>
                    <a:lnTo>
                      <a:pt x="32286" y="32208"/>
                    </a:lnTo>
                    <a:lnTo>
                      <a:pt x="32089" y="31801"/>
                    </a:lnTo>
                    <a:lnTo>
                      <a:pt x="31879" y="31408"/>
                    </a:lnTo>
                    <a:lnTo>
                      <a:pt x="31656" y="31014"/>
                    </a:lnTo>
                    <a:lnTo>
                      <a:pt x="31197" y="30240"/>
                    </a:lnTo>
                    <a:lnTo>
                      <a:pt x="30751" y="29453"/>
                    </a:lnTo>
                    <a:lnTo>
                      <a:pt x="30528" y="29059"/>
                    </a:lnTo>
                    <a:lnTo>
                      <a:pt x="30318" y="28666"/>
                    </a:lnTo>
                    <a:lnTo>
                      <a:pt x="30174" y="28351"/>
                    </a:lnTo>
                    <a:lnTo>
                      <a:pt x="30029" y="28023"/>
                    </a:lnTo>
                    <a:lnTo>
                      <a:pt x="29898" y="27695"/>
                    </a:lnTo>
                    <a:lnTo>
                      <a:pt x="29767" y="27367"/>
                    </a:lnTo>
                    <a:lnTo>
                      <a:pt x="29636" y="26960"/>
                    </a:lnTo>
                    <a:lnTo>
                      <a:pt x="29518" y="26540"/>
                    </a:lnTo>
                    <a:lnTo>
                      <a:pt x="29413" y="26108"/>
                    </a:lnTo>
                    <a:lnTo>
                      <a:pt x="29321" y="25661"/>
                    </a:lnTo>
                    <a:lnTo>
                      <a:pt x="29242" y="25215"/>
                    </a:lnTo>
                    <a:lnTo>
                      <a:pt x="29177" y="24756"/>
                    </a:lnTo>
                    <a:lnTo>
                      <a:pt x="29111" y="24297"/>
                    </a:lnTo>
                    <a:lnTo>
                      <a:pt x="29072" y="23825"/>
                    </a:lnTo>
                    <a:lnTo>
                      <a:pt x="29032" y="23366"/>
                    </a:lnTo>
                    <a:lnTo>
                      <a:pt x="29006" y="22893"/>
                    </a:lnTo>
                    <a:lnTo>
                      <a:pt x="28967" y="21962"/>
                    </a:lnTo>
                    <a:lnTo>
                      <a:pt x="28954" y="21057"/>
                    </a:lnTo>
                    <a:lnTo>
                      <a:pt x="28941" y="20178"/>
                    </a:lnTo>
                    <a:lnTo>
                      <a:pt x="28954" y="19496"/>
                    </a:lnTo>
                    <a:lnTo>
                      <a:pt x="28980" y="18840"/>
                    </a:lnTo>
                    <a:lnTo>
                      <a:pt x="29019" y="18184"/>
                    </a:lnTo>
                    <a:lnTo>
                      <a:pt x="29072" y="17554"/>
                    </a:lnTo>
                    <a:lnTo>
                      <a:pt x="29177" y="16268"/>
                    </a:lnTo>
                    <a:lnTo>
                      <a:pt x="29216" y="15639"/>
                    </a:lnTo>
                    <a:lnTo>
                      <a:pt x="29255" y="14996"/>
                    </a:lnTo>
                    <a:lnTo>
                      <a:pt x="29255" y="14340"/>
                    </a:lnTo>
                    <a:lnTo>
                      <a:pt x="29242" y="13671"/>
                    </a:lnTo>
                    <a:lnTo>
                      <a:pt x="29216" y="13330"/>
                    </a:lnTo>
                    <a:lnTo>
                      <a:pt x="29190" y="12975"/>
                    </a:lnTo>
                    <a:lnTo>
                      <a:pt x="29150" y="12634"/>
                    </a:lnTo>
                    <a:lnTo>
                      <a:pt x="29098" y="12280"/>
                    </a:lnTo>
                    <a:lnTo>
                      <a:pt x="29032" y="11913"/>
                    </a:lnTo>
                    <a:lnTo>
                      <a:pt x="28967" y="11545"/>
                    </a:lnTo>
                    <a:lnTo>
                      <a:pt x="28875" y="11165"/>
                    </a:lnTo>
                    <a:lnTo>
                      <a:pt x="28783" y="10785"/>
                    </a:lnTo>
                    <a:lnTo>
                      <a:pt x="28678" y="10391"/>
                    </a:lnTo>
                    <a:lnTo>
                      <a:pt x="28547" y="9997"/>
                    </a:lnTo>
                    <a:lnTo>
                      <a:pt x="28403" y="9591"/>
                    </a:lnTo>
                    <a:lnTo>
                      <a:pt x="28245" y="9171"/>
                    </a:lnTo>
                    <a:lnTo>
                      <a:pt x="28140" y="8935"/>
                    </a:lnTo>
                    <a:lnTo>
                      <a:pt x="28035" y="8685"/>
                    </a:lnTo>
                    <a:lnTo>
                      <a:pt x="27904" y="8462"/>
                    </a:lnTo>
                    <a:lnTo>
                      <a:pt x="27773" y="8226"/>
                    </a:lnTo>
                    <a:lnTo>
                      <a:pt x="27629" y="8016"/>
                    </a:lnTo>
                    <a:lnTo>
                      <a:pt x="27484" y="7807"/>
                    </a:lnTo>
                    <a:lnTo>
                      <a:pt x="27327" y="7597"/>
                    </a:lnTo>
                    <a:lnTo>
                      <a:pt x="27169" y="7400"/>
                    </a:lnTo>
                    <a:lnTo>
                      <a:pt x="26841" y="7032"/>
                    </a:lnTo>
                    <a:lnTo>
                      <a:pt x="26514" y="6691"/>
                    </a:lnTo>
                    <a:lnTo>
                      <a:pt x="26172" y="6377"/>
                    </a:lnTo>
                    <a:lnTo>
                      <a:pt x="25831" y="6088"/>
                    </a:lnTo>
                    <a:lnTo>
                      <a:pt x="25503" y="5839"/>
                    </a:lnTo>
                    <a:lnTo>
                      <a:pt x="25202" y="5629"/>
                    </a:lnTo>
                    <a:lnTo>
                      <a:pt x="24926" y="5445"/>
                    </a:lnTo>
                    <a:lnTo>
                      <a:pt x="24690" y="5288"/>
                    </a:lnTo>
                    <a:lnTo>
                      <a:pt x="24336" y="5091"/>
                    </a:lnTo>
                    <a:lnTo>
                      <a:pt x="24191" y="5025"/>
                    </a:lnTo>
                    <a:lnTo>
                      <a:pt x="24244" y="4789"/>
                    </a:lnTo>
                    <a:lnTo>
                      <a:pt x="24270" y="4553"/>
                    </a:lnTo>
                    <a:lnTo>
                      <a:pt x="24270" y="4304"/>
                    </a:lnTo>
                    <a:lnTo>
                      <a:pt x="24244" y="4068"/>
                    </a:lnTo>
                    <a:lnTo>
                      <a:pt x="24205" y="3831"/>
                    </a:lnTo>
                    <a:lnTo>
                      <a:pt x="24126" y="3608"/>
                    </a:lnTo>
                    <a:lnTo>
                      <a:pt x="24034" y="3385"/>
                    </a:lnTo>
                    <a:lnTo>
                      <a:pt x="23916" y="3175"/>
                    </a:lnTo>
                    <a:lnTo>
                      <a:pt x="23772" y="2992"/>
                    </a:lnTo>
                    <a:lnTo>
                      <a:pt x="23614" y="2821"/>
                    </a:lnTo>
                    <a:lnTo>
                      <a:pt x="23522" y="2743"/>
                    </a:lnTo>
                    <a:lnTo>
                      <a:pt x="23431" y="2664"/>
                    </a:lnTo>
                    <a:lnTo>
                      <a:pt x="23326" y="2598"/>
                    </a:lnTo>
                    <a:lnTo>
                      <a:pt x="23221" y="2546"/>
                    </a:lnTo>
                    <a:lnTo>
                      <a:pt x="23103" y="2493"/>
                    </a:lnTo>
                    <a:lnTo>
                      <a:pt x="22985" y="2441"/>
                    </a:lnTo>
                    <a:lnTo>
                      <a:pt x="22866" y="2401"/>
                    </a:lnTo>
                    <a:lnTo>
                      <a:pt x="22735" y="2375"/>
                    </a:lnTo>
                    <a:lnTo>
                      <a:pt x="22591" y="2349"/>
                    </a:lnTo>
                    <a:lnTo>
                      <a:pt x="22460" y="2336"/>
                    </a:lnTo>
                    <a:lnTo>
                      <a:pt x="22302" y="2323"/>
                    </a:lnTo>
                    <a:lnTo>
                      <a:pt x="22158" y="2336"/>
                    </a:lnTo>
                    <a:lnTo>
                      <a:pt x="22040" y="2349"/>
                    </a:lnTo>
                    <a:lnTo>
                      <a:pt x="21922" y="2362"/>
                    </a:lnTo>
                    <a:lnTo>
                      <a:pt x="21883" y="2126"/>
                    </a:lnTo>
                    <a:lnTo>
                      <a:pt x="21804" y="1890"/>
                    </a:lnTo>
                    <a:lnTo>
                      <a:pt x="21725" y="1654"/>
                    </a:lnTo>
                    <a:lnTo>
                      <a:pt x="21620" y="1431"/>
                    </a:lnTo>
                    <a:lnTo>
                      <a:pt x="21489" y="1221"/>
                    </a:lnTo>
                    <a:lnTo>
                      <a:pt x="21358" y="1024"/>
                    </a:lnTo>
                    <a:lnTo>
                      <a:pt x="21200" y="827"/>
                    </a:lnTo>
                    <a:lnTo>
                      <a:pt x="21030" y="657"/>
                    </a:lnTo>
                    <a:lnTo>
                      <a:pt x="20833" y="499"/>
                    </a:lnTo>
                    <a:lnTo>
                      <a:pt x="20623" y="368"/>
                    </a:lnTo>
                    <a:lnTo>
                      <a:pt x="20400" y="250"/>
                    </a:lnTo>
                    <a:lnTo>
                      <a:pt x="20151" y="145"/>
                    </a:lnTo>
                    <a:lnTo>
                      <a:pt x="19888" y="66"/>
                    </a:lnTo>
                    <a:lnTo>
                      <a:pt x="19613" y="27"/>
                    </a:lnTo>
                    <a:lnTo>
                      <a:pt x="19324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8" name="Google Shape;458;p16"/>
              <p:cNvSpPr/>
              <p:nvPr/>
            </p:nvSpPr>
            <p:spPr>
              <a:xfrm>
                <a:off x="1989700" y="3428739"/>
                <a:ext cx="395636" cy="44767"/>
              </a:xfrm>
              <a:custGeom>
                <a:rect b="b" l="l" r="r" t="t"/>
                <a:pathLst>
                  <a:path extrusionOk="0" h="2494" w="22041">
                    <a:moveTo>
                      <a:pt x="1" y="1"/>
                    </a:moveTo>
                    <a:lnTo>
                      <a:pt x="14" y="250"/>
                    </a:lnTo>
                    <a:lnTo>
                      <a:pt x="53" y="499"/>
                    </a:lnTo>
                    <a:lnTo>
                      <a:pt x="106" y="736"/>
                    </a:lnTo>
                    <a:lnTo>
                      <a:pt x="197" y="972"/>
                    </a:lnTo>
                    <a:lnTo>
                      <a:pt x="302" y="1182"/>
                    </a:lnTo>
                    <a:lnTo>
                      <a:pt x="420" y="1392"/>
                    </a:lnTo>
                    <a:lnTo>
                      <a:pt x="565" y="1588"/>
                    </a:lnTo>
                    <a:lnTo>
                      <a:pt x="735" y="1759"/>
                    </a:lnTo>
                    <a:lnTo>
                      <a:pt x="906" y="1916"/>
                    </a:lnTo>
                    <a:lnTo>
                      <a:pt x="1103" y="2061"/>
                    </a:lnTo>
                    <a:lnTo>
                      <a:pt x="1299" y="2192"/>
                    </a:lnTo>
                    <a:lnTo>
                      <a:pt x="1522" y="2297"/>
                    </a:lnTo>
                    <a:lnTo>
                      <a:pt x="1759" y="2375"/>
                    </a:lnTo>
                    <a:lnTo>
                      <a:pt x="1995" y="2441"/>
                    </a:lnTo>
                    <a:lnTo>
                      <a:pt x="2244" y="2480"/>
                    </a:lnTo>
                    <a:lnTo>
                      <a:pt x="2493" y="2494"/>
                    </a:lnTo>
                    <a:lnTo>
                      <a:pt x="19548" y="2494"/>
                    </a:lnTo>
                    <a:lnTo>
                      <a:pt x="19797" y="2480"/>
                    </a:lnTo>
                    <a:lnTo>
                      <a:pt x="20046" y="2441"/>
                    </a:lnTo>
                    <a:lnTo>
                      <a:pt x="20282" y="2375"/>
                    </a:lnTo>
                    <a:lnTo>
                      <a:pt x="20519" y="2297"/>
                    </a:lnTo>
                    <a:lnTo>
                      <a:pt x="20729" y="2192"/>
                    </a:lnTo>
                    <a:lnTo>
                      <a:pt x="20938" y="2061"/>
                    </a:lnTo>
                    <a:lnTo>
                      <a:pt x="21135" y="1916"/>
                    </a:lnTo>
                    <a:lnTo>
                      <a:pt x="21306" y="1759"/>
                    </a:lnTo>
                    <a:lnTo>
                      <a:pt x="21476" y="1588"/>
                    </a:lnTo>
                    <a:lnTo>
                      <a:pt x="21621" y="1392"/>
                    </a:lnTo>
                    <a:lnTo>
                      <a:pt x="21739" y="1182"/>
                    </a:lnTo>
                    <a:lnTo>
                      <a:pt x="21844" y="972"/>
                    </a:lnTo>
                    <a:lnTo>
                      <a:pt x="21922" y="736"/>
                    </a:lnTo>
                    <a:lnTo>
                      <a:pt x="21988" y="499"/>
                    </a:lnTo>
                    <a:lnTo>
                      <a:pt x="22027" y="250"/>
                    </a:lnTo>
                    <a:lnTo>
                      <a:pt x="22040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59" name="Google Shape;459;p16"/>
          <p:cNvGrpSpPr/>
          <p:nvPr/>
        </p:nvGrpSpPr>
        <p:grpSpPr>
          <a:xfrm>
            <a:off x="3461475" y="1827500"/>
            <a:ext cx="5264100" cy="895200"/>
            <a:chOff x="3413175" y="1842450"/>
            <a:chExt cx="5264100" cy="895200"/>
          </a:xfrm>
        </p:grpSpPr>
        <p:sp>
          <p:nvSpPr>
            <p:cNvPr id="460" name="Google Shape;460;p16"/>
            <p:cNvSpPr/>
            <p:nvPr/>
          </p:nvSpPr>
          <p:spPr>
            <a:xfrm>
              <a:off x="7388775" y="1842450"/>
              <a:ext cx="519600" cy="371400"/>
            </a:xfrm>
            <a:prstGeom prst="roundRect">
              <a:avLst>
                <a:gd fmla="val 16667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03</a:t>
              </a:r>
              <a:endParaRPr b="1" sz="180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461" name="Google Shape;461;p16"/>
            <p:cNvSpPr txBox="1"/>
            <p:nvPr/>
          </p:nvSpPr>
          <p:spPr>
            <a:xfrm>
              <a:off x="3413175" y="1862250"/>
              <a:ext cx="21798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Explore our data and identify patterns, relationships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62" name="Google Shape;462;p16"/>
            <p:cNvSpPr txBox="1"/>
            <p:nvPr/>
          </p:nvSpPr>
          <p:spPr>
            <a:xfrm>
              <a:off x="6619875" y="2405850"/>
              <a:ext cx="20574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Anomaly Detection</a:t>
              </a:r>
              <a:endParaRPr b="1" sz="18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17"/>
          <p:cNvSpPr txBox="1"/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</a:t>
            </a:r>
            <a:r>
              <a:rPr lang="en" sz="1800"/>
              <a:t>Steps Clustering with k-means algorithm</a:t>
            </a:r>
            <a:endParaRPr/>
          </a:p>
        </p:txBody>
      </p:sp>
      <p:grpSp>
        <p:nvGrpSpPr>
          <p:cNvPr id="468" name="Google Shape;468;p17"/>
          <p:cNvGrpSpPr/>
          <p:nvPr/>
        </p:nvGrpSpPr>
        <p:grpSpPr>
          <a:xfrm>
            <a:off x="2076715" y="1313038"/>
            <a:ext cx="5514735" cy="1319538"/>
            <a:chOff x="2076715" y="1311425"/>
            <a:chExt cx="5514735" cy="1319538"/>
          </a:xfrm>
        </p:grpSpPr>
        <p:sp>
          <p:nvSpPr>
            <p:cNvPr id="469" name="Google Shape;469;p17"/>
            <p:cNvSpPr/>
            <p:nvPr/>
          </p:nvSpPr>
          <p:spPr>
            <a:xfrm>
              <a:off x="6986950" y="1311425"/>
              <a:ext cx="604500" cy="6045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04</a:t>
              </a:r>
              <a:endParaRPr b="1" sz="180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grpSp>
          <p:nvGrpSpPr>
            <p:cNvPr id="470" name="Google Shape;470;p17"/>
            <p:cNvGrpSpPr/>
            <p:nvPr/>
          </p:nvGrpSpPr>
          <p:grpSpPr>
            <a:xfrm>
              <a:off x="2076715" y="1791163"/>
              <a:ext cx="3476935" cy="839800"/>
              <a:chOff x="3481590" y="1213496"/>
              <a:chExt cx="3476935" cy="839800"/>
            </a:xfrm>
          </p:grpSpPr>
          <p:sp>
            <p:nvSpPr>
              <p:cNvPr id="471" name="Google Shape;471;p17"/>
              <p:cNvSpPr txBox="1"/>
              <p:nvPr/>
            </p:nvSpPr>
            <p:spPr>
              <a:xfrm>
                <a:off x="3481590" y="1213496"/>
                <a:ext cx="19812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800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Displaced centroid</a:t>
                </a:r>
                <a:endParaRPr b="1" sz="1800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472" name="Google Shape;472;p17"/>
              <p:cNvSpPr txBox="1"/>
              <p:nvPr/>
            </p:nvSpPr>
            <p:spPr>
              <a:xfrm>
                <a:off x="3489325" y="1721496"/>
                <a:ext cx="34692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>
                    <a:latin typeface="Roboto"/>
                    <a:ea typeface="Roboto"/>
                    <a:cs typeface="Roboto"/>
                    <a:sym typeface="Roboto"/>
                  </a:rPr>
                  <a:t>Recalculation</a:t>
                </a:r>
                <a:r>
                  <a:rPr lang="en">
                    <a:latin typeface="Roboto"/>
                    <a:ea typeface="Roboto"/>
                    <a:cs typeface="Roboto"/>
                    <a:sym typeface="Roboto"/>
                  </a:rPr>
                  <a:t> : Recalculate the centroid of each cluster by taking the mean of all the data points assigned to it</a:t>
                </a: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grpSp>
        <p:nvGrpSpPr>
          <p:cNvPr id="473" name="Google Shape;473;p17"/>
          <p:cNvGrpSpPr/>
          <p:nvPr/>
        </p:nvGrpSpPr>
        <p:grpSpPr>
          <a:xfrm>
            <a:off x="847425" y="2237083"/>
            <a:ext cx="5347033" cy="1257467"/>
            <a:chOff x="1082367" y="2477850"/>
            <a:chExt cx="5347033" cy="1257467"/>
          </a:xfrm>
        </p:grpSpPr>
        <p:sp>
          <p:nvSpPr>
            <p:cNvPr id="474" name="Google Shape;474;p17"/>
            <p:cNvSpPr/>
            <p:nvPr/>
          </p:nvSpPr>
          <p:spPr>
            <a:xfrm>
              <a:off x="5824900" y="2477850"/>
              <a:ext cx="604500" cy="6045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03</a:t>
              </a:r>
              <a:endParaRPr b="1" sz="180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475" name="Google Shape;475;p17"/>
            <p:cNvSpPr txBox="1"/>
            <p:nvPr/>
          </p:nvSpPr>
          <p:spPr>
            <a:xfrm>
              <a:off x="1082367" y="3403517"/>
              <a:ext cx="34041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Select -</a:t>
              </a:r>
              <a:endParaRPr b="1" sz="1800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Map each data point to the closest central point based on the Euclidean distanc</a:t>
              </a: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e</a:t>
              </a:r>
              <a:endParaRPr sz="1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476" name="Google Shape;476;p17"/>
          <p:cNvSpPr/>
          <p:nvPr/>
        </p:nvSpPr>
        <p:spPr>
          <a:xfrm>
            <a:off x="4192966" y="3162742"/>
            <a:ext cx="604500" cy="6045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02</a:t>
            </a:r>
            <a:endParaRPr b="1" sz="180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477" name="Google Shape;477;p17"/>
          <p:cNvGrpSpPr/>
          <p:nvPr/>
        </p:nvGrpSpPr>
        <p:grpSpPr>
          <a:xfrm>
            <a:off x="680427" y="4088400"/>
            <a:ext cx="2720047" cy="604500"/>
            <a:chOff x="3709352" y="2477850"/>
            <a:chExt cx="2720047" cy="604500"/>
          </a:xfrm>
        </p:grpSpPr>
        <p:sp>
          <p:nvSpPr>
            <p:cNvPr id="478" name="Google Shape;478;p17"/>
            <p:cNvSpPr/>
            <p:nvPr/>
          </p:nvSpPr>
          <p:spPr>
            <a:xfrm>
              <a:off x="5824900" y="2477850"/>
              <a:ext cx="604500" cy="60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01</a:t>
              </a:r>
              <a:endParaRPr b="1" sz="180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479" name="Google Shape;479;p17"/>
            <p:cNvSpPr txBox="1"/>
            <p:nvPr/>
          </p:nvSpPr>
          <p:spPr>
            <a:xfrm>
              <a:off x="3709352" y="2667688"/>
              <a:ext cx="19812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Initialization </a:t>
              </a:r>
              <a:endParaRPr b="1" sz="1800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Number of clusters “K” eq number of centroid</a:t>
              </a:r>
              <a:endParaRPr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480" name="Google Shape;480;p17"/>
          <p:cNvCxnSpPr>
            <a:stCxn id="478" idx="6"/>
            <a:endCxn id="476" idx="4"/>
          </p:cNvCxnSpPr>
          <p:nvPr/>
        </p:nvCxnSpPr>
        <p:spPr>
          <a:xfrm flipH="1" rot="10800000">
            <a:off x="3400475" y="3767250"/>
            <a:ext cx="1094700" cy="6234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1" name="Google Shape;481;p17"/>
          <p:cNvCxnSpPr>
            <a:stCxn id="476" idx="6"/>
            <a:endCxn id="474" idx="4"/>
          </p:cNvCxnSpPr>
          <p:nvPr/>
        </p:nvCxnSpPr>
        <p:spPr>
          <a:xfrm flipH="1" rot="10800000">
            <a:off x="4797466" y="2841592"/>
            <a:ext cx="1094700" cy="6234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2" name="Google Shape;482;p17"/>
          <p:cNvCxnSpPr>
            <a:stCxn id="474" idx="6"/>
            <a:endCxn id="469" idx="4"/>
          </p:cNvCxnSpPr>
          <p:nvPr/>
        </p:nvCxnSpPr>
        <p:spPr>
          <a:xfrm flipH="1" rot="10800000">
            <a:off x="6194458" y="1917433"/>
            <a:ext cx="1094700" cy="6219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483" name="Google Shape;483;p17"/>
          <p:cNvGrpSpPr/>
          <p:nvPr/>
        </p:nvGrpSpPr>
        <p:grpSpPr>
          <a:xfrm>
            <a:off x="2883438" y="1459989"/>
            <a:ext cx="367726" cy="307374"/>
            <a:chOff x="4794038" y="3489860"/>
            <a:chExt cx="367726" cy="307374"/>
          </a:xfrm>
        </p:grpSpPr>
        <p:sp>
          <p:nvSpPr>
            <p:cNvPr id="484" name="Google Shape;484;p17"/>
            <p:cNvSpPr/>
            <p:nvPr/>
          </p:nvSpPr>
          <p:spPr>
            <a:xfrm>
              <a:off x="4794038" y="3744242"/>
              <a:ext cx="367726" cy="52992"/>
            </a:xfrm>
            <a:custGeom>
              <a:rect b="b" l="l" r="r" t="t"/>
              <a:pathLst>
                <a:path extrusionOk="0" h="1548" w="10742">
                  <a:moveTo>
                    <a:pt x="191" y="0"/>
                  </a:moveTo>
                  <a:cubicBezTo>
                    <a:pt x="96" y="0"/>
                    <a:pt x="1" y="72"/>
                    <a:pt x="25" y="167"/>
                  </a:cubicBezTo>
                  <a:lnTo>
                    <a:pt x="25" y="857"/>
                  </a:lnTo>
                  <a:cubicBezTo>
                    <a:pt x="1" y="1238"/>
                    <a:pt x="311" y="1548"/>
                    <a:pt x="692" y="1548"/>
                  </a:cubicBezTo>
                  <a:lnTo>
                    <a:pt x="10051" y="1548"/>
                  </a:lnTo>
                  <a:cubicBezTo>
                    <a:pt x="10432" y="1548"/>
                    <a:pt x="10741" y="1238"/>
                    <a:pt x="10741" y="857"/>
                  </a:cubicBezTo>
                  <a:lnTo>
                    <a:pt x="10741" y="167"/>
                  </a:lnTo>
                  <a:cubicBezTo>
                    <a:pt x="10741" y="72"/>
                    <a:pt x="10646" y="0"/>
                    <a:pt x="10551" y="0"/>
                  </a:cubicBezTo>
                  <a:lnTo>
                    <a:pt x="6717" y="0"/>
                  </a:lnTo>
                  <a:lnTo>
                    <a:pt x="6574" y="357"/>
                  </a:lnTo>
                  <a:cubicBezTo>
                    <a:pt x="6526" y="429"/>
                    <a:pt x="6455" y="500"/>
                    <a:pt x="6359" y="500"/>
                  </a:cubicBezTo>
                  <a:lnTo>
                    <a:pt x="4407" y="500"/>
                  </a:lnTo>
                  <a:cubicBezTo>
                    <a:pt x="4311" y="500"/>
                    <a:pt x="4216" y="429"/>
                    <a:pt x="4192" y="357"/>
                  </a:cubicBezTo>
                  <a:lnTo>
                    <a:pt x="40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17"/>
            <p:cNvSpPr/>
            <p:nvPr/>
          </p:nvSpPr>
          <p:spPr>
            <a:xfrm>
              <a:off x="4929393" y="3629289"/>
              <a:ext cx="97049" cy="27728"/>
            </a:xfrm>
            <a:custGeom>
              <a:rect b="b" l="l" r="r" t="t"/>
              <a:pathLst>
                <a:path extrusionOk="0" h="810" w="2835">
                  <a:moveTo>
                    <a:pt x="0" y="0"/>
                  </a:moveTo>
                  <a:lnTo>
                    <a:pt x="0" y="453"/>
                  </a:lnTo>
                  <a:cubicBezTo>
                    <a:pt x="441" y="691"/>
                    <a:pt x="929" y="810"/>
                    <a:pt x="1417" y="810"/>
                  </a:cubicBezTo>
                  <a:cubicBezTo>
                    <a:pt x="1905" y="810"/>
                    <a:pt x="2394" y="691"/>
                    <a:pt x="2834" y="453"/>
                  </a:cubicBezTo>
                  <a:lnTo>
                    <a:pt x="2834" y="0"/>
                  </a:lnTo>
                  <a:lnTo>
                    <a:pt x="1548" y="477"/>
                  </a:lnTo>
                  <a:cubicBezTo>
                    <a:pt x="1524" y="500"/>
                    <a:pt x="1477" y="500"/>
                    <a:pt x="1429" y="500"/>
                  </a:cubicBezTo>
                  <a:cubicBezTo>
                    <a:pt x="1405" y="500"/>
                    <a:pt x="1358" y="500"/>
                    <a:pt x="1334" y="47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17"/>
            <p:cNvSpPr/>
            <p:nvPr/>
          </p:nvSpPr>
          <p:spPr>
            <a:xfrm>
              <a:off x="4900843" y="3566507"/>
              <a:ext cx="155758" cy="57921"/>
            </a:xfrm>
            <a:custGeom>
              <a:rect b="b" l="l" r="r" t="t"/>
              <a:pathLst>
                <a:path extrusionOk="0" h="1692" w="4550">
                  <a:moveTo>
                    <a:pt x="2287" y="1"/>
                  </a:moveTo>
                  <a:lnTo>
                    <a:pt x="1" y="858"/>
                  </a:lnTo>
                  <a:lnTo>
                    <a:pt x="2287" y="1691"/>
                  </a:lnTo>
                  <a:lnTo>
                    <a:pt x="4549" y="858"/>
                  </a:lnTo>
                  <a:lnTo>
                    <a:pt x="228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17"/>
            <p:cNvSpPr/>
            <p:nvPr/>
          </p:nvSpPr>
          <p:spPr>
            <a:xfrm>
              <a:off x="4809545" y="3489860"/>
              <a:ext cx="337532" cy="249521"/>
            </a:xfrm>
            <a:custGeom>
              <a:rect b="b" l="l" r="r" t="t"/>
              <a:pathLst>
                <a:path extrusionOk="0" h="7289" w="9860">
                  <a:moveTo>
                    <a:pt x="4942" y="1585"/>
                  </a:moveTo>
                  <a:cubicBezTo>
                    <a:pt x="4978" y="1585"/>
                    <a:pt x="5013" y="1597"/>
                    <a:pt x="5049" y="1620"/>
                  </a:cubicBezTo>
                  <a:lnTo>
                    <a:pt x="8240" y="2787"/>
                  </a:lnTo>
                  <a:cubicBezTo>
                    <a:pt x="8359" y="2835"/>
                    <a:pt x="8455" y="2954"/>
                    <a:pt x="8455" y="3073"/>
                  </a:cubicBezTo>
                  <a:cubicBezTo>
                    <a:pt x="8455" y="3216"/>
                    <a:pt x="8359" y="3335"/>
                    <a:pt x="8240" y="3383"/>
                  </a:cubicBezTo>
                  <a:lnTo>
                    <a:pt x="6978" y="3835"/>
                  </a:lnTo>
                  <a:lnTo>
                    <a:pt x="6978" y="4692"/>
                  </a:lnTo>
                  <a:cubicBezTo>
                    <a:pt x="6954" y="4788"/>
                    <a:pt x="6907" y="4883"/>
                    <a:pt x="6835" y="4954"/>
                  </a:cubicBezTo>
                  <a:cubicBezTo>
                    <a:pt x="6252" y="5324"/>
                    <a:pt x="5591" y="5508"/>
                    <a:pt x="4930" y="5508"/>
                  </a:cubicBezTo>
                  <a:cubicBezTo>
                    <a:pt x="4269" y="5508"/>
                    <a:pt x="3608" y="5324"/>
                    <a:pt x="3025" y="4954"/>
                  </a:cubicBezTo>
                  <a:cubicBezTo>
                    <a:pt x="2930" y="4883"/>
                    <a:pt x="2882" y="4788"/>
                    <a:pt x="2882" y="4692"/>
                  </a:cubicBezTo>
                  <a:lnTo>
                    <a:pt x="2882" y="3835"/>
                  </a:lnTo>
                  <a:lnTo>
                    <a:pt x="2572" y="3716"/>
                  </a:lnTo>
                  <a:lnTo>
                    <a:pt x="2572" y="4669"/>
                  </a:lnTo>
                  <a:cubicBezTo>
                    <a:pt x="2549" y="4859"/>
                    <a:pt x="2400" y="4954"/>
                    <a:pt x="2251" y="4954"/>
                  </a:cubicBezTo>
                  <a:cubicBezTo>
                    <a:pt x="2102" y="4954"/>
                    <a:pt x="1953" y="4859"/>
                    <a:pt x="1929" y="4669"/>
                  </a:cubicBezTo>
                  <a:lnTo>
                    <a:pt x="1929" y="3478"/>
                  </a:lnTo>
                  <a:lnTo>
                    <a:pt x="1644" y="3383"/>
                  </a:lnTo>
                  <a:cubicBezTo>
                    <a:pt x="1501" y="3335"/>
                    <a:pt x="1429" y="3216"/>
                    <a:pt x="1429" y="3073"/>
                  </a:cubicBezTo>
                  <a:cubicBezTo>
                    <a:pt x="1429" y="2954"/>
                    <a:pt x="1501" y="2835"/>
                    <a:pt x="1644" y="2787"/>
                  </a:cubicBezTo>
                  <a:lnTo>
                    <a:pt x="4835" y="1620"/>
                  </a:lnTo>
                  <a:cubicBezTo>
                    <a:pt x="4870" y="1597"/>
                    <a:pt x="4906" y="1585"/>
                    <a:pt x="4942" y="1585"/>
                  </a:cubicBezTo>
                  <a:close/>
                  <a:moveTo>
                    <a:pt x="905" y="1"/>
                  </a:moveTo>
                  <a:cubicBezTo>
                    <a:pt x="405" y="1"/>
                    <a:pt x="0" y="406"/>
                    <a:pt x="0" y="930"/>
                  </a:cubicBezTo>
                  <a:lnTo>
                    <a:pt x="0" y="6788"/>
                  </a:lnTo>
                  <a:lnTo>
                    <a:pt x="3596" y="6788"/>
                  </a:lnTo>
                  <a:cubicBezTo>
                    <a:pt x="3858" y="6788"/>
                    <a:pt x="4097" y="6931"/>
                    <a:pt x="4192" y="7169"/>
                  </a:cubicBezTo>
                  <a:lnTo>
                    <a:pt x="4168" y="7169"/>
                  </a:lnTo>
                  <a:lnTo>
                    <a:pt x="4216" y="7288"/>
                  </a:lnTo>
                  <a:lnTo>
                    <a:pt x="5644" y="7288"/>
                  </a:lnTo>
                  <a:lnTo>
                    <a:pt x="5692" y="7169"/>
                  </a:lnTo>
                  <a:cubicBezTo>
                    <a:pt x="5787" y="6931"/>
                    <a:pt x="6002" y="6788"/>
                    <a:pt x="6264" y="6788"/>
                  </a:cubicBezTo>
                  <a:lnTo>
                    <a:pt x="9860" y="6788"/>
                  </a:lnTo>
                  <a:lnTo>
                    <a:pt x="9860" y="930"/>
                  </a:lnTo>
                  <a:cubicBezTo>
                    <a:pt x="9860" y="406"/>
                    <a:pt x="9455" y="1"/>
                    <a:pt x="895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88" name="Google Shape;488;p17"/>
          <p:cNvSpPr txBox="1"/>
          <p:nvPr/>
        </p:nvSpPr>
        <p:spPr>
          <a:xfrm>
            <a:off x="1805450" y="1202175"/>
            <a:ext cx="5249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steps 2 and 3 until the centroids no longer change or a maximum number of iterations is reached</a:t>
            </a:r>
            <a:endParaRPr/>
          </a:p>
        </p:txBody>
      </p:sp>
      <p:sp>
        <p:nvSpPr>
          <p:cNvPr id="489" name="Google Shape;489;p17"/>
          <p:cNvSpPr txBox="1"/>
          <p:nvPr/>
        </p:nvSpPr>
        <p:spPr>
          <a:xfrm>
            <a:off x="1805450" y="907150"/>
            <a:ext cx="902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Repeat </a:t>
            </a:r>
            <a:endParaRPr/>
          </a:p>
        </p:txBody>
      </p:sp>
      <p:sp>
        <p:nvSpPr>
          <p:cNvPr id="490" name="Google Shape;490;p17"/>
          <p:cNvSpPr txBox="1"/>
          <p:nvPr/>
        </p:nvSpPr>
        <p:spPr>
          <a:xfrm>
            <a:off x="5506250" y="3913850"/>
            <a:ext cx="3000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The algorithm outputs the K clusters and their respective centroids.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18"/>
          <p:cNvSpPr txBox="1"/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4. P</a:t>
            </a:r>
            <a:r>
              <a:rPr lang="en" sz="1800"/>
              <a:t>resentation of my code with </a:t>
            </a:r>
            <a:endParaRPr/>
          </a:p>
        </p:txBody>
      </p:sp>
      <p:sp>
        <p:nvSpPr>
          <p:cNvPr id="496" name="Google Shape;496;p18"/>
          <p:cNvSpPr txBox="1"/>
          <p:nvPr/>
        </p:nvSpPr>
        <p:spPr>
          <a:xfrm>
            <a:off x="4095763" y="1047750"/>
            <a:ext cx="952500" cy="42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800">
              <a:solidFill>
                <a:schemeClr val="accent6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pic>
        <p:nvPicPr>
          <p:cNvPr id="497" name="Google Shape;49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74400" y="1170236"/>
            <a:ext cx="9144001" cy="160727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98" name="Google Shape;498;p18"/>
          <p:cNvGrpSpPr/>
          <p:nvPr/>
        </p:nvGrpSpPr>
        <p:grpSpPr>
          <a:xfrm>
            <a:off x="6571767" y="2829367"/>
            <a:ext cx="2209640" cy="2083738"/>
            <a:chOff x="457200" y="997005"/>
            <a:chExt cx="4114785" cy="3734967"/>
          </a:xfrm>
        </p:grpSpPr>
        <p:sp>
          <p:nvSpPr>
            <p:cNvPr id="499" name="Google Shape;499;p18"/>
            <p:cNvSpPr/>
            <p:nvPr/>
          </p:nvSpPr>
          <p:spPr>
            <a:xfrm>
              <a:off x="457200" y="4475703"/>
              <a:ext cx="3036451" cy="256268"/>
            </a:xfrm>
            <a:custGeom>
              <a:rect b="b" l="l" r="r" t="t"/>
              <a:pathLst>
                <a:path extrusionOk="0" h="7251" w="85915">
                  <a:moveTo>
                    <a:pt x="40754" y="1"/>
                  </a:moveTo>
                  <a:lnTo>
                    <a:pt x="38564" y="14"/>
                  </a:lnTo>
                  <a:lnTo>
                    <a:pt x="36414" y="42"/>
                  </a:lnTo>
                  <a:lnTo>
                    <a:pt x="34306" y="69"/>
                  </a:lnTo>
                  <a:lnTo>
                    <a:pt x="32225" y="110"/>
                  </a:lnTo>
                  <a:lnTo>
                    <a:pt x="30184" y="164"/>
                  </a:lnTo>
                  <a:lnTo>
                    <a:pt x="28185" y="219"/>
                  </a:lnTo>
                  <a:lnTo>
                    <a:pt x="26240" y="287"/>
                  </a:lnTo>
                  <a:lnTo>
                    <a:pt x="24335" y="355"/>
                  </a:lnTo>
                  <a:lnTo>
                    <a:pt x="22485" y="436"/>
                  </a:lnTo>
                  <a:lnTo>
                    <a:pt x="20690" y="518"/>
                  </a:lnTo>
                  <a:lnTo>
                    <a:pt x="18935" y="613"/>
                  </a:lnTo>
                  <a:lnTo>
                    <a:pt x="17262" y="722"/>
                  </a:lnTo>
                  <a:lnTo>
                    <a:pt x="15630" y="831"/>
                  </a:lnTo>
                  <a:lnTo>
                    <a:pt x="14079" y="939"/>
                  </a:lnTo>
                  <a:lnTo>
                    <a:pt x="12583" y="1062"/>
                  </a:lnTo>
                  <a:lnTo>
                    <a:pt x="11168" y="1184"/>
                  </a:lnTo>
                  <a:lnTo>
                    <a:pt x="9808" y="1320"/>
                  </a:lnTo>
                  <a:lnTo>
                    <a:pt x="8543" y="1456"/>
                  </a:lnTo>
                  <a:lnTo>
                    <a:pt x="7332" y="1592"/>
                  </a:lnTo>
                  <a:lnTo>
                    <a:pt x="6217" y="1742"/>
                  </a:lnTo>
                  <a:lnTo>
                    <a:pt x="5183" y="1892"/>
                  </a:lnTo>
                  <a:lnTo>
                    <a:pt x="4244" y="2055"/>
                  </a:lnTo>
                  <a:lnTo>
                    <a:pt x="3374" y="2218"/>
                  </a:lnTo>
                  <a:lnTo>
                    <a:pt x="2612" y="2381"/>
                  </a:lnTo>
                  <a:lnTo>
                    <a:pt x="1932" y="2545"/>
                  </a:lnTo>
                  <a:lnTo>
                    <a:pt x="1361" y="2721"/>
                  </a:lnTo>
                  <a:lnTo>
                    <a:pt x="1102" y="2803"/>
                  </a:lnTo>
                  <a:lnTo>
                    <a:pt x="871" y="2898"/>
                  </a:lnTo>
                  <a:lnTo>
                    <a:pt x="667" y="2980"/>
                  </a:lnTo>
                  <a:lnTo>
                    <a:pt x="504" y="3075"/>
                  </a:lnTo>
                  <a:lnTo>
                    <a:pt x="354" y="3157"/>
                  </a:lnTo>
                  <a:lnTo>
                    <a:pt x="218" y="3252"/>
                  </a:lnTo>
                  <a:lnTo>
                    <a:pt x="123" y="3347"/>
                  </a:lnTo>
                  <a:lnTo>
                    <a:pt x="55" y="3442"/>
                  </a:lnTo>
                  <a:lnTo>
                    <a:pt x="14" y="3538"/>
                  </a:lnTo>
                  <a:lnTo>
                    <a:pt x="0" y="3619"/>
                  </a:lnTo>
                  <a:lnTo>
                    <a:pt x="14" y="3714"/>
                  </a:lnTo>
                  <a:lnTo>
                    <a:pt x="55" y="3810"/>
                  </a:lnTo>
                  <a:lnTo>
                    <a:pt x="123" y="3905"/>
                  </a:lnTo>
                  <a:lnTo>
                    <a:pt x="218" y="4000"/>
                  </a:lnTo>
                  <a:lnTo>
                    <a:pt x="354" y="4082"/>
                  </a:lnTo>
                  <a:lnTo>
                    <a:pt x="504" y="4177"/>
                  </a:lnTo>
                  <a:lnTo>
                    <a:pt x="667" y="4272"/>
                  </a:lnTo>
                  <a:lnTo>
                    <a:pt x="871" y="4354"/>
                  </a:lnTo>
                  <a:lnTo>
                    <a:pt x="1102" y="4449"/>
                  </a:lnTo>
                  <a:lnTo>
                    <a:pt x="1361" y="4531"/>
                  </a:lnTo>
                  <a:lnTo>
                    <a:pt x="1932" y="4707"/>
                  </a:lnTo>
                  <a:lnTo>
                    <a:pt x="2612" y="4871"/>
                  </a:lnTo>
                  <a:lnTo>
                    <a:pt x="3374" y="5034"/>
                  </a:lnTo>
                  <a:lnTo>
                    <a:pt x="4244" y="5197"/>
                  </a:lnTo>
                  <a:lnTo>
                    <a:pt x="5183" y="5360"/>
                  </a:lnTo>
                  <a:lnTo>
                    <a:pt x="6217" y="5510"/>
                  </a:lnTo>
                  <a:lnTo>
                    <a:pt x="7332" y="5646"/>
                  </a:lnTo>
                  <a:lnTo>
                    <a:pt x="8543" y="5796"/>
                  </a:lnTo>
                  <a:lnTo>
                    <a:pt x="9808" y="5932"/>
                  </a:lnTo>
                  <a:lnTo>
                    <a:pt x="11168" y="6068"/>
                  </a:lnTo>
                  <a:lnTo>
                    <a:pt x="12583" y="6190"/>
                  </a:lnTo>
                  <a:lnTo>
                    <a:pt x="14079" y="6312"/>
                  </a:lnTo>
                  <a:lnTo>
                    <a:pt x="15630" y="6421"/>
                  </a:lnTo>
                  <a:lnTo>
                    <a:pt x="17262" y="6530"/>
                  </a:lnTo>
                  <a:lnTo>
                    <a:pt x="18935" y="6639"/>
                  </a:lnTo>
                  <a:lnTo>
                    <a:pt x="20690" y="6721"/>
                  </a:lnTo>
                  <a:lnTo>
                    <a:pt x="22485" y="6816"/>
                  </a:lnTo>
                  <a:lnTo>
                    <a:pt x="24335" y="6897"/>
                  </a:lnTo>
                  <a:lnTo>
                    <a:pt x="26240" y="6965"/>
                  </a:lnTo>
                  <a:lnTo>
                    <a:pt x="28185" y="7033"/>
                  </a:lnTo>
                  <a:lnTo>
                    <a:pt x="30184" y="7088"/>
                  </a:lnTo>
                  <a:lnTo>
                    <a:pt x="32225" y="7142"/>
                  </a:lnTo>
                  <a:lnTo>
                    <a:pt x="34306" y="7183"/>
                  </a:lnTo>
                  <a:lnTo>
                    <a:pt x="36414" y="7210"/>
                  </a:lnTo>
                  <a:lnTo>
                    <a:pt x="38564" y="7237"/>
                  </a:lnTo>
                  <a:lnTo>
                    <a:pt x="40754" y="7251"/>
                  </a:lnTo>
                  <a:lnTo>
                    <a:pt x="45175" y="7251"/>
                  </a:lnTo>
                  <a:lnTo>
                    <a:pt x="47351" y="7237"/>
                  </a:lnTo>
                  <a:lnTo>
                    <a:pt x="49500" y="7210"/>
                  </a:lnTo>
                  <a:lnTo>
                    <a:pt x="51622" y="7183"/>
                  </a:lnTo>
                  <a:lnTo>
                    <a:pt x="53690" y="7142"/>
                  </a:lnTo>
                  <a:lnTo>
                    <a:pt x="55730" y="7088"/>
                  </a:lnTo>
                  <a:lnTo>
                    <a:pt x="57730" y="7033"/>
                  </a:lnTo>
                  <a:lnTo>
                    <a:pt x="59675" y="6965"/>
                  </a:lnTo>
                  <a:lnTo>
                    <a:pt x="61579" y="6897"/>
                  </a:lnTo>
                  <a:lnTo>
                    <a:pt x="63429" y="6816"/>
                  </a:lnTo>
                  <a:lnTo>
                    <a:pt x="65238" y="6721"/>
                  </a:lnTo>
                  <a:lnTo>
                    <a:pt x="66980" y="6639"/>
                  </a:lnTo>
                  <a:lnTo>
                    <a:pt x="68666" y="6530"/>
                  </a:lnTo>
                  <a:lnTo>
                    <a:pt x="70285" y="6421"/>
                  </a:lnTo>
                  <a:lnTo>
                    <a:pt x="71836" y="6312"/>
                  </a:lnTo>
                  <a:lnTo>
                    <a:pt x="73332" y="6190"/>
                  </a:lnTo>
                  <a:lnTo>
                    <a:pt x="74760" y="6068"/>
                  </a:lnTo>
                  <a:lnTo>
                    <a:pt x="76107" y="5932"/>
                  </a:lnTo>
                  <a:lnTo>
                    <a:pt x="77386" y="5796"/>
                  </a:lnTo>
                  <a:lnTo>
                    <a:pt x="78583" y="5646"/>
                  </a:lnTo>
                  <a:lnTo>
                    <a:pt x="79698" y="5510"/>
                  </a:lnTo>
                  <a:lnTo>
                    <a:pt x="80732" y="5360"/>
                  </a:lnTo>
                  <a:lnTo>
                    <a:pt x="81684" y="5197"/>
                  </a:lnTo>
                  <a:lnTo>
                    <a:pt x="82541" y="5034"/>
                  </a:lnTo>
                  <a:lnTo>
                    <a:pt x="83303" y="4871"/>
                  </a:lnTo>
                  <a:lnTo>
                    <a:pt x="83983" y="4707"/>
                  </a:lnTo>
                  <a:lnTo>
                    <a:pt x="84568" y="4531"/>
                  </a:lnTo>
                  <a:lnTo>
                    <a:pt x="84813" y="4449"/>
                  </a:lnTo>
                  <a:lnTo>
                    <a:pt x="85044" y="4354"/>
                  </a:lnTo>
                  <a:lnTo>
                    <a:pt x="85248" y="4272"/>
                  </a:lnTo>
                  <a:lnTo>
                    <a:pt x="85425" y="4177"/>
                  </a:lnTo>
                  <a:lnTo>
                    <a:pt x="85574" y="4082"/>
                  </a:lnTo>
                  <a:lnTo>
                    <a:pt x="85697" y="4000"/>
                  </a:lnTo>
                  <a:lnTo>
                    <a:pt x="85792" y="3905"/>
                  </a:lnTo>
                  <a:lnTo>
                    <a:pt x="85860" y="3810"/>
                  </a:lnTo>
                  <a:lnTo>
                    <a:pt x="85901" y="3714"/>
                  </a:lnTo>
                  <a:lnTo>
                    <a:pt x="85914" y="3619"/>
                  </a:lnTo>
                  <a:lnTo>
                    <a:pt x="85901" y="3538"/>
                  </a:lnTo>
                  <a:lnTo>
                    <a:pt x="85860" y="3442"/>
                  </a:lnTo>
                  <a:lnTo>
                    <a:pt x="85792" y="3347"/>
                  </a:lnTo>
                  <a:lnTo>
                    <a:pt x="85697" y="3252"/>
                  </a:lnTo>
                  <a:lnTo>
                    <a:pt x="85574" y="3157"/>
                  </a:lnTo>
                  <a:lnTo>
                    <a:pt x="85425" y="3075"/>
                  </a:lnTo>
                  <a:lnTo>
                    <a:pt x="85248" y="2980"/>
                  </a:lnTo>
                  <a:lnTo>
                    <a:pt x="85044" y="2898"/>
                  </a:lnTo>
                  <a:lnTo>
                    <a:pt x="84813" y="2803"/>
                  </a:lnTo>
                  <a:lnTo>
                    <a:pt x="84568" y="2721"/>
                  </a:lnTo>
                  <a:lnTo>
                    <a:pt x="83983" y="2545"/>
                  </a:lnTo>
                  <a:lnTo>
                    <a:pt x="83303" y="2381"/>
                  </a:lnTo>
                  <a:lnTo>
                    <a:pt x="82541" y="2218"/>
                  </a:lnTo>
                  <a:lnTo>
                    <a:pt x="81684" y="2055"/>
                  </a:lnTo>
                  <a:lnTo>
                    <a:pt x="80732" y="1892"/>
                  </a:lnTo>
                  <a:lnTo>
                    <a:pt x="79698" y="1742"/>
                  </a:lnTo>
                  <a:lnTo>
                    <a:pt x="78583" y="1592"/>
                  </a:lnTo>
                  <a:lnTo>
                    <a:pt x="77386" y="1456"/>
                  </a:lnTo>
                  <a:lnTo>
                    <a:pt x="76107" y="1320"/>
                  </a:lnTo>
                  <a:lnTo>
                    <a:pt x="74760" y="1184"/>
                  </a:lnTo>
                  <a:lnTo>
                    <a:pt x="73332" y="1062"/>
                  </a:lnTo>
                  <a:lnTo>
                    <a:pt x="71836" y="939"/>
                  </a:lnTo>
                  <a:lnTo>
                    <a:pt x="70285" y="831"/>
                  </a:lnTo>
                  <a:lnTo>
                    <a:pt x="68666" y="722"/>
                  </a:lnTo>
                  <a:lnTo>
                    <a:pt x="66980" y="613"/>
                  </a:lnTo>
                  <a:lnTo>
                    <a:pt x="65238" y="518"/>
                  </a:lnTo>
                  <a:lnTo>
                    <a:pt x="63429" y="436"/>
                  </a:lnTo>
                  <a:lnTo>
                    <a:pt x="61579" y="355"/>
                  </a:lnTo>
                  <a:lnTo>
                    <a:pt x="59675" y="287"/>
                  </a:lnTo>
                  <a:lnTo>
                    <a:pt x="57730" y="219"/>
                  </a:lnTo>
                  <a:lnTo>
                    <a:pt x="55730" y="164"/>
                  </a:lnTo>
                  <a:lnTo>
                    <a:pt x="53690" y="110"/>
                  </a:lnTo>
                  <a:lnTo>
                    <a:pt x="51622" y="69"/>
                  </a:lnTo>
                  <a:lnTo>
                    <a:pt x="49500" y="42"/>
                  </a:lnTo>
                  <a:lnTo>
                    <a:pt x="47351" y="14"/>
                  </a:lnTo>
                  <a:lnTo>
                    <a:pt x="45175" y="1"/>
                  </a:lnTo>
                  <a:close/>
                </a:path>
              </a:pathLst>
            </a:custGeom>
            <a:solidFill>
              <a:srgbClr val="666666">
                <a:alpha val="12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18"/>
            <p:cNvSpPr/>
            <p:nvPr/>
          </p:nvSpPr>
          <p:spPr>
            <a:xfrm>
              <a:off x="1125429" y="3092593"/>
              <a:ext cx="204386" cy="1191325"/>
            </a:xfrm>
            <a:custGeom>
              <a:rect b="b" l="l" r="r" t="t"/>
              <a:pathLst>
                <a:path extrusionOk="0" h="33708" w="5783">
                  <a:moveTo>
                    <a:pt x="531" y="0"/>
                  </a:moveTo>
                  <a:lnTo>
                    <a:pt x="423" y="14"/>
                  </a:lnTo>
                  <a:lnTo>
                    <a:pt x="327" y="41"/>
                  </a:lnTo>
                  <a:lnTo>
                    <a:pt x="232" y="96"/>
                  </a:lnTo>
                  <a:lnTo>
                    <a:pt x="151" y="164"/>
                  </a:lnTo>
                  <a:lnTo>
                    <a:pt x="96" y="245"/>
                  </a:lnTo>
                  <a:lnTo>
                    <a:pt x="42" y="327"/>
                  </a:lnTo>
                  <a:lnTo>
                    <a:pt x="15" y="422"/>
                  </a:lnTo>
                  <a:lnTo>
                    <a:pt x="1" y="531"/>
                  </a:lnTo>
                  <a:lnTo>
                    <a:pt x="1" y="10420"/>
                  </a:lnTo>
                  <a:lnTo>
                    <a:pt x="15" y="10529"/>
                  </a:lnTo>
                  <a:lnTo>
                    <a:pt x="42" y="10624"/>
                  </a:lnTo>
                  <a:lnTo>
                    <a:pt x="83" y="10719"/>
                  </a:lnTo>
                  <a:lnTo>
                    <a:pt x="151" y="10801"/>
                  </a:lnTo>
                  <a:lnTo>
                    <a:pt x="4721" y="15371"/>
                  </a:lnTo>
                  <a:lnTo>
                    <a:pt x="4721" y="19983"/>
                  </a:lnTo>
                  <a:lnTo>
                    <a:pt x="341" y="24376"/>
                  </a:lnTo>
                  <a:lnTo>
                    <a:pt x="273" y="24444"/>
                  </a:lnTo>
                  <a:lnTo>
                    <a:pt x="219" y="24539"/>
                  </a:lnTo>
                  <a:lnTo>
                    <a:pt x="191" y="24635"/>
                  </a:lnTo>
                  <a:lnTo>
                    <a:pt x="178" y="24743"/>
                  </a:lnTo>
                  <a:lnTo>
                    <a:pt x="178" y="33177"/>
                  </a:lnTo>
                  <a:lnTo>
                    <a:pt x="191" y="33286"/>
                  </a:lnTo>
                  <a:lnTo>
                    <a:pt x="219" y="33395"/>
                  </a:lnTo>
                  <a:lnTo>
                    <a:pt x="273" y="33476"/>
                  </a:lnTo>
                  <a:lnTo>
                    <a:pt x="341" y="33558"/>
                  </a:lnTo>
                  <a:lnTo>
                    <a:pt x="409" y="33626"/>
                  </a:lnTo>
                  <a:lnTo>
                    <a:pt x="504" y="33667"/>
                  </a:lnTo>
                  <a:lnTo>
                    <a:pt x="599" y="33707"/>
                  </a:lnTo>
                  <a:lnTo>
                    <a:pt x="817" y="33707"/>
                  </a:lnTo>
                  <a:lnTo>
                    <a:pt x="912" y="33667"/>
                  </a:lnTo>
                  <a:lnTo>
                    <a:pt x="1007" y="33626"/>
                  </a:lnTo>
                  <a:lnTo>
                    <a:pt x="1089" y="33558"/>
                  </a:lnTo>
                  <a:lnTo>
                    <a:pt x="1144" y="33476"/>
                  </a:lnTo>
                  <a:lnTo>
                    <a:pt x="1198" y="33395"/>
                  </a:lnTo>
                  <a:lnTo>
                    <a:pt x="1225" y="33286"/>
                  </a:lnTo>
                  <a:lnTo>
                    <a:pt x="1239" y="33177"/>
                  </a:lnTo>
                  <a:lnTo>
                    <a:pt x="1239" y="24961"/>
                  </a:lnTo>
                  <a:lnTo>
                    <a:pt x="5632" y="20581"/>
                  </a:lnTo>
                  <a:lnTo>
                    <a:pt x="5700" y="20499"/>
                  </a:lnTo>
                  <a:lnTo>
                    <a:pt x="5741" y="20404"/>
                  </a:lnTo>
                  <a:lnTo>
                    <a:pt x="5768" y="20309"/>
                  </a:lnTo>
                  <a:lnTo>
                    <a:pt x="5782" y="20200"/>
                  </a:lnTo>
                  <a:lnTo>
                    <a:pt x="5782" y="15154"/>
                  </a:lnTo>
                  <a:lnTo>
                    <a:pt x="5768" y="15045"/>
                  </a:lnTo>
                  <a:lnTo>
                    <a:pt x="5741" y="14950"/>
                  </a:lnTo>
                  <a:lnTo>
                    <a:pt x="5700" y="14854"/>
                  </a:lnTo>
                  <a:lnTo>
                    <a:pt x="5632" y="14773"/>
                  </a:lnTo>
                  <a:lnTo>
                    <a:pt x="1062" y="10202"/>
                  </a:lnTo>
                  <a:lnTo>
                    <a:pt x="1062" y="531"/>
                  </a:lnTo>
                  <a:lnTo>
                    <a:pt x="1048" y="422"/>
                  </a:lnTo>
                  <a:lnTo>
                    <a:pt x="1021" y="327"/>
                  </a:lnTo>
                  <a:lnTo>
                    <a:pt x="967" y="245"/>
                  </a:lnTo>
                  <a:lnTo>
                    <a:pt x="899" y="164"/>
                  </a:lnTo>
                  <a:lnTo>
                    <a:pt x="831" y="96"/>
                  </a:lnTo>
                  <a:lnTo>
                    <a:pt x="735" y="41"/>
                  </a:lnTo>
                  <a:lnTo>
                    <a:pt x="640" y="14"/>
                  </a:lnTo>
                  <a:lnTo>
                    <a:pt x="53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18"/>
            <p:cNvSpPr/>
            <p:nvPr/>
          </p:nvSpPr>
          <p:spPr>
            <a:xfrm>
              <a:off x="1484583" y="3638253"/>
              <a:ext cx="111541" cy="667302"/>
            </a:xfrm>
            <a:custGeom>
              <a:rect b="b" l="l" r="r" t="t"/>
              <a:pathLst>
                <a:path extrusionOk="0" h="18881" w="3156">
                  <a:moveTo>
                    <a:pt x="2517" y="0"/>
                  </a:moveTo>
                  <a:lnTo>
                    <a:pt x="2421" y="41"/>
                  </a:lnTo>
                  <a:lnTo>
                    <a:pt x="2326" y="82"/>
                  </a:lnTo>
                  <a:lnTo>
                    <a:pt x="2244" y="150"/>
                  </a:lnTo>
                  <a:lnTo>
                    <a:pt x="2176" y="232"/>
                  </a:lnTo>
                  <a:lnTo>
                    <a:pt x="2136" y="313"/>
                  </a:lnTo>
                  <a:lnTo>
                    <a:pt x="2108" y="422"/>
                  </a:lnTo>
                  <a:lnTo>
                    <a:pt x="2095" y="531"/>
                  </a:lnTo>
                  <a:lnTo>
                    <a:pt x="2095" y="6489"/>
                  </a:lnTo>
                  <a:lnTo>
                    <a:pt x="163" y="8420"/>
                  </a:lnTo>
                  <a:lnTo>
                    <a:pt x="95" y="8502"/>
                  </a:lnTo>
                  <a:lnTo>
                    <a:pt x="41" y="8583"/>
                  </a:lnTo>
                  <a:lnTo>
                    <a:pt x="14" y="8692"/>
                  </a:lnTo>
                  <a:lnTo>
                    <a:pt x="0" y="8787"/>
                  </a:lnTo>
                  <a:lnTo>
                    <a:pt x="0" y="18350"/>
                  </a:lnTo>
                  <a:lnTo>
                    <a:pt x="14" y="18459"/>
                  </a:lnTo>
                  <a:lnTo>
                    <a:pt x="41" y="18568"/>
                  </a:lnTo>
                  <a:lnTo>
                    <a:pt x="95" y="18649"/>
                  </a:lnTo>
                  <a:lnTo>
                    <a:pt x="163" y="18731"/>
                  </a:lnTo>
                  <a:lnTo>
                    <a:pt x="245" y="18799"/>
                  </a:lnTo>
                  <a:lnTo>
                    <a:pt x="327" y="18840"/>
                  </a:lnTo>
                  <a:lnTo>
                    <a:pt x="422" y="18881"/>
                  </a:lnTo>
                  <a:lnTo>
                    <a:pt x="639" y="18881"/>
                  </a:lnTo>
                  <a:lnTo>
                    <a:pt x="735" y="18840"/>
                  </a:lnTo>
                  <a:lnTo>
                    <a:pt x="830" y="18799"/>
                  </a:lnTo>
                  <a:lnTo>
                    <a:pt x="911" y="18731"/>
                  </a:lnTo>
                  <a:lnTo>
                    <a:pt x="979" y="18649"/>
                  </a:lnTo>
                  <a:lnTo>
                    <a:pt x="1020" y="18568"/>
                  </a:lnTo>
                  <a:lnTo>
                    <a:pt x="1047" y="18459"/>
                  </a:lnTo>
                  <a:lnTo>
                    <a:pt x="1061" y="18350"/>
                  </a:lnTo>
                  <a:lnTo>
                    <a:pt x="1061" y="9005"/>
                  </a:lnTo>
                  <a:lnTo>
                    <a:pt x="2993" y="7074"/>
                  </a:lnTo>
                  <a:lnTo>
                    <a:pt x="3061" y="6992"/>
                  </a:lnTo>
                  <a:lnTo>
                    <a:pt x="3115" y="6910"/>
                  </a:lnTo>
                  <a:lnTo>
                    <a:pt x="3142" y="6802"/>
                  </a:lnTo>
                  <a:lnTo>
                    <a:pt x="3156" y="6706"/>
                  </a:lnTo>
                  <a:lnTo>
                    <a:pt x="3156" y="531"/>
                  </a:lnTo>
                  <a:lnTo>
                    <a:pt x="3142" y="422"/>
                  </a:lnTo>
                  <a:lnTo>
                    <a:pt x="3115" y="313"/>
                  </a:lnTo>
                  <a:lnTo>
                    <a:pt x="3061" y="232"/>
                  </a:lnTo>
                  <a:lnTo>
                    <a:pt x="2993" y="150"/>
                  </a:lnTo>
                  <a:lnTo>
                    <a:pt x="2925" y="82"/>
                  </a:lnTo>
                  <a:lnTo>
                    <a:pt x="2829" y="41"/>
                  </a:lnTo>
                  <a:lnTo>
                    <a:pt x="27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18"/>
            <p:cNvSpPr/>
            <p:nvPr/>
          </p:nvSpPr>
          <p:spPr>
            <a:xfrm>
              <a:off x="1689360" y="3070009"/>
              <a:ext cx="205799" cy="1235538"/>
            </a:xfrm>
            <a:custGeom>
              <a:rect b="b" l="l" r="r" t="t"/>
              <a:pathLst>
                <a:path extrusionOk="0" h="34959" w="5823">
                  <a:moveTo>
                    <a:pt x="531" y="0"/>
                  </a:moveTo>
                  <a:lnTo>
                    <a:pt x="422" y="14"/>
                  </a:lnTo>
                  <a:lnTo>
                    <a:pt x="327" y="41"/>
                  </a:lnTo>
                  <a:lnTo>
                    <a:pt x="232" y="95"/>
                  </a:lnTo>
                  <a:lnTo>
                    <a:pt x="164" y="150"/>
                  </a:lnTo>
                  <a:lnTo>
                    <a:pt x="96" y="231"/>
                  </a:lnTo>
                  <a:lnTo>
                    <a:pt x="42" y="327"/>
                  </a:lnTo>
                  <a:lnTo>
                    <a:pt x="14" y="422"/>
                  </a:lnTo>
                  <a:lnTo>
                    <a:pt x="1" y="531"/>
                  </a:lnTo>
                  <a:lnTo>
                    <a:pt x="1" y="7726"/>
                  </a:lnTo>
                  <a:lnTo>
                    <a:pt x="14" y="7835"/>
                  </a:lnTo>
                  <a:lnTo>
                    <a:pt x="42" y="7930"/>
                  </a:lnTo>
                  <a:lnTo>
                    <a:pt x="96" y="8026"/>
                  </a:lnTo>
                  <a:lnTo>
                    <a:pt x="164" y="8107"/>
                  </a:lnTo>
                  <a:lnTo>
                    <a:pt x="4762" y="12705"/>
                  </a:lnTo>
                  <a:lnTo>
                    <a:pt x="4762" y="34428"/>
                  </a:lnTo>
                  <a:lnTo>
                    <a:pt x="4775" y="34537"/>
                  </a:lnTo>
                  <a:lnTo>
                    <a:pt x="4802" y="34646"/>
                  </a:lnTo>
                  <a:lnTo>
                    <a:pt x="4857" y="34727"/>
                  </a:lnTo>
                  <a:lnTo>
                    <a:pt x="4911" y="34809"/>
                  </a:lnTo>
                  <a:lnTo>
                    <a:pt x="4993" y="34877"/>
                  </a:lnTo>
                  <a:lnTo>
                    <a:pt x="5088" y="34918"/>
                  </a:lnTo>
                  <a:lnTo>
                    <a:pt x="5183" y="34959"/>
                  </a:lnTo>
                  <a:lnTo>
                    <a:pt x="5401" y="34959"/>
                  </a:lnTo>
                  <a:lnTo>
                    <a:pt x="5496" y="34918"/>
                  </a:lnTo>
                  <a:lnTo>
                    <a:pt x="5591" y="34877"/>
                  </a:lnTo>
                  <a:lnTo>
                    <a:pt x="5673" y="34809"/>
                  </a:lnTo>
                  <a:lnTo>
                    <a:pt x="5727" y="34727"/>
                  </a:lnTo>
                  <a:lnTo>
                    <a:pt x="5782" y="34646"/>
                  </a:lnTo>
                  <a:lnTo>
                    <a:pt x="5809" y="34537"/>
                  </a:lnTo>
                  <a:lnTo>
                    <a:pt x="5823" y="34428"/>
                  </a:lnTo>
                  <a:lnTo>
                    <a:pt x="5823" y="12487"/>
                  </a:lnTo>
                  <a:lnTo>
                    <a:pt x="5809" y="12392"/>
                  </a:lnTo>
                  <a:lnTo>
                    <a:pt x="5782" y="12283"/>
                  </a:lnTo>
                  <a:lnTo>
                    <a:pt x="5727" y="12202"/>
                  </a:lnTo>
                  <a:lnTo>
                    <a:pt x="5673" y="12120"/>
                  </a:lnTo>
                  <a:lnTo>
                    <a:pt x="1062" y="7509"/>
                  </a:lnTo>
                  <a:lnTo>
                    <a:pt x="1062" y="531"/>
                  </a:lnTo>
                  <a:lnTo>
                    <a:pt x="1048" y="422"/>
                  </a:lnTo>
                  <a:lnTo>
                    <a:pt x="1021" y="327"/>
                  </a:lnTo>
                  <a:lnTo>
                    <a:pt x="967" y="231"/>
                  </a:lnTo>
                  <a:lnTo>
                    <a:pt x="912" y="150"/>
                  </a:lnTo>
                  <a:lnTo>
                    <a:pt x="831" y="95"/>
                  </a:lnTo>
                  <a:lnTo>
                    <a:pt x="735" y="41"/>
                  </a:lnTo>
                  <a:lnTo>
                    <a:pt x="640" y="14"/>
                  </a:lnTo>
                  <a:lnTo>
                    <a:pt x="53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18"/>
            <p:cNvSpPr/>
            <p:nvPr/>
          </p:nvSpPr>
          <p:spPr>
            <a:xfrm>
              <a:off x="2097995" y="3230077"/>
              <a:ext cx="167842" cy="1103852"/>
            </a:xfrm>
            <a:custGeom>
              <a:rect b="b" l="l" r="r" t="t"/>
              <a:pathLst>
                <a:path extrusionOk="0" h="31233" w="4749">
                  <a:moveTo>
                    <a:pt x="4041" y="1"/>
                  </a:moveTo>
                  <a:lnTo>
                    <a:pt x="3932" y="14"/>
                  </a:lnTo>
                  <a:lnTo>
                    <a:pt x="3823" y="42"/>
                  </a:lnTo>
                  <a:lnTo>
                    <a:pt x="3742" y="96"/>
                  </a:lnTo>
                  <a:lnTo>
                    <a:pt x="3660" y="150"/>
                  </a:lnTo>
                  <a:lnTo>
                    <a:pt x="3592" y="232"/>
                  </a:lnTo>
                  <a:lnTo>
                    <a:pt x="3551" y="327"/>
                  </a:lnTo>
                  <a:lnTo>
                    <a:pt x="3510" y="422"/>
                  </a:lnTo>
                  <a:lnTo>
                    <a:pt x="3510" y="531"/>
                  </a:lnTo>
                  <a:lnTo>
                    <a:pt x="3510" y="6856"/>
                  </a:lnTo>
                  <a:lnTo>
                    <a:pt x="151" y="10203"/>
                  </a:lnTo>
                  <a:lnTo>
                    <a:pt x="96" y="10284"/>
                  </a:lnTo>
                  <a:lnTo>
                    <a:pt x="42" y="10379"/>
                  </a:lnTo>
                  <a:lnTo>
                    <a:pt x="15" y="10475"/>
                  </a:lnTo>
                  <a:lnTo>
                    <a:pt x="1" y="10570"/>
                  </a:lnTo>
                  <a:lnTo>
                    <a:pt x="1" y="20731"/>
                  </a:lnTo>
                  <a:lnTo>
                    <a:pt x="15" y="20826"/>
                  </a:lnTo>
                  <a:lnTo>
                    <a:pt x="42" y="20921"/>
                  </a:lnTo>
                  <a:lnTo>
                    <a:pt x="96" y="21017"/>
                  </a:lnTo>
                  <a:lnTo>
                    <a:pt x="151" y="21098"/>
                  </a:lnTo>
                  <a:lnTo>
                    <a:pt x="3701" y="24635"/>
                  </a:lnTo>
                  <a:lnTo>
                    <a:pt x="3701" y="30702"/>
                  </a:lnTo>
                  <a:lnTo>
                    <a:pt x="3701" y="30810"/>
                  </a:lnTo>
                  <a:lnTo>
                    <a:pt x="3742" y="30919"/>
                  </a:lnTo>
                  <a:lnTo>
                    <a:pt x="3783" y="31001"/>
                  </a:lnTo>
                  <a:lnTo>
                    <a:pt x="3851" y="31082"/>
                  </a:lnTo>
                  <a:lnTo>
                    <a:pt x="3932" y="31151"/>
                  </a:lnTo>
                  <a:lnTo>
                    <a:pt x="4014" y="31191"/>
                  </a:lnTo>
                  <a:lnTo>
                    <a:pt x="4123" y="31232"/>
                  </a:lnTo>
                  <a:lnTo>
                    <a:pt x="4327" y="31232"/>
                  </a:lnTo>
                  <a:lnTo>
                    <a:pt x="4435" y="31191"/>
                  </a:lnTo>
                  <a:lnTo>
                    <a:pt x="4517" y="31151"/>
                  </a:lnTo>
                  <a:lnTo>
                    <a:pt x="4599" y="31082"/>
                  </a:lnTo>
                  <a:lnTo>
                    <a:pt x="4667" y="31001"/>
                  </a:lnTo>
                  <a:lnTo>
                    <a:pt x="4707" y="30919"/>
                  </a:lnTo>
                  <a:lnTo>
                    <a:pt x="4748" y="30810"/>
                  </a:lnTo>
                  <a:lnTo>
                    <a:pt x="4748" y="30702"/>
                  </a:lnTo>
                  <a:lnTo>
                    <a:pt x="4748" y="24417"/>
                  </a:lnTo>
                  <a:lnTo>
                    <a:pt x="4748" y="24308"/>
                  </a:lnTo>
                  <a:lnTo>
                    <a:pt x="4721" y="24213"/>
                  </a:lnTo>
                  <a:lnTo>
                    <a:pt x="4667" y="24118"/>
                  </a:lnTo>
                  <a:lnTo>
                    <a:pt x="4599" y="24050"/>
                  </a:lnTo>
                  <a:lnTo>
                    <a:pt x="1062" y="20500"/>
                  </a:lnTo>
                  <a:lnTo>
                    <a:pt x="1062" y="10801"/>
                  </a:lnTo>
                  <a:lnTo>
                    <a:pt x="4408" y="7441"/>
                  </a:lnTo>
                  <a:lnTo>
                    <a:pt x="4476" y="7360"/>
                  </a:lnTo>
                  <a:lnTo>
                    <a:pt x="4531" y="7278"/>
                  </a:lnTo>
                  <a:lnTo>
                    <a:pt x="4558" y="7183"/>
                  </a:lnTo>
                  <a:lnTo>
                    <a:pt x="4558" y="7074"/>
                  </a:lnTo>
                  <a:lnTo>
                    <a:pt x="4558" y="531"/>
                  </a:lnTo>
                  <a:lnTo>
                    <a:pt x="4558" y="422"/>
                  </a:lnTo>
                  <a:lnTo>
                    <a:pt x="4517" y="327"/>
                  </a:lnTo>
                  <a:lnTo>
                    <a:pt x="4476" y="232"/>
                  </a:lnTo>
                  <a:lnTo>
                    <a:pt x="4408" y="150"/>
                  </a:lnTo>
                  <a:lnTo>
                    <a:pt x="4327" y="96"/>
                  </a:lnTo>
                  <a:lnTo>
                    <a:pt x="4245" y="42"/>
                  </a:lnTo>
                  <a:lnTo>
                    <a:pt x="4136" y="14"/>
                  </a:lnTo>
                  <a:lnTo>
                    <a:pt x="404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18"/>
            <p:cNvSpPr/>
            <p:nvPr/>
          </p:nvSpPr>
          <p:spPr>
            <a:xfrm>
              <a:off x="2493659" y="3432946"/>
              <a:ext cx="163989" cy="913003"/>
            </a:xfrm>
            <a:custGeom>
              <a:rect b="b" l="l" r="r" t="t"/>
              <a:pathLst>
                <a:path extrusionOk="0" h="25833" w="4640">
                  <a:moveTo>
                    <a:pt x="599" y="1"/>
                  </a:moveTo>
                  <a:lnTo>
                    <a:pt x="504" y="42"/>
                  </a:lnTo>
                  <a:lnTo>
                    <a:pt x="423" y="83"/>
                  </a:lnTo>
                  <a:lnTo>
                    <a:pt x="341" y="151"/>
                  </a:lnTo>
                  <a:lnTo>
                    <a:pt x="273" y="232"/>
                  </a:lnTo>
                  <a:lnTo>
                    <a:pt x="219" y="314"/>
                  </a:lnTo>
                  <a:lnTo>
                    <a:pt x="191" y="423"/>
                  </a:lnTo>
                  <a:lnTo>
                    <a:pt x="178" y="531"/>
                  </a:lnTo>
                  <a:lnTo>
                    <a:pt x="178" y="9577"/>
                  </a:lnTo>
                  <a:lnTo>
                    <a:pt x="191" y="9672"/>
                  </a:lnTo>
                  <a:lnTo>
                    <a:pt x="219" y="9768"/>
                  </a:lnTo>
                  <a:lnTo>
                    <a:pt x="273" y="9863"/>
                  </a:lnTo>
                  <a:lnTo>
                    <a:pt x="341" y="9944"/>
                  </a:lnTo>
                  <a:lnTo>
                    <a:pt x="3578" y="13182"/>
                  </a:lnTo>
                  <a:lnTo>
                    <a:pt x="3578" y="18473"/>
                  </a:lnTo>
                  <a:lnTo>
                    <a:pt x="151" y="21901"/>
                  </a:lnTo>
                  <a:lnTo>
                    <a:pt x="83" y="21983"/>
                  </a:lnTo>
                  <a:lnTo>
                    <a:pt x="42" y="22064"/>
                  </a:lnTo>
                  <a:lnTo>
                    <a:pt x="1" y="22173"/>
                  </a:lnTo>
                  <a:lnTo>
                    <a:pt x="1" y="22268"/>
                  </a:lnTo>
                  <a:lnTo>
                    <a:pt x="1" y="25302"/>
                  </a:lnTo>
                  <a:lnTo>
                    <a:pt x="1" y="25411"/>
                  </a:lnTo>
                  <a:lnTo>
                    <a:pt x="42" y="25506"/>
                  </a:lnTo>
                  <a:lnTo>
                    <a:pt x="83" y="25601"/>
                  </a:lnTo>
                  <a:lnTo>
                    <a:pt x="151" y="25669"/>
                  </a:lnTo>
                  <a:lnTo>
                    <a:pt x="232" y="25737"/>
                  </a:lnTo>
                  <a:lnTo>
                    <a:pt x="314" y="25791"/>
                  </a:lnTo>
                  <a:lnTo>
                    <a:pt x="423" y="25819"/>
                  </a:lnTo>
                  <a:lnTo>
                    <a:pt x="531" y="25832"/>
                  </a:lnTo>
                  <a:lnTo>
                    <a:pt x="627" y="25819"/>
                  </a:lnTo>
                  <a:lnTo>
                    <a:pt x="735" y="25791"/>
                  </a:lnTo>
                  <a:lnTo>
                    <a:pt x="817" y="25737"/>
                  </a:lnTo>
                  <a:lnTo>
                    <a:pt x="899" y="25669"/>
                  </a:lnTo>
                  <a:lnTo>
                    <a:pt x="967" y="25601"/>
                  </a:lnTo>
                  <a:lnTo>
                    <a:pt x="1021" y="25506"/>
                  </a:lnTo>
                  <a:lnTo>
                    <a:pt x="1048" y="25411"/>
                  </a:lnTo>
                  <a:lnTo>
                    <a:pt x="1062" y="25302"/>
                  </a:lnTo>
                  <a:lnTo>
                    <a:pt x="1062" y="22486"/>
                  </a:lnTo>
                  <a:lnTo>
                    <a:pt x="4476" y="19072"/>
                  </a:lnTo>
                  <a:lnTo>
                    <a:pt x="4544" y="18990"/>
                  </a:lnTo>
                  <a:lnTo>
                    <a:pt x="4599" y="18895"/>
                  </a:lnTo>
                  <a:lnTo>
                    <a:pt x="4626" y="18800"/>
                  </a:lnTo>
                  <a:lnTo>
                    <a:pt x="4639" y="18691"/>
                  </a:lnTo>
                  <a:lnTo>
                    <a:pt x="4639" y="12964"/>
                  </a:lnTo>
                  <a:lnTo>
                    <a:pt x="4626" y="12855"/>
                  </a:lnTo>
                  <a:lnTo>
                    <a:pt x="4599" y="12760"/>
                  </a:lnTo>
                  <a:lnTo>
                    <a:pt x="4544" y="12665"/>
                  </a:lnTo>
                  <a:lnTo>
                    <a:pt x="4476" y="12597"/>
                  </a:lnTo>
                  <a:lnTo>
                    <a:pt x="1239" y="9346"/>
                  </a:lnTo>
                  <a:lnTo>
                    <a:pt x="1239" y="531"/>
                  </a:lnTo>
                  <a:lnTo>
                    <a:pt x="1225" y="423"/>
                  </a:lnTo>
                  <a:lnTo>
                    <a:pt x="1198" y="314"/>
                  </a:lnTo>
                  <a:lnTo>
                    <a:pt x="1157" y="232"/>
                  </a:lnTo>
                  <a:lnTo>
                    <a:pt x="1089" y="151"/>
                  </a:lnTo>
                  <a:lnTo>
                    <a:pt x="1008" y="83"/>
                  </a:lnTo>
                  <a:lnTo>
                    <a:pt x="912" y="42"/>
                  </a:lnTo>
                  <a:lnTo>
                    <a:pt x="81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18"/>
            <p:cNvSpPr/>
            <p:nvPr/>
          </p:nvSpPr>
          <p:spPr>
            <a:xfrm>
              <a:off x="2641251" y="3274786"/>
              <a:ext cx="118786" cy="1009134"/>
            </a:xfrm>
            <a:custGeom>
              <a:rect b="b" l="l" r="r" t="t"/>
              <a:pathLst>
                <a:path extrusionOk="0" h="28553" w="3361">
                  <a:moveTo>
                    <a:pt x="2545" y="1"/>
                  </a:moveTo>
                  <a:lnTo>
                    <a:pt x="2449" y="14"/>
                  </a:lnTo>
                  <a:lnTo>
                    <a:pt x="2341" y="42"/>
                  </a:lnTo>
                  <a:lnTo>
                    <a:pt x="2259" y="96"/>
                  </a:lnTo>
                  <a:lnTo>
                    <a:pt x="2177" y="150"/>
                  </a:lnTo>
                  <a:lnTo>
                    <a:pt x="2109" y="232"/>
                  </a:lnTo>
                  <a:lnTo>
                    <a:pt x="2069" y="327"/>
                  </a:lnTo>
                  <a:lnTo>
                    <a:pt x="2028" y="422"/>
                  </a:lnTo>
                  <a:lnTo>
                    <a:pt x="2028" y="531"/>
                  </a:lnTo>
                  <a:lnTo>
                    <a:pt x="2028" y="7441"/>
                  </a:lnTo>
                  <a:lnTo>
                    <a:pt x="151" y="9318"/>
                  </a:lnTo>
                  <a:lnTo>
                    <a:pt x="83" y="9400"/>
                  </a:lnTo>
                  <a:lnTo>
                    <a:pt x="42" y="9482"/>
                  </a:lnTo>
                  <a:lnTo>
                    <a:pt x="15" y="9591"/>
                  </a:lnTo>
                  <a:lnTo>
                    <a:pt x="1" y="9686"/>
                  </a:lnTo>
                  <a:lnTo>
                    <a:pt x="1" y="12284"/>
                  </a:lnTo>
                  <a:lnTo>
                    <a:pt x="15" y="12379"/>
                  </a:lnTo>
                  <a:lnTo>
                    <a:pt x="42" y="12488"/>
                  </a:lnTo>
                  <a:lnTo>
                    <a:pt x="83" y="12569"/>
                  </a:lnTo>
                  <a:lnTo>
                    <a:pt x="151" y="12651"/>
                  </a:lnTo>
                  <a:lnTo>
                    <a:pt x="2300" y="14800"/>
                  </a:lnTo>
                  <a:lnTo>
                    <a:pt x="2300" y="28022"/>
                  </a:lnTo>
                  <a:lnTo>
                    <a:pt x="2313" y="28131"/>
                  </a:lnTo>
                  <a:lnTo>
                    <a:pt x="2341" y="28240"/>
                  </a:lnTo>
                  <a:lnTo>
                    <a:pt x="2395" y="28321"/>
                  </a:lnTo>
                  <a:lnTo>
                    <a:pt x="2463" y="28403"/>
                  </a:lnTo>
                  <a:lnTo>
                    <a:pt x="2545" y="28471"/>
                  </a:lnTo>
                  <a:lnTo>
                    <a:pt x="2626" y="28512"/>
                  </a:lnTo>
                  <a:lnTo>
                    <a:pt x="2721" y="28552"/>
                  </a:lnTo>
                  <a:lnTo>
                    <a:pt x="2939" y="28552"/>
                  </a:lnTo>
                  <a:lnTo>
                    <a:pt x="3034" y="28512"/>
                  </a:lnTo>
                  <a:lnTo>
                    <a:pt x="3130" y="28471"/>
                  </a:lnTo>
                  <a:lnTo>
                    <a:pt x="3211" y="28403"/>
                  </a:lnTo>
                  <a:lnTo>
                    <a:pt x="3279" y="28321"/>
                  </a:lnTo>
                  <a:lnTo>
                    <a:pt x="3320" y="28240"/>
                  </a:lnTo>
                  <a:lnTo>
                    <a:pt x="3347" y="28131"/>
                  </a:lnTo>
                  <a:lnTo>
                    <a:pt x="3361" y="28022"/>
                  </a:lnTo>
                  <a:lnTo>
                    <a:pt x="3361" y="14583"/>
                  </a:lnTo>
                  <a:lnTo>
                    <a:pt x="3361" y="14487"/>
                  </a:lnTo>
                  <a:lnTo>
                    <a:pt x="3320" y="14379"/>
                  </a:lnTo>
                  <a:lnTo>
                    <a:pt x="3279" y="14297"/>
                  </a:lnTo>
                  <a:lnTo>
                    <a:pt x="3211" y="14215"/>
                  </a:lnTo>
                  <a:lnTo>
                    <a:pt x="1062" y="12066"/>
                  </a:lnTo>
                  <a:lnTo>
                    <a:pt x="1062" y="9903"/>
                  </a:lnTo>
                  <a:lnTo>
                    <a:pt x="2925" y="8040"/>
                  </a:lnTo>
                  <a:lnTo>
                    <a:pt x="2994" y="7958"/>
                  </a:lnTo>
                  <a:lnTo>
                    <a:pt x="3034" y="7877"/>
                  </a:lnTo>
                  <a:lnTo>
                    <a:pt x="3075" y="7768"/>
                  </a:lnTo>
                  <a:lnTo>
                    <a:pt x="3075" y="7673"/>
                  </a:lnTo>
                  <a:lnTo>
                    <a:pt x="3075" y="531"/>
                  </a:lnTo>
                  <a:lnTo>
                    <a:pt x="3075" y="422"/>
                  </a:lnTo>
                  <a:lnTo>
                    <a:pt x="3034" y="327"/>
                  </a:lnTo>
                  <a:lnTo>
                    <a:pt x="2994" y="232"/>
                  </a:lnTo>
                  <a:lnTo>
                    <a:pt x="2925" y="150"/>
                  </a:lnTo>
                  <a:lnTo>
                    <a:pt x="2844" y="96"/>
                  </a:lnTo>
                  <a:lnTo>
                    <a:pt x="2762" y="42"/>
                  </a:lnTo>
                  <a:lnTo>
                    <a:pt x="2653" y="14"/>
                  </a:lnTo>
                  <a:lnTo>
                    <a:pt x="254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18"/>
            <p:cNvSpPr/>
            <p:nvPr/>
          </p:nvSpPr>
          <p:spPr>
            <a:xfrm>
              <a:off x="1060539" y="3002222"/>
              <a:ext cx="166852" cy="166852"/>
            </a:xfrm>
            <a:custGeom>
              <a:rect b="b" l="l" r="r" t="t"/>
              <a:pathLst>
                <a:path extrusionOk="0" h="4721" w="4721">
                  <a:moveTo>
                    <a:pt x="2367" y="0"/>
                  </a:moveTo>
                  <a:lnTo>
                    <a:pt x="2123" y="14"/>
                  </a:lnTo>
                  <a:lnTo>
                    <a:pt x="1891" y="41"/>
                  </a:lnTo>
                  <a:lnTo>
                    <a:pt x="1660" y="109"/>
                  </a:lnTo>
                  <a:lnTo>
                    <a:pt x="1442" y="177"/>
                  </a:lnTo>
                  <a:lnTo>
                    <a:pt x="1238" y="286"/>
                  </a:lnTo>
                  <a:lnTo>
                    <a:pt x="1048" y="395"/>
                  </a:lnTo>
                  <a:lnTo>
                    <a:pt x="858" y="531"/>
                  </a:lnTo>
                  <a:lnTo>
                    <a:pt x="694" y="694"/>
                  </a:lnTo>
                  <a:lnTo>
                    <a:pt x="545" y="857"/>
                  </a:lnTo>
                  <a:lnTo>
                    <a:pt x="409" y="1034"/>
                  </a:lnTo>
                  <a:lnTo>
                    <a:pt x="286" y="1238"/>
                  </a:lnTo>
                  <a:lnTo>
                    <a:pt x="191" y="1442"/>
                  </a:lnTo>
                  <a:lnTo>
                    <a:pt x="109" y="1660"/>
                  </a:lnTo>
                  <a:lnTo>
                    <a:pt x="55" y="1877"/>
                  </a:lnTo>
                  <a:lnTo>
                    <a:pt x="14" y="2122"/>
                  </a:lnTo>
                  <a:lnTo>
                    <a:pt x="1" y="2353"/>
                  </a:lnTo>
                  <a:lnTo>
                    <a:pt x="14" y="2598"/>
                  </a:lnTo>
                  <a:lnTo>
                    <a:pt x="55" y="2829"/>
                  </a:lnTo>
                  <a:lnTo>
                    <a:pt x="109" y="3061"/>
                  </a:lnTo>
                  <a:lnTo>
                    <a:pt x="191" y="3278"/>
                  </a:lnTo>
                  <a:lnTo>
                    <a:pt x="286" y="3482"/>
                  </a:lnTo>
                  <a:lnTo>
                    <a:pt x="409" y="3673"/>
                  </a:lnTo>
                  <a:lnTo>
                    <a:pt x="545" y="3863"/>
                  </a:lnTo>
                  <a:lnTo>
                    <a:pt x="694" y="4026"/>
                  </a:lnTo>
                  <a:lnTo>
                    <a:pt x="858" y="4176"/>
                  </a:lnTo>
                  <a:lnTo>
                    <a:pt x="1048" y="4312"/>
                  </a:lnTo>
                  <a:lnTo>
                    <a:pt x="1238" y="4435"/>
                  </a:lnTo>
                  <a:lnTo>
                    <a:pt x="1442" y="4530"/>
                  </a:lnTo>
                  <a:lnTo>
                    <a:pt x="1660" y="4611"/>
                  </a:lnTo>
                  <a:lnTo>
                    <a:pt x="1891" y="4666"/>
                  </a:lnTo>
                  <a:lnTo>
                    <a:pt x="2123" y="4707"/>
                  </a:lnTo>
                  <a:lnTo>
                    <a:pt x="2367" y="4720"/>
                  </a:lnTo>
                  <a:lnTo>
                    <a:pt x="2612" y="4707"/>
                  </a:lnTo>
                  <a:lnTo>
                    <a:pt x="2843" y="4666"/>
                  </a:lnTo>
                  <a:lnTo>
                    <a:pt x="3061" y="4611"/>
                  </a:lnTo>
                  <a:lnTo>
                    <a:pt x="3279" y="4530"/>
                  </a:lnTo>
                  <a:lnTo>
                    <a:pt x="3483" y="4435"/>
                  </a:lnTo>
                  <a:lnTo>
                    <a:pt x="3687" y="4312"/>
                  </a:lnTo>
                  <a:lnTo>
                    <a:pt x="3864" y="4176"/>
                  </a:lnTo>
                  <a:lnTo>
                    <a:pt x="4027" y="4026"/>
                  </a:lnTo>
                  <a:lnTo>
                    <a:pt x="4190" y="3863"/>
                  </a:lnTo>
                  <a:lnTo>
                    <a:pt x="4326" y="3673"/>
                  </a:lnTo>
                  <a:lnTo>
                    <a:pt x="4435" y="3482"/>
                  </a:lnTo>
                  <a:lnTo>
                    <a:pt x="4544" y="3278"/>
                  </a:lnTo>
                  <a:lnTo>
                    <a:pt x="4612" y="3061"/>
                  </a:lnTo>
                  <a:lnTo>
                    <a:pt x="4680" y="2829"/>
                  </a:lnTo>
                  <a:lnTo>
                    <a:pt x="4707" y="2598"/>
                  </a:lnTo>
                  <a:lnTo>
                    <a:pt x="4721" y="2353"/>
                  </a:lnTo>
                  <a:lnTo>
                    <a:pt x="4707" y="2122"/>
                  </a:lnTo>
                  <a:lnTo>
                    <a:pt x="4680" y="1877"/>
                  </a:lnTo>
                  <a:lnTo>
                    <a:pt x="4612" y="1660"/>
                  </a:lnTo>
                  <a:lnTo>
                    <a:pt x="4544" y="1442"/>
                  </a:lnTo>
                  <a:lnTo>
                    <a:pt x="4435" y="1238"/>
                  </a:lnTo>
                  <a:lnTo>
                    <a:pt x="4326" y="1034"/>
                  </a:lnTo>
                  <a:lnTo>
                    <a:pt x="4190" y="857"/>
                  </a:lnTo>
                  <a:lnTo>
                    <a:pt x="4027" y="694"/>
                  </a:lnTo>
                  <a:lnTo>
                    <a:pt x="3864" y="531"/>
                  </a:lnTo>
                  <a:lnTo>
                    <a:pt x="3687" y="395"/>
                  </a:lnTo>
                  <a:lnTo>
                    <a:pt x="3483" y="286"/>
                  </a:lnTo>
                  <a:lnTo>
                    <a:pt x="3279" y="177"/>
                  </a:lnTo>
                  <a:lnTo>
                    <a:pt x="3061" y="109"/>
                  </a:lnTo>
                  <a:lnTo>
                    <a:pt x="2843" y="41"/>
                  </a:lnTo>
                  <a:lnTo>
                    <a:pt x="2612" y="14"/>
                  </a:lnTo>
                  <a:lnTo>
                    <a:pt x="2367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18"/>
            <p:cNvSpPr/>
            <p:nvPr/>
          </p:nvSpPr>
          <p:spPr>
            <a:xfrm>
              <a:off x="1493702" y="3526711"/>
              <a:ext cx="166852" cy="166852"/>
            </a:xfrm>
            <a:custGeom>
              <a:rect b="b" l="l" r="r" t="t"/>
              <a:pathLst>
                <a:path extrusionOk="0" h="4721" w="4721">
                  <a:moveTo>
                    <a:pt x="2367" y="0"/>
                  </a:moveTo>
                  <a:lnTo>
                    <a:pt x="2123" y="14"/>
                  </a:lnTo>
                  <a:lnTo>
                    <a:pt x="1891" y="55"/>
                  </a:lnTo>
                  <a:lnTo>
                    <a:pt x="1660" y="109"/>
                  </a:lnTo>
                  <a:lnTo>
                    <a:pt x="1442" y="191"/>
                  </a:lnTo>
                  <a:lnTo>
                    <a:pt x="1238" y="286"/>
                  </a:lnTo>
                  <a:lnTo>
                    <a:pt x="1048" y="409"/>
                  </a:lnTo>
                  <a:lnTo>
                    <a:pt x="857" y="545"/>
                  </a:lnTo>
                  <a:lnTo>
                    <a:pt x="694" y="694"/>
                  </a:lnTo>
                  <a:lnTo>
                    <a:pt x="545" y="857"/>
                  </a:lnTo>
                  <a:lnTo>
                    <a:pt x="409" y="1048"/>
                  </a:lnTo>
                  <a:lnTo>
                    <a:pt x="286" y="1238"/>
                  </a:lnTo>
                  <a:lnTo>
                    <a:pt x="191" y="1442"/>
                  </a:lnTo>
                  <a:lnTo>
                    <a:pt x="109" y="1660"/>
                  </a:lnTo>
                  <a:lnTo>
                    <a:pt x="55" y="1891"/>
                  </a:lnTo>
                  <a:lnTo>
                    <a:pt x="14" y="2122"/>
                  </a:lnTo>
                  <a:lnTo>
                    <a:pt x="1" y="2354"/>
                  </a:lnTo>
                  <a:lnTo>
                    <a:pt x="14" y="2599"/>
                  </a:lnTo>
                  <a:lnTo>
                    <a:pt x="55" y="2830"/>
                  </a:lnTo>
                  <a:lnTo>
                    <a:pt x="109" y="3061"/>
                  </a:lnTo>
                  <a:lnTo>
                    <a:pt x="191" y="3279"/>
                  </a:lnTo>
                  <a:lnTo>
                    <a:pt x="286" y="3483"/>
                  </a:lnTo>
                  <a:lnTo>
                    <a:pt x="409" y="3673"/>
                  </a:lnTo>
                  <a:lnTo>
                    <a:pt x="545" y="3864"/>
                  </a:lnTo>
                  <a:lnTo>
                    <a:pt x="694" y="4027"/>
                  </a:lnTo>
                  <a:lnTo>
                    <a:pt x="857" y="4176"/>
                  </a:lnTo>
                  <a:lnTo>
                    <a:pt x="1048" y="4312"/>
                  </a:lnTo>
                  <a:lnTo>
                    <a:pt x="1238" y="4435"/>
                  </a:lnTo>
                  <a:lnTo>
                    <a:pt x="1442" y="4530"/>
                  </a:lnTo>
                  <a:lnTo>
                    <a:pt x="1660" y="4612"/>
                  </a:lnTo>
                  <a:lnTo>
                    <a:pt x="1891" y="4666"/>
                  </a:lnTo>
                  <a:lnTo>
                    <a:pt x="2123" y="4707"/>
                  </a:lnTo>
                  <a:lnTo>
                    <a:pt x="2367" y="4721"/>
                  </a:lnTo>
                  <a:lnTo>
                    <a:pt x="2599" y="4707"/>
                  </a:lnTo>
                  <a:lnTo>
                    <a:pt x="2843" y="4666"/>
                  </a:lnTo>
                  <a:lnTo>
                    <a:pt x="3061" y="4612"/>
                  </a:lnTo>
                  <a:lnTo>
                    <a:pt x="3279" y="4530"/>
                  </a:lnTo>
                  <a:lnTo>
                    <a:pt x="3483" y="4435"/>
                  </a:lnTo>
                  <a:lnTo>
                    <a:pt x="3687" y="4312"/>
                  </a:lnTo>
                  <a:lnTo>
                    <a:pt x="3864" y="4176"/>
                  </a:lnTo>
                  <a:lnTo>
                    <a:pt x="4027" y="4027"/>
                  </a:lnTo>
                  <a:lnTo>
                    <a:pt x="4190" y="3864"/>
                  </a:lnTo>
                  <a:lnTo>
                    <a:pt x="4326" y="3673"/>
                  </a:lnTo>
                  <a:lnTo>
                    <a:pt x="4435" y="3483"/>
                  </a:lnTo>
                  <a:lnTo>
                    <a:pt x="4544" y="3279"/>
                  </a:lnTo>
                  <a:lnTo>
                    <a:pt x="4612" y="3061"/>
                  </a:lnTo>
                  <a:lnTo>
                    <a:pt x="4680" y="2830"/>
                  </a:lnTo>
                  <a:lnTo>
                    <a:pt x="4707" y="2599"/>
                  </a:lnTo>
                  <a:lnTo>
                    <a:pt x="4721" y="2354"/>
                  </a:lnTo>
                  <a:lnTo>
                    <a:pt x="4707" y="2122"/>
                  </a:lnTo>
                  <a:lnTo>
                    <a:pt x="4680" y="1891"/>
                  </a:lnTo>
                  <a:lnTo>
                    <a:pt x="4612" y="1660"/>
                  </a:lnTo>
                  <a:lnTo>
                    <a:pt x="4544" y="1442"/>
                  </a:lnTo>
                  <a:lnTo>
                    <a:pt x="4435" y="1238"/>
                  </a:lnTo>
                  <a:lnTo>
                    <a:pt x="4326" y="1048"/>
                  </a:lnTo>
                  <a:lnTo>
                    <a:pt x="4190" y="857"/>
                  </a:lnTo>
                  <a:lnTo>
                    <a:pt x="4027" y="694"/>
                  </a:lnTo>
                  <a:lnTo>
                    <a:pt x="3864" y="545"/>
                  </a:lnTo>
                  <a:lnTo>
                    <a:pt x="3687" y="409"/>
                  </a:lnTo>
                  <a:lnTo>
                    <a:pt x="3483" y="286"/>
                  </a:lnTo>
                  <a:lnTo>
                    <a:pt x="3279" y="191"/>
                  </a:lnTo>
                  <a:lnTo>
                    <a:pt x="3061" y="109"/>
                  </a:lnTo>
                  <a:lnTo>
                    <a:pt x="2843" y="55"/>
                  </a:lnTo>
                  <a:lnTo>
                    <a:pt x="2599" y="14"/>
                  </a:lnTo>
                  <a:lnTo>
                    <a:pt x="2367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18"/>
            <p:cNvSpPr/>
            <p:nvPr/>
          </p:nvSpPr>
          <p:spPr>
            <a:xfrm>
              <a:off x="1624966" y="2976245"/>
              <a:ext cx="166852" cy="166852"/>
            </a:xfrm>
            <a:custGeom>
              <a:rect b="b" l="l" r="r" t="t"/>
              <a:pathLst>
                <a:path extrusionOk="0" h="4721" w="4721">
                  <a:moveTo>
                    <a:pt x="2353" y="1"/>
                  </a:moveTo>
                  <a:lnTo>
                    <a:pt x="2108" y="14"/>
                  </a:lnTo>
                  <a:lnTo>
                    <a:pt x="1877" y="55"/>
                  </a:lnTo>
                  <a:lnTo>
                    <a:pt x="1660" y="109"/>
                  </a:lnTo>
                  <a:lnTo>
                    <a:pt x="1442" y="191"/>
                  </a:lnTo>
                  <a:lnTo>
                    <a:pt x="1224" y="286"/>
                  </a:lnTo>
                  <a:lnTo>
                    <a:pt x="1034" y="409"/>
                  </a:lnTo>
                  <a:lnTo>
                    <a:pt x="857" y="545"/>
                  </a:lnTo>
                  <a:lnTo>
                    <a:pt x="680" y="694"/>
                  </a:lnTo>
                  <a:lnTo>
                    <a:pt x="531" y="858"/>
                  </a:lnTo>
                  <a:lnTo>
                    <a:pt x="394" y="1048"/>
                  </a:lnTo>
                  <a:lnTo>
                    <a:pt x="286" y="1238"/>
                  </a:lnTo>
                  <a:lnTo>
                    <a:pt x="177" y="1442"/>
                  </a:lnTo>
                  <a:lnTo>
                    <a:pt x="95" y="1660"/>
                  </a:lnTo>
                  <a:lnTo>
                    <a:pt x="41" y="1891"/>
                  </a:lnTo>
                  <a:lnTo>
                    <a:pt x="14" y="2123"/>
                  </a:lnTo>
                  <a:lnTo>
                    <a:pt x="0" y="2367"/>
                  </a:lnTo>
                  <a:lnTo>
                    <a:pt x="14" y="2612"/>
                  </a:lnTo>
                  <a:lnTo>
                    <a:pt x="41" y="2844"/>
                  </a:lnTo>
                  <a:lnTo>
                    <a:pt x="95" y="3061"/>
                  </a:lnTo>
                  <a:lnTo>
                    <a:pt x="177" y="3279"/>
                  </a:lnTo>
                  <a:lnTo>
                    <a:pt x="286" y="3483"/>
                  </a:lnTo>
                  <a:lnTo>
                    <a:pt x="394" y="3687"/>
                  </a:lnTo>
                  <a:lnTo>
                    <a:pt x="531" y="3864"/>
                  </a:lnTo>
                  <a:lnTo>
                    <a:pt x="680" y="4027"/>
                  </a:lnTo>
                  <a:lnTo>
                    <a:pt x="857" y="4190"/>
                  </a:lnTo>
                  <a:lnTo>
                    <a:pt x="1034" y="4326"/>
                  </a:lnTo>
                  <a:lnTo>
                    <a:pt x="1224" y="4435"/>
                  </a:lnTo>
                  <a:lnTo>
                    <a:pt x="1442" y="4544"/>
                  </a:lnTo>
                  <a:lnTo>
                    <a:pt x="1660" y="4612"/>
                  </a:lnTo>
                  <a:lnTo>
                    <a:pt x="1877" y="4680"/>
                  </a:lnTo>
                  <a:lnTo>
                    <a:pt x="2108" y="4707"/>
                  </a:lnTo>
                  <a:lnTo>
                    <a:pt x="2353" y="4721"/>
                  </a:lnTo>
                  <a:lnTo>
                    <a:pt x="2598" y="4707"/>
                  </a:lnTo>
                  <a:lnTo>
                    <a:pt x="2829" y="4680"/>
                  </a:lnTo>
                  <a:lnTo>
                    <a:pt x="3061" y="4612"/>
                  </a:lnTo>
                  <a:lnTo>
                    <a:pt x="3278" y="4544"/>
                  </a:lnTo>
                  <a:lnTo>
                    <a:pt x="3482" y="4435"/>
                  </a:lnTo>
                  <a:lnTo>
                    <a:pt x="3673" y="4326"/>
                  </a:lnTo>
                  <a:lnTo>
                    <a:pt x="3850" y="4190"/>
                  </a:lnTo>
                  <a:lnTo>
                    <a:pt x="4026" y="4027"/>
                  </a:lnTo>
                  <a:lnTo>
                    <a:pt x="4176" y="3864"/>
                  </a:lnTo>
                  <a:lnTo>
                    <a:pt x="4312" y="3687"/>
                  </a:lnTo>
                  <a:lnTo>
                    <a:pt x="4434" y="3483"/>
                  </a:lnTo>
                  <a:lnTo>
                    <a:pt x="4530" y="3279"/>
                  </a:lnTo>
                  <a:lnTo>
                    <a:pt x="4611" y="3061"/>
                  </a:lnTo>
                  <a:lnTo>
                    <a:pt x="4666" y="2844"/>
                  </a:lnTo>
                  <a:lnTo>
                    <a:pt x="4707" y="2612"/>
                  </a:lnTo>
                  <a:lnTo>
                    <a:pt x="4720" y="2367"/>
                  </a:lnTo>
                  <a:lnTo>
                    <a:pt x="4707" y="2123"/>
                  </a:lnTo>
                  <a:lnTo>
                    <a:pt x="4666" y="1891"/>
                  </a:lnTo>
                  <a:lnTo>
                    <a:pt x="4611" y="1660"/>
                  </a:lnTo>
                  <a:lnTo>
                    <a:pt x="4530" y="1442"/>
                  </a:lnTo>
                  <a:lnTo>
                    <a:pt x="4434" y="1238"/>
                  </a:lnTo>
                  <a:lnTo>
                    <a:pt x="4312" y="1048"/>
                  </a:lnTo>
                  <a:lnTo>
                    <a:pt x="4176" y="858"/>
                  </a:lnTo>
                  <a:lnTo>
                    <a:pt x="4026" y="694"/>
                  </a:lnTo>
                  <a:lnTo>
                    <a:pt x="3850" y="545"/>
                  </a:lnTo>
                  <a:lnTo>
                    <a:pt x="3673" y="409"/>
                  </a:lnTo>
                  <a:lnTo>
                    <a:pt x="3482" y="286"/>
                  </a:lnTo>
                  <a:lnTo>
                    <a:pt x="3278" y="191"/>
                  </a:lnTo>
                  <a:lnTo>
                    <a:pt x="3061" y="109"/>
                  </a:lnTo>
                  <a:lnTo>
                    <a:pt x="2829" y="55"/>
                  </a:lnTo>
                  <a:lnTo>
                    <a:pt x="2598" y="14"/>
                  </a:lnTo>
                  <a:lnTo>
                    <a:pt x="2353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18"/>
            <p:cNvSpPr/>
            <p:nvPr/>
          </p:nvSpPr>
          <p:spPr>
            <a:xfrm>
              <a:off x="2157159" y="3143063"/>
              <a:ext cx="166852" cy="166852"/>
            </a:xfrm>
            <a:custGeom>
              <a:rect b="b" l="l" r="r" t="t"/>
              <a:pathLst>
                <a:path extrusionOk="0" h="4721" w="4721">
                  <a:moveTo>
                    <a:pt x="2367" y="1"/>
                  </a:moveTo>
                  <a:lnTo>
                    <a:pt x="2122" y="14"/>
                  </a:lnTo>
                  <a:lnTo>
                    <a:pt x="1891" y="55"/>
                  </a:lnTo>
                  <a:lnTo>
                    <a:pt x="1660" y="109"/>
                  </a:lnTo>
                  <a:lnTo>
                    <a:pt x="1442" y="191"/>
                  </a:lnTo>
                  <a:lnTo>
                    <a:pt x="1238" y="286"/>
                  </a:lnTo>
                  <a:lnTo>
                    <a:pt x="1048" y="409"/>
                  </a:lnTo>
                  <a:lnTo>
                    <a:pt x="857" y="545"/>
                  </a:lnTo>
                  <a:lnTo>
                    <a:pt x="694" y="694"/>
                  </a:lnTo>
                  <a:lnTo>
                    <a:pt x="544" y="858"/>
                  </a:lnTo>
                  <a:lnTo>
                    <a:pt x="408" y="1048"/>
                  </a:lnTo>
                  <a:lnTo>
                    <a:pt x="286" y="1238"/>
                  </a:lnTo>
                  <a:lnTo>
                    <a:pt x="191" y="1443"/>
                  </a:lnTo>
                  <a:lnTo>
                    <a:pt x="109" y="1660"/>
                  </a:lnTo>
                  <a:lnTo>
                    <a:pt x="55" y="1891"/>
                  </a:lnTo>
                  <a:lnTo>
                    <a:pt x="14" y="2123"/>
                  </a:lnTo>
                  <a:lnTo>
                    <a:pt x="0" y="2368"/>
                  </a:lnTo>
                  <a:lnTo>
                    <a:pt x="14" y="2599"/>
                  </a:lnTo>
                  <a:lnTo>
                    <a:pt x="55" y="2844"/>
                  </a:lnTo>
                  <a:lnTo>
                    <a:pt x="109" y="3061"/>
                  </a:lnTo>
                  <a:lnTo>
                    <a:pt x="191" y="3279"/>
                  </a:lnTo>
                  <a:lnTo>
                    <a:pt x="286" y="3483"/>
                  </a:lnTo>
                  <a:lnTo>
                    <a:pt x="408" y="3687"/>
                  </a:lnTo>
                  <a:lnTo>
                    <a:pt x="544" y="3864"/>
                  </a:lnTo>
                  <a:lnTo>
                    <a:pt x="694" y="4027"/>
                  </a:lnTo>
                  <a:lnTo>
                    <a:pt x="857" y="4190"/>
                  </a:lnTo>
                  <a:lnTo>
                    <a:pt x="1048" y="4326"/>
                  </a:lnTo>
                  <a:lnTo>
                    <a:pt x="1238" y="4435"/>
                  </a:lnTo>
                  <a:lnTo>
                    <a:pt x="1442" y="4530"/>
                  </a:lnTo>
                  <a:lnTo>
                    <a:pt x="1660" y="4612"/>
                  </a:lnTo>
                  <a:lnTo>
                    <a:pt x="1891" y="4680"/>
                  </a:lnTo>
                  <a:lnTo>
                    <a:pt x="2122" y="4707"/>
                  </a:lnTo>
                  <a:lnTo>
                    <a:pt x="2367" y="4721"/>
                  </a:lnTo>
                  <a:lnTo>
                    <a:pt x="2598" y="4707"/>
                  </a:lnTo>
                  <a:lnTo>
                    <a:pt x="2843" y="4680"/>
                  </a:lnTo>
                  <a:lnTo>
                    <a:pt x="3061" y="4612"/>
                  </a:lnTo>
                  <a:lnTo>
                    <a:pt x="3278" y="4530"/>
                  </a:lnTo>
                  <a:lnTo>
                    <a:pt x="3482" y="4435"/>
                  </a:lnTo>
                  <a:lnTo>
                    <a:pt x="3686" y="4326"/>
                  </a:lnTo>
                  <a:lnTo>
                    <a:pt x="3863" y="4190"/>
                  </a:lnTo>
                  <a:lnTo>
                    <a:pt x="4026" y="4027"/>
                  </a:lnTo>
                  <a:lnTo>
                    <a:pt x="4176" y="3864"/>
                  </a:lnTo>
                  <a:lnTo>
                    <a:pt x="4312" y="3687"/>
                  </a:lnTo>
                  <a:lnTo>
                    <a:pt x="4435" y="3483"/>
                  </a:lnTo>
                  <a:lnTo>
                    <a:pt x="4530" y="3279"/>
                  </a:lnTo>
                  <a:lnTo>
                    <a:pt x="4611" y="3061"/>
                  </a:lnTo>
                  <a:lnTo>
                    <a:pt x="4666" y="2844"/>
                  </a:lnTo>
                  <a:lnTo>
                    <a:pt x="4707" y="2599"/>
                  </a:lnTo>
                  <a:lnTo>
                    <a:pt x="4720" y="2368"/>
                  </a:lnTo>
                  <a:lnTo>
                    <a:pt x="4707" y="2123"/>
                  </a:lnTo>
                  <a:lnTo>
                    <a:pt x="4666" y="1891"/>
                  </a:lnTo>
                  <a:lnTo>
                    <a:pt x="4611" y="1660"/>
                  </a:lnTo>
                  <a:lnTo>
                    <a:pt x="4530" y="1443"/>
                  </a:lnTo>
                  <a:lnTo>
                    <a:pt x="4435" y="1238"/>
                  </a:lnTo>
                  <a:lnTo>
                    <a:pt x="4312" y="1048"/>
                  </a:lnTo>
                  <a:lnTo>
                    <a:pt x="4176" y="858"/>
                  </a:lnTo>
                  <a:lnTo>
                    <a:pt x="4026" y="694"/>
                  </a:lnTo>
                  <a:lnTo>
                    <a:pt x="3863" y="545"/>
                  </a:lnTo>
                  <a:lnTo>
                    <a:pt x="3686" y="409"/>
                  </a:lnTo>
                  <a:lnTo>
                    <a:pt x="3482" y="286"/>
                  </a:lnTo>
                  <a:lnTo>
                    <a:pt x="3278" y="191"/>
                  </a:lnTo>
                  <a:lnTo>
                    <a:pt x="3061" y="109"/>
                  </a:lnTo>
                  <a:lnTo>
                    <a:pt x="2843" y="55"/>
                  </a:lnTo>
                  <a:lnTo>
                    <a:pt x="2598" y="14"/>
                  </a:lnTo>
                  <a:lnTo>
                    <a:pt x="2367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18"/>
            <p:cNvSpPr/>
            <p:nvPr/>
          </p:nvSpPr>
          <p:spPr>
            <a:xfrm>
              <a:off x="2435520" y="3343069"/>
              <a:ext cx="166852" cy="166852"/>
            </a:xfrm>
            <a:custGeom>
              <a:rect b="b" l="l" r="r" t="t"/>
              <a:pathLst>
                <a:path extrusionOk="0" h="4721" w="4721">
                  <a:moveTo>
                    <a:pt x="2353" y="0"/>
                  </a:moveTo>
                  <a:lnTo>
                    <a:pt x="2122" y="14"/>
                  </a:lnTo>
                  <a:lnTo>
                    <a:pt x="1877" y="55"/>
                  </a:lnTo>
                  <a:lnTo>
                    <a:pt x="1660" y="109"/>
                  </a:lnTo>
                  <a:lnTo>
                    <a:pt x="1442" y="191"/>
                  </a:lnTo>
                  <a:lnTo>
                    <a:pt x="1238" y="286"/>
                  </a:lnTo>
                  <a:lnTo>
                    <a:pt x="1034" y="408"/>
                  </a:lnTo>
                  <a:lnTo>
                    <a:pt x="857" y="544"/>
                  </a:lnTo>
                  <a:lnTo>
                    <a:pt x="694" y="694"/>
                  </a:lnTo>
                  <a:lnTo>
                    <a:pt x="531" y="871"/>
                  </a:lnTo>
                  <a:lnTo>
                    <a:pt x="394" y="1048"/>
                  </a:lnTo>
                  <a:lnTo>
                    <a:pt x="286" y="1238"/>
                  </a:lnTo>
                  <a:lnTo>
                    <a:pt x="177" y="1442"/>
                  </a:lnTo>
                  <a:lnTo>
                    <a:pt x="109" y="1660"/>
                  </a:lnTo>
                  <a:lnTo>
                    <a:pt x="41" y="1891"/>
                  </a:lnTo>
                  <a:lnTo>
                    <a:pt x="14" y="2122"/>
                  </a:lnTo>
                  <a:lnTo>
                    <a:pt x="0" y="2367"/>
                  </a:lnTo>
                  <a:lnTo>
                    <a:pt x="14" y="2612"/>
                  </a:lnTo>
                  <a:lnTo>
                    <a:pt x="41" y="2843"/>
                  </a:lnTo>
                  <a:lnTo>
                    <a:pt x="109" y="3074"/>
                  </a:lnTo>
                  <a:lnTo>
                    <a:pt x="177" y="3279"/>
                  </a:lnTo>
                  <a:lnTo>
                    <a:pt x="286" y="3496"/>
                  </a:lnTo>
                  <a:lnTo>
                    <a:pt x="394" y="3687"/>
                  </a:lnTo>
                  <a:lnTo>
                    <a:pt x="531" y="3863"/>
                  </a:lnTo>
                  <a:lnTo>
                    <a:pt x="694" y="4040"/>
                  </a:lnTo>
                  <a:lnTo>
                    <a:pt x="857" y="4190"/>
                  </a:lnTo>
                  <a:lnTo>
                    <a:pt x="1034" y="4326"/>
                  </a:lnTo>
                  <a:lnTo>
                    <a:pt x="1238" y="4435"/>
                  </a:lnTo>
                  <a:lnTo>
                    <a:pt x="1442" y="4544"/>
                  </a:lnTo>
                  <a:lnTo>
                    <a:pt x="1660" y="4625"/>
                  </a:lnTo>
                  <a:lnTo>
                    <a:pt x="1877" y="4680"/>
                  </a:lnTo>
                  <a:lnTo>
                    <a:pt x="2122" y="4707"/>
                  </a:lnTo>
                  <a:lnTo>
                    <a:pt x="2353" y="4720"/>
                  </a:lnTo>
                  <a:lnTo>
                    <a:pt x="2598" y="4707"/>
                  </a:lnTo>
                  <a:lnTo>
                    <a:pt x="2829" y="4680"/>
                  </a:lnTo>
                  <a:lnTo>
                    <a:pt x="3061" y="4625"/>
                  </a:lnTo>
                  <a:lnTo>
                    <a:pt x="3278" y="4544"/>
                  </a:lnTo>
                  <a:lnTo>
                    <a:pt x="3482" y="4435"/>
                  </a:lnTo>
                  <a:lnTo>
                    <a:pt x="3673" y="4326"/>
                  </a:lnTo>
                  <a:lnTo>
                    <a:pt x="3863" y="4190"/>
                  </a:lnTo>
                  <a:lnTo>
                    <a:pt x="4026" y="4040"/>
                  </a:lnTo>
                  <a:lnTo>
                    <a:pt x="4176" y="3863"/>
                  </a:lnTo>
                  <a:lnTo>
                    <a:pt x="4312" y="3687"/>
                  </a:lnTo>
                  <a:lnTo>
                    <a:pt x="4434" y="3496"/>
                  </a:lnTo>
                  <a:lnTo>
                    <a:pt x="4530" y="3279"/>
                  </a:lnTo>
                  <a:lnTo>
                    <a:pt x="4611" y="3074"/>
                  </a:lnTo>
                  <a:lnTo>
                    <a:pt x="4666" y="2843"/>
                  </a:lnTo>
                  <a:lnTo>
                    <a:pt x="4707" y="2612"/>
                  </a:lnTo>
                  <a:lnTo>
                    <a:pt x="4720" y="2367"/>
                  </a:lnTo>
                  <a:lnTo>
                    <a:pt x="4707" y="2122"/>
                  </a:lnTo>
                  <a:lnTo>
                    <a:pt x="4666" y="1891"/>
                  </a:lnTo>
                  <a:lnTo>
                    <a:pt x="4611" y="1660"/>
                  </a:lnTo>
                  <a:lnTo>
                    <a:pt x="4530" y="1442"/>
                  </a:lnTo>
                  <a:lnTo>
                    <a:pt x="4434" y="1238"/>
                  </a:lnTo>
                  <a:lnTo>
                    <a:pt x="4312" y="1048"/>
                  </a:lnTo>
                  <a:lnTo>
                    <a:pt x="4176" y="871"/>
                  </a:lnTo>
                  <a:lnTo>
                    <a:pt x="4026" y="694"/>
                  </a:lnTo>
                  <a:lnTo>
                    <a:pt x="3863" y="544"/>
                  </a:lnTo>
                  <a:lnTo>
                    <a:pt x="3673" y="408"/>
                  </a:lnTo>
                  <a:lnTo>
                    <a:pt x="3482" y="286"/>
                  </a:lnTo>
                  <a:lnTo>
                    <a:pt x="3278" y="191"/>
                  </a:lnTo>
                  <a:lnTo>
                    <a:pt x="3061" y="109"/>
                  </a:lnTo>
                  <a:lnTo>
                    <a:pt x="2829" y="55"/>
                  </a:lnTo>
                  <a:lnTo>
                    <a:pt x="2598" y="14"/>
                  </a:lnTo>
                  <a:lnTo>
                    <a:pt x="2353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18"/>
            <p:cNvSpPr/>
            <p:nvPr/>
          </p:nvSpPr>
          <p:spPr>
            <a:xfrm>
              <a:off x="2648002" y="3165188"/>
              <a:ext cx="166852" cy="166852"/>
            </a:xfrm>
            <a:custGeom>
              <a:rect b="b" l="l" r="r" t="t"/>
              <a:pathLst>
                <a:path extrusionOk="0" h="4721" w="4721">
                  <a:moveTo>
                    <a:pt x="2354" y="0"/>
                  </a:moveTo>
                  <a:lnTo>
                    <a:pt x="2122" y="14"/>
                  </a:lnTo>
                  <a:lnTo>
                    <a:pt x="1891" y="55"/>
                  </a:lnTo>
                  <a:lnTo>
                    <a:pt x="1660" y="109"/>
                  </a:lnTo>
                  <a:lnTo>
                    <a:pt x="1442" y="191"/>
                  </a:lnTo>
                  <a:lnTo>
                    <a:pt x="1238" y="286"/>
                  </a:lnTo>
                  <a:lnTo>
                    <a:pt x="1034" y="408"/>
                  </a:lnTo>
                  <a:lnTo>
                    <a:pt x="857" y="544"/>
                  </a:lnTo>
                  <a:lnTo>
                    <a:pt x="694" y="694"/>
                  </a:lnTo>
                  <a:lnTo>
                    <a:pt x="544" y="871"/>
                  </a:lnTo>
                  <a:lnTo>
                    <a:pt x="408" y="1048"/>
                  </a:lnTo>
                  <a:lnTo>
                    <a:pt x="286" y="1238"/>
                  </a:lnTo>
                  <a:lnTo>
                    <a:pt x="191" y="1442"/>
                  </a:lnTo>
                  <a:lnTo>
                    <a:pt x="109" y="1660"/>
                  </a:lnTo>
                  <a:lnTo>
                    <a:pt x="55" y="1891"/>
                  </a:lnTo>
                  <a:lnTo>
                    <a:pt x="14" y="2122"/>
                  </a:lnTo>
                  <a:lnTo>
                    <a:pt x="0" y="2367"/>
                  </a:lnTo>
                  <a:lnTo>
                    <a:pt x="14" y="2612"/>
                  </a:lnTo>
                  <a:lnTo>
                    <a:pt x="55" y="2843"/>
                  </a:lnTo>
                  <a:lnTo>
                    <a:pt x="109" y="3075"/>
                  </a:lnTo>
                  <a:lnTo>
                    <a:pt x="191" y="3279"/>
                  </a:lnTo>
                  <a:lnTo>
                    <a:pt x="286" y="3496"/>
                  </a:lnTo>
                  <a:lnTo>
                    <a:pt x="408" y="3687"/>
                  </a:lnTo>
                  <a:lnTo>
                    <a:pt x="544" y="3864"/>
                  </a:lnTo>
                  <a:lnTo>
                    <a:pt x="694" y="4040"/>
                  </a:lnTo>
                  <a:lnTo>
                    <a:pt x="857" y="4190"/>
                  </a:lnTo>
                  <a:lnTo>
                    <a:pt x="1034" y="4326"/>
                  </a:lnTo>
                  <a:lnTo>
                    <a:pt x="1238" y="4435"/>
                  </a:lnTo>
                  <a:lnTo>
                    <a:pt x="1442" y="4544"/>
                  </a:lnTo>
                  <a:lnTo>
                    <a:pt x="1660" y="4625"/>
                  </a:lnTo>
                  <a:lnTo>
                    <a:pt x="1891" y="4680"/>
                  </a:lnTo>
                  <a:lnTo>
                    <a:pt x="2122" y="4707"/>
                  </a:lnTo>
                  <a:lnTo>
                    <a:pt x="2354" y="4720"/>
                  </a:lnTo>
                  <a:lnTo>
                    <a:pt x="2598" y="4707"/>
                  </a:lnTo>
                  <a:lnTo>
                    <a:pt x="2830" y="4680"/>
                  </a:lnTo>
                  <a:lnTo>
                    <a:pt x="3061" y="4625"/>
                  </a:lnTo>
                  <a:lnTo>
                    <a:pt x="3279" y="4544"/>
                  </a:lnTo>
                  <a:lnTo>
                    <a:pt x="3483" y="4435"/>
                  </a:lnTo>
                  <a:lnTo>
                    <a:pt x="3673" y="4326"/>
                  </a:lnTo>
                  <a:lnTo>
                    <a:pt x="3864" y="4190"/>
                  </a:lnTo>
                  <a:lnTo>
                    <a:pt x="4027" y="4040"/>
                  </a:lnTo>
                  <a:lnTo>
                    <a:pt x="4176" y="3864"/>
                  </a:lnTo>
                  <a:lnTo>
                    <a:pt x="4312" y="3687"/>
                  </a:lnTo>
                  <a:lnTo>
                    <a:pt x="4435" y="3496"/>
                  </a:lnTo>
                  <a:lnTo>
                    <a:pt x="4530" y="3279"/>
                  </a:lnTo>
                  <a:lnTo>
                    <a:pt x="4612" y="3075"/>
                  </a:lnTo>
                  <a:lnTo>
                    <a:pt x="4666" y="2843"/>
                  </a:lnTo>
                  <a:lnTo>
                    <a:pt x="4707" y="2612"/>
                  </a:lnTo>
                  <a:lnTo>
                    <a:pt x="4720" y="2367"/>
                  </a:lnTo>
                  <a:lnTo>
                    <a:pt x="4707" y="2122"/>
                  </a:lnTo>
                  <a:lnTo>
                    <a:pt x="4666" y="1891"/>
                  </a:lnTo>
                  <a:lnTo>
                    <a:pt x="4612" y="1660"/>
                  </a:lnTo>
                  <a:lnTo>
                    <a:pt x="4530" y="1442"/>
                  </a:lnTo>
                  <a:lnTo>
                    <a:pt x="4435" y="1238"/>
                  </a:lnTo>
                  <a:lnTo>
                    <a:pt x="4312" y="1048"/>
                  </a:lnTo>
                  <a:lnTo>
                    <a:pt x="4176" y="871"/>
                  </a:lnTo>
                  <a:lnTo>
                    <a:pt x="4027" y="694"/>
                  </a:lnTo>
                  <a:lnTo>
                    <a:pt x="3864" y="544"/>
                  </a:lnTo>
                  <a:lnTo>
                    <a:pt x="3673" y="408"/>
                  </a:lnTo>
                  <a:lnTo>
                    <a:pt x="3483" y="286"/>
                  </a:lnTo>
                  <a:lnTo>
                    <a:pt x="3279" y="191"/>
                  </a:lnTo>
                  <a:lnTo>
                    <a:pt x="3061" y="109"/>
                  </a:lnTo>
                  <a:lnTo>
                    <a:pt x="2830" y="55"/>
                  </a:lnTo>
                  <a:lnTo>
                    <a:pt x="2598" y="14"/>
                  </a:lnTo>
                  <a:lnTo>
                    <a:pt x="2354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18"/>
            <p:cNvSpPr/>
            <p:nvPr/>
          </p:nvSpPr>
          <p:spPr>
            <a:xfrm>
              <a:off x="658160" y="4315141"/>
              <a:ext cx="2634536" cy="317340"/>
            </a:xfrm>
            <a:custGeom>
              <a:rect b="b" l="l" r="r" t="t"/>
              <a:pathLst>
                <a:path extrusionOk="0" h="8979" w="74543">
                  <a:moveTo>
                    <a:pt x="2830" y="1"/>
                  </a:moveTo>
                  <a:lnTo>
                    <a:pt x="2544" y="28"/>
                  </a:lnTo>
                  <a:lnTo>
                    <a:pt x="2258" y="69"/>
                  </a:lnTo>
                  <a:lnTo>
                    <a:pt x="1986" y="137"/>
                  </a:lnTo>
                  <a:lnTo>
                    <a:pt x="1728" y="232"/>
                  </a:lnTo>
                  <a:lnTo>
                    <a:pt x="1483" y="354"/>
                  </a:lnTo>
                  <a:lnTo>
                    <a:pt x="1252" y="490"/>
                  </a:lnTo>
                  <a:lnTo>
                    <a:pt x="1034" y="654"/>
                  </a:lnTo>
                  <a:lnTo>
                    <a:pt x="830" y="844"/>
                  </a:lnTo>
                  <a:lnTo>
                    <a:pt x="639" y="1034"/>
                  </a:lnTo>
                  <a:lnTo>
                    <a:pt x="476" y="1252"/>
                  </a:lnTo>
                  <a:lnTo>
                    <a:pt x="340" y="1497"/>
                  </a:lnTo>
                  <a:lnTo>
                    <a:pt x="218" y="1742"/>
                  </a:lnTo>
                  <a:lnTo>
                    <a:pt x="123" y="2000"/>
                  </a:lnTo>
                  <a:lnTo>
                    <a:pt x="55" y="2272"/>
                  </a:lnTo>
                  <a:lnTo>
                    <a:pt x="14" y="2544"/>
                  </a:lnTo>
                  <a:lnTo>
                    <a:pt x="0" y="2844"/>
                  </a:lnTo>
                  <a:lnTo>
                    <a:pt x="0" y="6135"/>
                  </a:lnTo>
                  <a:lnTo>
                    <a:pt x="14" y="6435"/>
                  </a:lnTo>
                  <a:lnTo>
                    <a:pt x="55" y="6707"/>
                  </a:lnTo>
                  <a:lnTo>
                    <a:pt x="123" y="6979"/>
                  </a:lnTo>
                  <a:lnTo>
                    <a:pt x="218" y="7237"/>
                  </a:lnTo>
                  <a:lnTo>
                    <a:pt x="340" y="7482"/>
                  </a:lnTo>
                  <a:lnTo>
                    <a:pt x="476" y="7727"/>
                  </a:lnTo>
                  <a:lnTo>
                    <a:pt x="639" y="7944"/>
                  </a:lnTo>
                  <a:lnTo>
                    <a:pt x="830" y="8135"/>
                  </a:lnTo>
                  <a:lnTo>
                    <a:pt x="1034" y="8325"/>
                  </a:lnTo>
                  <a:lnTo>
                    <a:pt x="1252" y="8489"/>
                  </a:lnTo>
                  <a:lnTo>
                    <a:pt x="1483" y="8625"/>
                  </a:lnTo>
                  <a:lnTo>
                    <a:pt x="1728" y="8747"/>
                  </a:lnTo>
                  <a:lnTo>
                    <a:pt x="1986" y="8842"/>
                  </a:lnTo>
                  <a:lnTo>
                    <a:pt x="2258" y="8910"/>
                  </a:lnTo>
                  <a:lnTo>
                    <a:pt x="2544" y="8951"/>
                  </a:lnTo>
                  <a:lnTo>
                    <a:pt x="2830" y="8978"/>
                  </a:lnTo>
                  <a:lnTo>
                    <a:pt x="71713" y="8978"/>
                  </a:lnTo>
                  <a:lnTo>
                    <a:pt x="72012" y="8951"/>
                  </a:lnTo>
                  <a:lnTo>
                    <a:pt x="72284" y="8910"/>
                  </a:lnTo>
                  <a:lnTo>
                    <a:pt x="72556" y="8842"/>
                  </a:lnTo>
                  <a:lnTo>
                    <a:pt x="72815" y="8747"/>
                  </a:lnTo>
                  <a:lnTo>
                    <a:pt x="73060" y="8625"/>
                  </a:lnTo>
                  <a:lnTo>
                    <a:pt x="73291" y="8489"/>
                  </a:lnTo>
                  <a:lnTo>
                    <a:pt x="73509" y="8325"/>
                  </a:lnTo>
                  <a:lnTo>
                    <a:pt x="73713" y="8135"/>
                  </a:lnTo>
                  <a:lnTo>
                    <a:pt x="73903" y="7944"/>
                  </a:lnTo>
                  <a:lnTo>
                    <a:pt x="74066" y="7727"/>
                  </a:lnTo>
                  <a:lnTo>
                    <a:pt x="74202" y="7482"/>
                  </a:lnTo>
                  <a:lnTo>
                    <a:pt x="74325" y="7237"/>
                  </a:lnTo>
                  <a:lnTo>
                    <a:pt x="74420" y="6979"/>
                  </a:lnTo>
                  <a:lnTo>
                    <a:pt x="74488" y="6707"/>
                  </a:lnTo>
                  <a:lnTo>
                    <a:pt x="74529" y="6435"/>
                  </a:lnTo>
                  <a:lnTo>
                    <a:pt x="74542" y="6135"/>
                  </a:lnTo>
                  <a:lnTo>
                    <a:pt x="74542" y="2844"/>
                  </a:lnTo>
                  <a:lnTo>
                    <a:pt x="74529" y="2544"/>
                  </a:lnTo>
                  <a:lnTo>
                    <a:pt x="74488" y="2272"/>
                  </a:lnTo>
                  <a:lnTo>
                    <a:pt x="74420" y="2000"/>
                  </a:lnTo>
                  <a:lnTo>
                    <a:pt x="74325" y="1742"/>
                  </a:lnTo>
                  <a:lnTo>
                    <a:pt x="74202" y="1497"/>
                  </a:lnTo>
                  <a:lnTo>
                    <a:pt x="74066" y="1252"/>
                  </a:lnTo>
                  <a:lnTo>
                    <a:pt x="73903" y="1034"/>
                  </a:lnTo>
                  <a:lnTo>
                    <a:pt x="73713" y="844"/>
                  </a:lnTo>
                  <a:lnTo>
                    <a:pt x="73509" y="654"/>
                  </a:lnTo>
                  <a:lnTo>
                    <a:pt x="73291" y="490"/>
                  </a:lnTo>
                  <a:lnTo>
                    <a:pt x="73060" y="354"/>
                  </a:lnTo>
                  <a:lnTo>
                    <a:pt x="72815" y="232"/>
                  </a:lnTo>
                  <a:lnTo>
                    <a:pt x="72556" y="137"/>
                  </a:lnTo>
                  <a:lnTo>
                    <a:pt x="72284" y="69"/>
                  </a:lnTo>
                  <a:lnTo>
                    <a:pt x="72012" y="28"/>
                  </a:lnTo>
                  <a:lnTo>
                    <a:pt x="7171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18"/>
            <p:cNvSpPr/>
            <p:nvPr/>
          </p:nvSpPr>
          <p:spPr>
            <a:xfrm>
              <a:off x="658160" y="4469483"/>
              <a:ext cx="2634536" cy="163000"/>
            </a:xfrm>
            <a:custGeom>
              <a:rect b="b" l="l" r="r" t="t"/>
              <a:pathLst>
                <a:path extrusionOk="0" h="4612" w="74543">
                  <a:moveTo>
                    <a:pt x="0" y="0"/>
                  </a:moveTo>
                  <a:lnTo>
                    <a:pt x="0" y="1768"/>
                  </a:lnTo>
                  <a:lnTo>
                    <a:pt x="14" y="2068"/>
                  </a:lnTo>
                  <a:lnTo>
                    <a:pt x="55" y="2340"/>
                  </a:lnTo>
                  <a:lnTo>
                    <a:pt x="123" y="2612"/>
                  </a:lnTo>
                  <a:lnTo>
                    <a:pt x="218" y="2870"/>
                  </a:lnTo>
                  <a:lnTo>
                    <a:pt x="340" y="3115"/>
                  </a:lnTo>
                  <a:lnTo>
                    <a:pt x="476" y="3360"/>
                  </a:lnTo>
                  <a:lnTo>
                    <a:pt x="639" y="3577"/>
                  </a:lnTo>
                  <a:lnTo>
                    <a:pt x="830" y="3768"/>
                  </a:lnTo>
                  <a:lnTo>
                    <a:pt x="1034" y="3958"/>
                  </a:lnTo>
                  <a:lnTo>
                    <a:pt x="1252" y="4122"/>
                  </a:lnTo>
                  <a:lnTo>
                    <a:pt x="1483" y="4258"/>
                  </a:lnTo>
                  <a:lnTo>
                    <a:pt x="1728" y="4380"/>
                  </a:lnTo>
                  <a:lnTo>
                    <a:pt x="1986" y="4475"/>
                  </a:lnTo>
                  <a:lnTo>
                    <a:pt x="2258" y="4543"/>
                  </a:lnTo>
                  <a:lnTo>
                    <a:pt x="2544" y="4584"/>
                  </a:lnTo>
                  <a:lnTo>
                    <a:pt x="2830" y="4611"/>
                  </a:lnTo>
                  <a:lnTo>
                    <a:pt x="71713" y="4611"/>
                  </a:lnTo>
                  <a:lnTo>
                    <a:pt x="72012" y="4584"/>
                  </a:lnTo>
                  <a:lnTo>
                    <a:pt x="72284" y="4543"/>
                  </a:lnTo>
                  <a:lnTo>
                    <a:pt x="72556" y="4475"/>
                  </a:lnTo>
                  <a:lnTo>
                    <a:pt x="72815" y="4380"/>
                  </a:lnTo>
                  <a:lnTo>
                    <a:pt x="73060" y="4258"/>
                  </a:lnTo>
                  <a:lnTo>
                    <a:pt x="73291" y="4122"/>
                  </a:lnTo>
                  <a:lnTo>
                    <a:pt x="73509" y="3958"/>
                  </a:lnTo>
                  <a:lnTo>
                    <a:pt x="73713" y="3768"/>
                  </a:lnTo>
                  <a:lnTo>
                    <a:pt x="73903" y="3577"/>
                  </a:lnTo>
                  <a:lnTo>
                    <a:pt x="74066" y="3360"/>
                  </a:lnTo>
                  <a:lnTo>
                    <a:pt x="74202" y="3115"/>
                  </a:lnTo>
                  <a:lnTo>
                    <a:pt x="74325" y="2870"/>
                  </a:lnTo>
                  <a:lnTo>
                    <a:pt x="74420" y="2612"/>
                  </a:lnTo>
                  <a:lnTo>
                    <a:pt x="74488" y="2340"/>
                  </a:lnTo>
                  <a:lnTo>
                    <a:pt x="74529" y="2068"/>
                  </a:lnTo>
                  <a:lnTo>
                    <a:pt x="74542" y="1768"/>
                  </a:lnTo>
                  <a:lnTo>
                    <a:pt x="74542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18"/>
            <p:cNvSpPr/>
            <p:nvPr/>
          </p:nvSpPr>
          <p:spPr>
            <a:xfrm>
              <a:off x="883153" y="997005"/>
              <a:ext cx="2198975" cy="3376799"/>
            </a:xfrm>
            <a:custGeom>
              <a:rect b="b" l="l" r="r" t="t"/>
              <a:pathLst>
                <a:path extrusionOk="0" h="95545" w="62219">
                  <a:moveTo>
                    <a:pt x="31273" y="3061"/>
                  </a:moveTo>
                  <a:lnTo>
                    <a:pt x="31994" y="3074"/>
                  </a:lnTo>
                  <a:lnTo>
                    <a:pt x="32714" y="3101"/>
                  </a:lnTo>
                  <a:lnTo>
                    <a:pt x="33435" y="3156"/>
                  </a:lnTo>
                  <a:lnTo>
                    <a:pt x="34143" y="3224"/>
                  </a:lnTo>
                  <a:lnTo>
                    <a:pt x="34836" y="3305"/>
                  </a:lnTo>
                  <a:lnTo>
                    <a:pt x="35544" y="3414"/>
                  </a:lnTo>
                  <a:lnTo>
                    <a:pt x="36238" y="3537"/>
                  </a:lnTo>
                  <a:lnTo>
                    <a:pt x="36918" y="3673"/>
                  </a:lnTo>
                  <a:lnTo>
                    <a:pt x="37598" y="3822"/>
                  </a:lnTo>
                  <a:lnTo>
                    <a:pt x="38264" y="3999"/>
                  </a:lnTo>
                  <a:lnTo>
                    <a:pt x="38931" y="4190"/>
                  </a:lnTo>
                  <a:lnTo>
                    <a:pt x="39597" y="4380"/>
                  </a:lnTo>
                  <a:lnTo>
                    <a:pt x="40250" y="4611"/>
                  </a:lnTo>
                  <a:lnTo>
                    <a:pt x="40890" y="4842"/>
                  </a:lnTo>
                  <a:lnTo>
                    <a:pt x="41529" y="5087"/>
                  </a:lnTo>
                  <a:lnTo>
                    <a:pt x="42155" y="5359"/>
                  </a:lnTo>
                  <a:lnTo>
                    <a:pt x="42780" y="5631"/>
                  </a:lnTo>
                  <a:lnTo>
                    <a:pt x="43393" y="5931"/>
                  </a:lnTo>
                  <a:lnTo>
                    <a:pt x="44005" y="6244"/>
                  </a:lnTo>
                  <a:lnTo>
                    <a:pt x="44603" y="6556"/>
                  </a:lnTo>
                  <a:lnTo>
                    <a:pt x="45188" y="6896"/>
                  </a:lnTo>
                  <a:lnTo>
                    <a:pt x="45773" y="7250"/>
                  </a:lnTo>
                  <a:lnTo>
                    <a:pt x="46331" y="7617"/>
                  </a:lnTo>
                  <a:lnTo>
                    <a:pt x="46902" y="7998"/>
                  </a:lnTo>
                  <a:lnTo>
                    <a:pt x="47446" y="8379"/>
                  </a:lnTo>
                  <a:lnTo>
                    <a:pt x="47990" y="8787"/>
                  </a:lnTo>
                  <a:lnTo>
                    <a:pt x="48521" y="9209"/>
                  </a:lnTo>
                  <a:lnTo>
                    <a:pt x="49038" y="9631"/>
                  </a:lnTo>
                  <a:lnTo>
                    <a:pt x="49554" y="10079"/>
                  </a:lnTo>
                  <a:lnTo>
                    <a:pt x="50058" y="10528"/>
                  </a:lnTo>
                  <a:lnTo>
                    <a:pt x="50547" y="10991"/>
                  </a:lnTo>
                  <a:lnTo>
                    <a:pt x="51024" y="11467"/>
                  </a:lnTo>
                  <a:lnTo>
                    <a:pt x="51486" y="11957"/>
                  </a:lnTo>
                  <a:lnTo>
                    <a:pt x="51935" y="12460"/>
                  </a:lnTo>
                  <a:lnTo>
                    <a:pt x="52384" y="12963"/>
                  </a:lnTo>
                  <a:lnTo>
                    <a:pt x="52819" y="13480"/>
                  </a:lnTo>
                  <a:lnTo>
                    <a:pt x="53227" y="14011"/>
                  </a:lnTo>
                  <a:lnTo>
                    <a:pt x="53635" y="14555"/>
                  </a:lnTo>
                  <a:lnTo>
                    <a:pt x="54030" y="15112"/>
                  </a:lnTo>
                  <a:lnTo>
                    <a:pt x="54411" y="15670"/>
                  </a:lnTo>
                  <a:lnTo>
                    <a:pt x="54778" y="16241"/>
                  </a:lnTo>
                  <a:lnTo>
                    <a:pt x="55132" y="16813"/>
                  </a:lnTo>
                  <a:lnTo>
                    <a:pt x="55485" y="17398"/>
                  </a:lnTo>
                  <a:lnTo>
                    <a:pt x="55812" y="17996"/>
                  </a:lnTo>
                  <a:lnTo>
                    <a:pt x="56125" y="18608"/>
                  </a:lnTo>
                  <a:lnTo>
                    <a:pt x="56424" y="19220"/>
                  </a:lnTo>
                  <a:lnTo>
                    <a:pt x="56709" y="19832"/>
                  </a:lnTo>
                  <a:lnTo>
                    <a:pt x="56982" y="20472"/>
                  </a:lnTo>
                  <a:lnTo>
                    <a:pt x="57226" y="21111"/>
                  </a:lnTo>
                  <a:lnTo>
                    <a:pt x="57471" y="21750"/>
                  </a:lnTo>
                  <a:lnTo>
                    <a:pt x="57702" y="22403"/>
                  </a:lnTo>
                  <a:lnTo>
                    <a:pt x="57906" y="23056"/>
                  </a:lnTo>
                  <a:lnTo>
                    <a:pt x="58097" y="23723"/>
                  </a:lnTo>
                  <a:lnTo>
                    <a:pt x="58287" y="24389"/>
                  </a:lnTo>
                  <a:lnTo>
                    <a:pt x="58451" y="25069"/>
                  </a:lnTo>
                  <a:lnTo>
                    <a:pt x="58587" y="25763"/>
                  </a:lnTo>
                  <a:lnTo>
                    <a:pt x="58723" y="26443"/>
                  </a:lnTo>
                  <a:lnTo>
                    <a:pt x="58831" y="27137"/>
                  </a:lnTo>
                  <a:lnTo>
                    <a:pt x="58927" y="27844"/>
                  </a:lnTo>
                  <a:lnTo>
                    <a:pt x="59008" y="28552"/>
                  </a:lnTo>
                  <a:lnTo>
                    <a:pt x="59076" y="29259"/>
                  </a:lnTo>
                  <a:lnTo>
                    <a:pt x="59117" y="29966"/>
                  </a:lnTo>
                  <a:lnTo>
                    <a:pt x="59144" y="30687"/>
                  </a:lnTo>
                  <a:lnTo>
                    <a:pt x="59158" y="31408"/>
                  </a:lnTo>
                  <a:lnTo>
                    <a:pt x="59158" y="90634"/>
                  </a:lnTo>
                  <a:lnTo>
                    <a:pt x="59144" y="90810"/>
                  </a:lnTo>
                  <a:lnTo>
                    <a:pt x="59117" y="91001"/>
                  </a:lnTo>
                  <a:lnTo>
                    <a:pt x="59076" y="91178"/>
                  </a:lnTo>
                  <a:lnTo>
                    <a:pt x="59008" y="91341"/>
                  </a:lnTo>
                  <a:lnTo>
                    <a:pt x="58927" y="91504"/>
                  </a:lnTo>
                  <a:lnTo>
                    <a:pt x="58845" y="91667"/>
                  </a:lnTo>
                  <a:lnTo>
                    <a:pt x="58736" y="91803"/>
                  </a:lnTo>
                  <a:lnTo>
                    <a:pt x="58614" y="91939"/>
                  </a:lnTo>
                  <a:lnTo>
                    <a:pt x="58478" y="92048"/>
                  </a:lnTo>
                  <a:lnTo>
                    <a:pt x="58342" y="92157"/>
                  </a:lnTo>
                  <a:lnTo>
                    <a:pt x="58192" y="92252"/>
                  </a:lnTo>
                  <a:lnTo>
                    <a:pt x="58029" y="92334"/>
                  </a:lnTo>
                  <a:lnTo>
                    <a:pt x="57852" y="92388"/>
                  </a:lnTo>
                  <a:lnTo>
                    <a:pt x="57675" y="92443"/>
                  </a:lnTo>
                  <a:lnTo>
                    <a:pt x="57498" y="92470"/>
                  </a:lnTo>
                  <a:lnTo>
                    <a:pt x="4720" y="92470"/>
                  </a:lnTo>
                  <a:lnTo>
                    <a:pt x="4543" y="92443"/>
                  </a:lnTo>
                  <a:lnTo>
                    <a:pt x="4367" y="92388"/>
                  </a:lnTo>
                  <a:lnTo>
                    <a:pt x="4203" y="92334"/>
                  </a:lnTo>
                  <a:lnTo>
                    <a:pt x="4040" y="92252"/>
                  </a:lnTo>
                  <a:lnTo>
                    <a:pt x="3877" y="92157"/>
                  </a:lnTo>
                  <a:lnTo>
                    <a:pt x="3741" y="92048"/>
                  </a:lnTo>
                  <a:lnTo>
                    <a:pt x="3605" y="91939"/>
                  </a:lnTo>
                  <a:lnTo>
                    <a:pt x="3496" y="91803"/>
                  </a:lnTo>
                  <a:lnTo>
                    <a:pt x="3387" y="91667"/>
                  </a:lnTo>
                  <a:lnTo>
                    <a:pt x="3292" y="91504"/>
                  </a:lnTo>
                  <a:lnTo>
                    <a:pt x="3210" y="91341"/>
                  </a:lnTo>
                  <a:lnTo>
                    <a:pt x="3156" y="91178"/>
                  </a:lnTo>
                  <a:lnTo>
                    <a:pt x="3102" y="91001"/>
                  </a:lnTo>
                  <a:lnTo>
                    <a:pt x="3074" y="90810"/>
                  </a:lnTo>
                  <a:lnTo>
                    <a:pt x="3074" y="90634"/>
                  </a:lnTo>
                  <a:lnTo>
                    <a:pt x="3074" y="31109"/>
                  </a:lnTo>
                  <a:lnTo>
                    <a:pt x="3074" y="30374"/>
                  </a:lnTo>
                  <a:lnTo>
                    <a:pt x="3102" y="29654"/>
                  </a:lnTo>
                  <a:lnTo>
                    <a:pt x="3156" y="28946"/>
                  </a:lnTo>
                  <a:lnTo>
                    <a:pt x="3210" y="28239"/>
                  </a:lnTo>
                  <a:lnTo>
                    <a:pt x="3292" y="27532"/>
                  </a:lnTo>
                  <a:lnTo>
                    <a:pt x="3387" y="26824"/>
                  </a:lnTo>
                  <a:lnTo>
                    <a:pt x="3510" y="26130"/>
                  </a:lnTo>
                  <a:lnTo>
                    <a:pt x="3646" y="25437"/>
                  </a:lnTo>
                  <a:lnTo>
                    <a:pt x="3795" y="24757"/>
                  </a:lnTo>
                  <a:lnTo>
                    <a:pt x="3959" y="24076"/>
                  </a:lnTo>
                  <a:lnTo>
                    <a:pt x="4135" y="23410"/>
                  </a:lnTo>
                  <a:lnTo>
                    <a:pt x="4339" y="22743"/>
                  </a:lnTo>
                  <a:lnTo>
                    <a:pt x="4557" y="22090"/>
                  </a:lnTo>
                  <a:lnTo>
                    <a:pt x="4788" y="21438"/>
                  </a:lnTo>
                  <a:lnTo>
                    <a:pt x="5033" y="20798"/>
                  </a:lnTo>
                  <a:lnTo>
                    <a:pt x="5292" y="20159"/>
                  </a:lnTo>
                  <a:lnTo>
                    <a:pt x="5564" y="19533"/>
                  </a:lnTo>
                  <a:lnTo>
                    <a:pt x="5863" y="18921"/>
                  </a:lnTo>
                  <a:lnTo>
                    <a:pt x="6162" y="18309"/>
                  </a:lnTo>
                  <a:lnTo>
                    <a:pt x="6475" y="17710"/>
                  </a:lnTo>
                  <a:lnTo>
                    <a:pt x="6815" y="17112"/>
                  </a:lnTo>
                  <a:lnTo>
                    <a:pt x="7155" y="16527"/>
                  </a:lnTo>
                  <a:lnTo>
                    <a:pt x="7522" y="15956"/>
                  </a:lnTo>
                  <a:lnTo>
                    <a:pt x="7890" y="15384"/>
                  </a:lnTo>
                  <a:lnTo>
                    <a:pt x="8284" y="14840"/>
                  </a:lnTo>
                  <a:lnTo>
                    <a:pt x="8679" y="14283"/>
                  </a:lnTo>
                  <a:lnTo>
                    <a:pt x="9100" y="13752"/>
                  </a:lnTo>
                  <a:lnTo>
                    <a:pt x="9522" y="13222"/>
                  </a:lnTo>
                  <a:lnTo>
                    <a:pt x="9957" y="12705"/>
                  </a:lnTo>
                  <a:lnTo>
                    <a:pt x="10406" y="12201"/>
                  </a:lnTo>
                  <a:lnTo>
                    <a:pt x="10869" y="11712"/>
                  </a:lnTo>
                  <a:lnTo>
                    <a:pt x="11345" y="11236"/>
                  </a:lnTo>
                  <a:lnTo>
                    <a:pt x="11834" y="10760"/>
                  </a:lnTo>
                  <a:lnTo>
                    <a:pt x="12324" y="10297"/>
                  </a:lnTo>
                  <a:lnTo>
                    <a:pt x="12827" y="9848"/>
                  </a:lnTo>
                  <a:lnTo>
                    <a:pt x="13344" y="9413"/>
                  </a:lnTo>
                  <a:lnTo>
                    <a:pt x="13875" y="8991"/>
                  </a:lnTo>
                  <a:lnTo>
                    <a:pt x="14419" y="8583"/>
                  </a:lnTo>
                  <a:lnTo>
                    <a:pt x="14963" y="8189"/>
                  </a:lnTo>
                  <a:lnTo>
                    <a:pt x="15521" y="7808"/>
                  </a:lnTo>
                  <a:lnTo>
                    <a:pt x="16092" y="7427"/>
                  </a:lnTo>
                  <a:lnTo>
                    <a:pt x="16663" y="7073"/>
                  </a:lnTo>
                  <a:lnTo>
                    <a:pt x="17248" y="6733"/>
                  </a:lnTo>
                  <a:lnTo>
                    <a:pt x="17847" y="6407"/>
                  </a:lnTo>
                  <a:lnTo>
                    <a:pt x="18445" y="6080"/>
                  </a:lnTo>
                  <a:lnTo>
                    <a:pt x="19057" y="5781"/>
                  </a:lnTo>
                  <a:lnTo>
                    <a:pt x="19683" y="5495"/>
                  </a:lnTo>
                  <a:lnTo>
                    <a:pt x="20309" y="5223"/>
                  </a:lnTo>
                  <a:lnTo>
                    <a:pt x="20948" y="4965"/>
                  </a:lnTo>
                  <a:lnTo>
                    <a:pt x="21588" y="4720"/>
                  </a:lnTo>
                  <a:lnTo>
                    <a:pt x="22240" y="4502"/>
                  </a:lnTo>
                  <a:lnTo>
                    <a:pt x="22907" y="4285"/>
                  </a:lnTo>
                  <a:lnTo>
                    <a:pt x="23574" y="4094"/>
                  </a:lnTo>
                  <a:lnTo>
                    <a:pt x="24240" y="3918"/>
                  </a:lnTo>
                  <a:lnTo>
                    <a:pt x="24920" y="3754"/>
                  </a:lnTo>
                  <a:lnTo>
                    <a:pt x="25600" y="3605"/>
                  </a:lnTo>
                  <a:lnTo>
                    <a:pt x="26294" y="3482"/>
                  </a:lnTo>
                  <a:lnTo>
                    <a:pt x="26988" y="3360"/>
                  </a:lnTo>
                  <a:lnTo>
                    <a:pt x="27695" y="3265"/>
                  </a:lnTo>
                  <a:lnTo>
                    <a:pt x="28402" y="3197"/>
                  </a:lnTo>
                  <a:lnTo>
                    <a:pt x="29110" y="3129"/>
                  </a:lnTo>
                  <a:lnTo>
                    <a:pt x="29831" y="3088"/>
                  </a:lnTo>
                  <a:lnTo>
                    <a:pt x="30552" y="3074"/>
                  </a:lnTo>
                  <a:lnTo>
                    <a:pt x="31273" y="3061"/>
                  </a:lnTo>
                  <a:close/>
                  <a:moveTo>
                    <a:pt x="30933" y="0"/>
                  </a:moveTo>
                  <a:lnTo>
                    <a:pt x="30130" y="14"/>
                  </a:lnTo>
                  <a:lnTo>
                    <a:pt x="29327" y="41"/>
                  </a:lnTo>
                  <a:lnTo>
                    <a:pt x="28538" y="95"/>
                  </a:lnTo>
                  <a:lnTo>
                    <a:pt x="27750" y="177"/>
                  </a:lnTo>
                  <a:lnTo>
                    <a:pt x="26974" y="272"/>
                  </a:lnTo>
                  <a:lnTo>
                    <a:pt x="26199" y="381"/>
                  </a:lnTo>
                  <a:lnTo>
                    <a:pt x="25437" y="517"/>
                  </a:lnTo>
                  <a:lnTo>
                    <a:pt x="24675" y="667"/>
                  </a:lnTo>
                  <a:lnTo>
                    <a:pt x="23914" y="843"/>
                  </a:lnTo>
                  <a:lnTo>
                    <a:pt x="23165" y="1034"/>
                  </a:lnTo>
                  <a:lnTo>
                    <a:pt x="22431" y="1238"/>
                  </a:lnTo>
                  <a:lnTo>
                    <a:pt x="21696" y="1469"/>
                  </a:lnTo>
                  <a:lnTo>
                    <a:pt x="20975" y="1700"/>
                  </a:lnTo>
                  <a:lnTo>
                    <a:pt x="20268" y="1972"/>
                  </a:lnTo>
                  <a:lnTo>
                    <a:pt x="19547" y="2244"/>
                  </a:lnTo>
                  <a:lnTo>
                    <a:pt x="18853" y="2544"/>
                  </a:lnTo>
                  <a:lnTo>
                    <a:pt x="18160" y="2843"/>
                  </a:lnTo>
                  <a:lnTo>
                    <a:pt x="17480" y="3169"/>
                  </a:lnTo>
                  <a:lnTo>
                    <a:pt x="16813" y="3523"/>
                  </a:lnTo>
                  <a:lnTo>
                    <a:pt x="16146" y="3877"/>
                  </a:lnTo>
                  <a:lnTo>
                    <a:pt x="15494" y="4258"/>
                  </a:lnTo>
                  <a:lnTo>
                    <a:pt x="14854" y="4638"/>
                  </a:lnTo>
                  <a:lnTo>
                    <a:pt x="14229" y="5047"/>
                  </a:lnTo>
                  <a:lnTo>
                    <a:pt x="13603" y="5468"/>
                  </a:lnTo>
                  <a:lnTo>
                    <a:pt x="12991" y="5903"/>
                  </a:lnTo>
                  <a:lnTo>
                    <a:pt x="12392" y="6352"/>
                  </a:lnTo>
                  <a:lnTo>
                    <a:pt x="11794" y="6815"/>
                  </a:lnTo>
                  <a:lnTo>
                    <a:pt x="11222" y="7291"/>
                  </a:lnTo>
                  <a:lnTo>
                    <a:pt x="10651" y="7781"/>
                  </a:lnTo>
                  <a:lnTo>
                    <a:pt x="10107" y="8270"/>
                  </a:lnTo>
                  <a:lnTo>
                    <a:pt x="9563" y="8787"/>
                  </a:lnTo>
                  <a:lnTo>
                    <a:pt x="9032" y="9318"/>
                  </a:lnTo>
                  <a:lnTo>
                    <a:pt x="8515" y="9862"/>
                  </a:lnTo>
                  <a:lnTo>
                    <a:pt x="8012" y="10420"/>
                  </a:lnTo>
                  <a:lnTo>
                    <a:pt x="7509" y="10977"/>
                  </a:lnTo>
                  <a:lnTo>
                    <a:pt x="7033" y="11562"/>
                  </a:lnTo>
                  <a:lnTo>
                    <a:pt x="6570" y="12147"/>
                  </a:lnTo>
                  <a:lnTo>
                    <a:pt x="6121" y="12746"/>
                  </a:lnTo>
                  <a:lnTo>
                    <a:pt x="5686" y="13358"/>
                  </a:lnTo>
                  <a:lnTo>
                    <a:pt x="5264" y="13983"/>
                  </a:lnTo>
                  <a:lnTo>
                    <a:pt x="4856" y="14609"/>
                  </a:lnTo>
                  <a:lnTo>
                    <a:pt x="4462" y="15248"/>
                  </a:lnTo>
                  <a:lnTo>
                    <a:pt x="4081" y="15901"/>
                  </a:lnTo>
                  <a:lnTo>
                    <a:pt x="3714" y="16568"/>
                  </a:lnTo>
                  <a:lnTo>
                    <a:pt x="3374" y="17234"/>
                  </a:lnTo>
                  <a:lnTo>
                    <a:pt x="3034" y="17915"/>
                  </a:lnTo>
                  <a:lnTo>
                    <a:pt x="2721" y="18608"/>
                  </a:lnTo>
                  <a:lnTo>
                    <a:pt x="2421" y="19302"/>
                  </a:lnTo>
                  <a:lnTo>
                    <a:pt x="2136" y="20009"/>
                  </a:lnTo>
                  <a:lnTo>
                    <a:pt x="1864" y="20730"/>
                  </a:lnTo>
                  <a:lnTo>
                    <a:pt x="1619" y="21451"/>
                  </a:lnTo>
                  <a:lnTo>
                    <a:pt x="1388" y="22186"/>
                  </a:lnTo>
                  <a:lnTo>
                    <a:pt x="1170" y="22920"/>
                  </a:lnTo>
                  <a:lnTo>
                    <a:pt x="966" y="23668"/>
                  </a:lnTo>
                  <a:lnTo>
                    <a:pt x="789" y="24417"/>
                  </a:lnTo>
                  <a:lnTo>
                    <a:pt x="626" y="25178"/>
                  </a:lnTo>
                  <a:lnTo>
                    <a:pt x="476" y="25940"/>
                  </a:lnTo>
                  <a:lnTo>
                    <a:pt x="354" y="26702"/>
                  </a:lnTo>
                  <a:lnTo>
                    <a:pt x="245" y="27491"/>
                  </a:lnTo>
                  <a:lnTo>
                    <a:pt x="163" y="28266"/>
                  </a:lnTo>
                  <a:lnTo>
                    <a:pt x="95" y="29055"/>
                  </a:lnTo>
                  <a:lnTo>
                    <a:pt x="41" y="29844"/>
                  </a:lnTo>
                  <a:lnTo>
                    <a:pt x="14" y="30646"/>
                  </a:lnTo>
                  <a:lnTo>
                    <a:pt x="0" y="31449"/>
                  </a:lnTo>
                  <a:lnTo>
                    <a:pt x="0" y="92048"/>
                  </a:lnTo>
                  <a:lnTo>
                    <a:pt x="0" y="92225"/>
                  </a:lnTo>
                  <a:lnTo>
                    <a:pt x="14" y="92402"/>
                  </a:lnTo>
                  <a:lnTo>
                    <a:pt x="41" y="92579"/>
                  </a:lnTo>
                  <a:lnTo>
                    <a:pt x="68" y="92742"/>
                  </a:lnTo>
                  <a:lnTo>
                    <a:pt x="109" y="92919"/>
                  </a:lnTo>
                  <a:lnTo>
                    <a:pt x="163" y="93082"/>
                  </a:lnTo>
                  <a:lnTo>
                    <a:pt x="218" y="93245"/>
                  </a:lnTo>
                  <a:lnTo>
                    <a:pt x="272" y="93409"/>
                  </a:lnTo>
                  <a:lnTo>
                    <a:pt x="340" y="93558"/>
                  </a:lnTo>
                  <a:lnTo>
                    <a:pt x="422" y="93708"/>
                  </a:lnTo>
                  <a:lnTo>
                    <a:pt x="503" y="93857"/>
                  </a:lnTo>
                  <a:lnTo>
                    <a:pt x="599" y="93993"/>
                  </a:lnTo>
                  <a:lnTo>
                    <a:pt x="803" y="94265"/>
                  </a:lnTo>
                  <a:lnTo>
                    <a:pt x="1020" y="94524"/>
                  </a:lnTo>
                  <a:lnTo>
                    <a:pt x="1279" y="94742"/>
                  </a:lnTo>
                  <a:lnTo>
                    <a:pt x="1537" y="94946"/>
                  </a:lnTo>
                  <a:lnTo>
                    <a:pt x="1687" y="95041"/>
                  </a:lnTo>
                  <a:lnTo>
                    <a:pt x="1837" y="95122"/>
                  </a:lnTo>
                  <a:lnTo>
                    <a:pt x="1986" y="95204"/>
                  </a:lnTo>
                  <a:lnTo>
                    <a:pt x="2136" y="95272"/>
                  </a:lnTo>
                  <a:lnTo>
                    <a:pt x="2299" y="95326"/>
                  </a:lnTo>
                  <a:lnTo>
                    <a:pt x="2462" y="95381"/>
                  </a:lnTo>
                  <a:lnTo>
                    <a:pt x="2625" y="95435"/>
                  </a:lnTo>
                  <a:lnTo>
                    <a:pt x="2789" y="95476"/>
                  </a:lnTo>
                  <a:lnTo>
                    <a:pt x="2966" y="95503"/>
                  </a:lnTo>
                  <a:lnTo>
                    <a:pt x="3142" y="95531"/>
                  </a:lnTo>
                  <a:lnTo>
                    <a:pt x="3319" y="95544"/>
                  </a:lnTo>
                  <a:lnTo>
                    <a:pt x="58899" y="95544"/>
                  </a:lnTo>
                  <a:lnTo>
                    <a:pt x="59076" y="95531"/>
                  </a:lnTo>
                  <a:lnTo>
                    <a:pt x="59253" y="95503"/>
                  </a:lnTo>
                  <a:lnTo>
                    <a:pt x="59430" y="95476"/>
                  </a:lnTo>
                  <a:lnTo>
                    <a:pt x="59593" y="95435"/>
                  </a:lnTo>
                  <a:lnTo>
                    <a:pt x="59770" y="95381"/>
                  </a:lnTo>
                  <a:lnTo>
                    <a:pt x="59920" y="95326"/>
                  </a:lnTo>
                  <a:lnTo>
                    <a:pt x="60083" y="95272"/>
                  </a:lnTo>
                  <a:lnTo>
                    <a:pt x="60246" y="95204"/>
                  </a:lnTo>
                  <a:lnTo>
                    <a:pt x="60396" y="95122"/>
                  </a:lnTo>
                  <a:lnTo>
                    <a:pt x="60532" y="95041"/>
                  </a:lnTo>
                  <a:lnTo>
                    <a:pt x="60681" y="94946"/>
                  </a:lnTo>
                  <a:lnTo>
                    <a:pt x="60953" y="94742"/>
                  </a:lnTo>
                  <a:lnTo>
                    <a:pt x="61198" y="94524"/>
                  </a:lnTo>
                  <a:lnTo>
                    <a:pt x="61430" y="94265"/>
                  </a:lnTo>
                  <a:lnTo>
                    <a:pt x="61620" y="93993"/>
                  </a:lnTo>
                  <a:lnTo>
                    <a:pt x="61715" y="93857"/>
                  </a:lnTo>
                  <a:lnTo>
                    <a:pt x="61797" y="93708"/>
                  </a:lnTo>
                  <a:lnTo>
                    <a:pt x="61878" y="93558"/>
                  </a:lnTo>
                  <a:lnTo>
                    <a:pt x="61946" y="93409"/>
                  </a:lnTo>
                  <a:lnTo>
                    <a:pt x="62014" y="93245"/>
                  </a:lnTo>
                  <a:lnTo>
                    <a:pt x="62069" y="93082"/>
                  </a:lnTo>
                  <a:lnTo>
                    <a:pt x="62110" y="92919"/>
                  </a:lnTo>
                  <a:lnTo>
                    <a:pt x="62151" y="92742"/>
                  </a:lnTo>
                  <a:lnTo>
                    <a:pt x="62178" y="92579"/>
                  </a:lnTo>
                  <a:lnTo>
                    <a:pt x="62205" y="92402"/>
                  </a:lnTo>
                  <a:lnTo>
                    <a:pt x="62219" y="92225"/>
                  </a:lnTo>
                  <a:lnTo>
                    <a:pt x="62219" y="92048"/>
                  </a:lnTo>
                  <a:lnTo>
                    <a:pt x="62219" y="31109"/>
                  </a:lnTo>
                  <a:lnTo>
                    <a:pt x="62219" y="30306"/>
                  </a:lnTo>
                  <a:lnTo>
                    <a:pt x="62178" y="29504"/>
                  </a:lnTo>
                  <a:lnTo>
                    <a:pt x="62137" y="28701"/>
                  </a:lnTo>
                  <a:lnTo>
                    <a:pt x="62055" y="27912"/>
                  </a:lnTo>
                  <a:lnTo>
                    <a:pt x="61974" y="27137"/>
                  </a:lnTo>
                  <a:lnTo>
                    <a:pt x="61865" y="26362"/>
                  </a:lnTo>
                  <a:lnTo>
                    <a:pt x="61729" y="25586"/>
                  </a:lnTo>
                  <a:lnTo>
                    <a:pt x="61579" y="24825"/>
                  </a:lnTo>
                  <a:lnTo>
                    <a:pt x="61416" y="24063"/>
                  </a:lnTo>
                  <a:lnTo>
                    <a:pt x="61239" y="23315"/>
                  </a:lnTo>
                  <a:lnTo>
                    <a:pt x="61035" y="22567"/>
                  </a:lnTo>
                  <a:lnTo>
                    <a:pt x="60817" y="21832"/>
                  </a:lnTo>
                  <a:lnTo>
                    <a:pt x="60573" y="21111"/>
                  </a:lnTo>
                  <a:lnTo>
                    <a:pt x="60314" y="20390"/>
                  </a:lnTo>
                  <a:lnTo>
                    <a:pt x="60042" y="19669"/>
                  </a:lnTo>
                  <a:lnTo>
                    <a:pt x="59756" y="18962"/>
                  </a:lnTo>
                  <a:lnTo>
                    <a:pt x="59457" y="18268"/>
                  </a:lnTo>
                  <a:lnTo>
                    <a:pt x="59131" y="17588"/>
                  </a:lnTo>
                  <a:lnTo>
                    <a:pt x="58791" y="16908"/>
                  </a:lnTo>
                  <a:lnTo>
                    <a:pt x="58437" y="16241"/>
                  </a:lnTo>
                  <a:lnTo>
                    <a:pt x="58070" y="15588"/>
                  </a:lnTo>
                  <a:lnTo>
                    <a:pt x="57675" y="14936"/>
                  </a:lnTo>
                  <a:lnTo>
                    <a:pt x="57281" y="14296"/>
                  </a:lnTo>
                  <a:lnTo>
                    <a:pt x="56873" y="13671"/>
                  </a:lnTo>
                  <a:lnTo>
                    <a:pt x="56437" y="13058"/>
                  </a:lnTo>
                  <a:lnTo>
                    <a:pt x="55989" y="12446"/>
                  </a:lnTo>
                  <a:lnTo>
                    <a:pt x="55540" y="11848"/>
                  </a:lnTo>
                  <a:lnTo>
                    <a:pt x="55064" y="11276"/>
                  </a:lnTo>
                  <a:lnTo>
                    <a:pt x="54574" y="10705"/>
                  </a:lnTo>
                  <a:lnTo>
                    <a:pt x="54084" y="10134"/>
                  </a:lnTo>
                  <a:lnTo>
                    <a:pt x="53567" y="9590"/>
                  </a:lnTo>
                  <a:lnTo>
                    <a:pt x="53037" y="9059"/>
                  </a:lnTo>
                  <a:lnTo>
                    <a:pt x="52506" y="8542"/>
                  </a:lnTo>
                  <a:lnTo>
                    <a:pt x="51949" y="8025"/>
                  </a:lnTo>
                  <a:lnTo>
                    <a:pt x="51391" y="7536"/>
                  </a:lnTo>
                  <a:lnTo>
                    <a:pt x="50820" y="7046"/>
                  </a:lnTo>
                  <a:lnTo>
                    <a:pt x="50235" y="6584"/>
                  </a:lnTo>
                  <a:lnTo>
                    <a:pt x="49636" y="6121"/>
                  </a:lnTo>
                  <a:lnTo>
                    <a:pt x="49024" y="5686"/>
                  </a:lnTo>
                  <a:lnTo>
                    <a:pt x="48412" y="5251"/>
                  </a:lnTo>
                  <a:lnTo>
                    <a:pt x="47773" y="4842"/>
                  </a:lnTo>
                  <a:lnTo>
                    <a:pt x="47133" y="4448"/>
                  </a:lnTo>
                  <a:lnTo>
                    <a:pt x="46480" y="4067"/>
                  </a:lnTo>
                  <a:lnTo>
                    <a:pt x="45827" y="3700"/>
                  </a:lnTo>
                  <a:lnTo>
                    <a:pt x="45161" y="3346"/>
                  </a:lnTo>
                  <a:lnTo>
                    <a:pt x="44481" y="3020"/>
                  </a:lnTo>
                  <a:lnTo>
                    <a:pt x="43787" y="2693"/>
                  </a:lnTo>
                  <a:lnTo>
                    <a:pt x="43093" y="2394"/>
                  </a:lnTo>
                  <a:lnTo>
                    <a:pt x="42386" y="2108"/>
                  </a:lnTo>
                  <a:lnTo>
                    <a:pt x="41665" y="1836"/>
                  </a:lnTo>
                  <a:lnTo>
                    <a:pt x="40944" y="1591"/>
                  </a:lnTo>
                  <a:lnTo>
                    <a:pt x="40223" y="1360"/>
                  </a:lnTo>
                  <a:lnTo>
                    <a:pt x="39475" y="1143"/>
                  </a:lnTo>
                  <a:lnTo>
                    <a:pt x="38740" y="939"/>
                  </a:lnTo>
                  <a:lnTo>
                    <a:pt x="37979" y="762"/>
                  </a:lnTo>
                  <a:lnTo>
                    <a:pt x="37217" y="599"/>
                  </a:lnTo>
                  <a:lnTo>
                    <a:pt x="36455" y="449"/>
                  </a:lnTo>
                  <a:lnTo>
                    <a:pt x="35680" y="326"/>
                  </a:lnTo>
                  <a:lnTo>
                    <a:pt x="34904" y="231"/>
                  </a:lnTo>
                  <a:lnTo>
                    <a:pt x="34116" y="136"/>
                  </a:lnTo>
                  <a:lnTo>
                    <a:pt x="33327" y="68"/>
                  </a:lnTo>
                  <a:lnTo>
                    <a:pt x="32538" y="27"/>
                  </a:lnTo>
                  <a:lnTo>
                    <a:pt x="3173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18"/>
            <p:cNvSpPr/>
            <p:nvPr/>
          </p:nvSpPr>
          <p:spPr>
            <a:xfrm>
              <a:off x="1217285" y="1476291"/>
              <a:ext cx="1552843" cy="922581"/>
            </a:xfrm>
            <a:custGeom>
              <a:rect b="b" l="l" r="r" t="t"/>
              <a:pathLst>
                <a:path extrusionOk="0" h="26104" w="43937">
                  <a:moveTo>
                    <a:pt x="19778" y="1"/>
                  </a:moveTo>
                  <a:lnTo>
                    <a:pt x="19207" y="28"/>
                  </a:lnTo>
                  <a:lnTo>
                    <a:pt x="18636" y="69"/>
                  </a:lnTo>
                  <a:lnTo>
                    <a:pt x="18078" y="123"/>
                  </a:lnTo>
                  <a:lnTo>
                    <a:pt x="17507" y="191"/>
                  </a:lnTo>
                  <a:lnTo>
                    <a:pt x="16935" y="273"/>
                  </a:lnTo>
                  <a:lnTo>
                    <a:pt x="16214" y="409"/>
                  </a:lnTo>
                  <a:lnTo>
                    <a:pt x="15507" y="572"/>
                  </a:lnTo>
                  <a:lnTo>
                    <a:pt x="14800" y="762"/>
                  </a:lnTo>
                  <a:lnTo>
                    <a:pt x="14120" y="966"/>
                  </a:lnTo>
                  <a:lnTo>
                    <a:pt x="13439" y="1198"/>
                  </a:lnTo>
                  <a:lnTo>
                    <a:pt x="12759" y="1456"/>
                  </a:lnTo>
                  <a:lnTo>
                    <a:pt x="12106" y="1728"/>
                  </a:lnTo>
                  <a:lnTo>
                    <a:pt x="11467" y="2027"/>
                  </a:lnTo>
                  <a:lnTo>
                    <a:pt x="10937" y="2300"/>
                  </a:lnTo>
                  <a:lnTo>
                    <a:pt x="10433" y="2572"/>
                  </a:lnTo>
                  <a:lnTo>
                    <a:pt x="9930" y="2871"/>
                  </a:lnTo>
                  <a:lnTo>
                    <a:pt x="9427" y="3170"/>
                  </a:lnTo>
                  <a:lnTo>
                    <a:pt x="8991" y="3456"/>
                  </a:lnTo>
                  <a:lnTo>
                    <a:pt x="8556" y="3755"/>
                  </a:lnTo>
                  <a:lnTo>
                    <a:pt x="8121" y="4068"/>
                  </a:lnTo>
                  <a:lnTo>
                    <a:pt x="7713" y="4394"/>
                  </a:lnTo>
                  <a:lnTo>
                    <a:pt x="7209" y="4802"/>
                  </a:lnTo>
                  <a:lnTo>
                    <a:pt x="6720" y="5238"/>
                  </a:lnTo>
                  <a:lnTo>
                    <a:pt x="6257" y="5673"/>
                  </a:lnTo>
                  <a:lnTo>
                    <a:pt x="5795" y="6135"/>
                  </a:lnTo>
                  <a:lnTo>
                    <a:pt x="5523" y="6408"/>
                  </a:lnTo>
                  <a:lnTo>
                    <a:pt x="5264" y="6693"/>
                  </a:lnTo>
                  <a:lnTo>
                    <a:pt x="4761" y="7264"/>
                  </a:lnTo>
                  <a:lnTo>
                    <a:pt x="4394" y="7713"/>
                  </a:lnTo>
                  <a:lnTo>
                    <a:pt x="4040" y="8176"/>
                  </a:lnTo>
                  <a:lnTo>
                    <a:pt x="3700" y="8638"/>
                  </a:lnTo>
                  <a:lnTo>
                    <a:pt x="3373" y="9114"/>
                  </a:lnTo>
                  <a:lnTo>
                    <a:pt x="3061" y="9604"/>
                  </a:lnTo>
                  <a:lnTo>
                    <a:pt x="2761" y="10107"/>
                  </a:lnTo>
                  <a:lnTo>
                    <a:pt x="2476" y="10611"/>
                  </a:lnTo>
                  <a:lnTo>
                    <a:pt x="2217" y="11128"/>
                  </a:lnTo>
                  <a:lnTo>
                    <a:pt x="1932" y="11685"/>
                  </a:lnTo>
                  <a:lnTo>
                    <a:pt x="1673" y="12257"/>
                  </a:lnTo>
                  <a:lnTo>
                    <a:pt x="1510" y="12665"/>
                  </a:lnTo>
                  <a:lnTo>
                    <a:pt x="1347" y="13059"/>
                  </a:lnTo>
                  <a:lnTo>
                    <a:pt x="1197" y="13467"/>
                  </a:lnTo>
                  <a:lnTo>
                    <a:pt x="1047" y="13889"/>
                  </a:lnTo>
                  <a:lnTo>
                    <a:pt x="911" y="14297"/>
                  </a:lnTo>
                  <a:lnTo>
                    <a:pt x="789" y="14719"/>
                  </a:lnTo>
                  <a:lnTo>
                    <a:pt x="680" y="15140"/>
                  </a:lnTo>
                  <a:lnTo>
                    <a:pt x="571" y="15576"/>
                  </a:lnTo>
                  <a:lnTo>
                    <a:pt x="435" y="16133"/>
                  </a:lnTo>
                  <a:lnTo>
                    <a:pt x="326" y="16705"/>
                  </a:lnTo>
                  <a:lnTo>
                    <a:pt x="245" y="17222"/>
                  </a:lnTo>
                  <a:lnTo>
                    <a:pt x="163" y="17752"/>
                  </a:lnTo>
                  <a:lnTo>
                    <a:pt x="109" y="18269"/>
                  </a:lnTo>
                  <a:lnTo>
                    <a:pt x="68" y="18799"/>
                  </a:lnTo>
                  <a:lnTo>
                    <a:pt x="27" y="19357"/>
                  </a:lnTo>
                  <a:lnTo>
                    <a:pt x="14" y="19928"/>
                  </a:lnTo>
                  <a:lnTo>
                    <a:pt x="0" y="20336"/>
                  </a:lnTo>
                  <a:lnTo>
                    <a:pt x="0" y="22690"/>
                  </a:lnTo>
                  <a:lnTo>
                    <a:pt x="14" y="22867"/>
                  </a:lnTo>
                  <a:lnTo>
                    <a:pt x="27" y="23043"/>
                  </a:lnTo>
                  <a:lnTo>
                    <a:pt x="41" y="23207"/>
                  </a:lnTo>
                  <a:lnTo>
                    <a:pt x="82" y="23383"/>
                  </a:lnTo>
                  <a:lnTo>
                    <a:pt x="109" y="23547"/>
                  </a:lnTo>
                  <a:lnTo>
                    <a:pt x="163" y="23710"/>
                  </a:lnTo>
                  <a:lnTo>
                    <a:pt x="218" y="23860"/>
                  </a:lnTo>
                  <a:lnTo>
                    <a:pt x="272" y="24023"/>
                  </a:lnTo>
                  <a:lnTo>
                    <a:pt x="422" y="24322"/>
                  </a:lnTo>
                  <a:lnTo>
                    <a:pt x="585" y="24594"/>
                  </a:lnTo>
                  <a:lnTo>
                    <a:pt x="789" y="24866"/>
                  </a:lnTo>
                  <a:lnTo>
                    <a:pt x="1007" y="25097"/>
                  </a:lnTo>
                  <a:lnTo>
                    <a:pt x="1251" y="25329"/>
                  </a:lnTo>
                  <a:lnTo>
                    <a:pt x="1510" y="25519"/>
                  </a:lnTo>
                  <a:lnTo>
                    <a:pt x="1796" y="25696"/>
                  </a:lnTo>
                  <a:lnTo>
                    <a:pt x="2095" y="25832"/>
                  </a:lnTo>
                  <a:lnTo>
                    <a:pt x="2244" y="25900"/>
                  </a:lnTo>
                  <a:lnTo>
                    <a:pt x="2408" y="25954"/>
                  </a:lnTo>
                  <a:lnTo>
                    <a:pt x="2571" y="25995"/>
                  </a:lnTo>
                  <a:lnTo>
                    <a:pt x="2734" y="26036"/>
                  </a:lnTo>
                  <a:lnTo>
                    <a:pt x="2897" y="26063"/>
                  </a:lnTo>
                  <a:lnTo>
                    <a:pt x="3074" y="26090"/>
                  </a:lnTo>
                  <a:lnTo>
                    <a:pt x="3237" y="26104"/>
                  </a:lnTo>
                  <a:lnTo>
                    <a:pt x="43936" y="26104"/>
                  </a:lnTo>
                  <a:lnTo>
                    <a:pt x="43936" y="18772"/>
                  </a:lnTo>
                  <a:lnTo>
                    <a:pt x="43936" y="18459"/>
                  </a:lnTo>
                  <a:lnTo>
                    <a:pt x="43909" y="17888"/>
                  </a:lnTo>
                  <a:lnTo>
                    <a:pt x="43882" y="17317"/>
                  </a:lnTo>
                  <a:lnTo>
                    <a:pt x="43841" y="16922"/>
                  </a:lnTo>
                  <a:lnTo>
                    <a:pt x="43800" y="16528"/>
                  </a:lnTo>
                  <a:lnTo>
                    <a:pt x="43760" y="16133"/>
                  </a:lnTo>
                  <a:lnTo>
                    <a:pt x="43692" y="15752"/>
                  </a:lnTo>
                  <a:lnTo>
                    <a:pt x="43624" y="15358"/>
                  </a:lnTo>
                  <a:lnTo>
                    <a:pt x="43556" y="14977"/>
                  </a:lnTo>
                  <a:lnTo>
                    <a:pt x="43474" y="14596"/>
                  </a:lnTo>
                  <a:lnTo>
                    <a:pt x="43379" y="14215"/>
                  </a:lnTo>
                  <a:lnTo>
                    <a:pt x="43175" y="13467"/>
                  </a:lnTo>
                  <a:lnTo>
                    <a:pt x="42943" y="12733"/>
                  </a:lnTo>
                  <a:lnTo>
                    <a:pt x="42685" y="12012"/>
                  </a:lnTo>
                  <a:lnTo>
                    <a:pt x="42399" y="11318"/>
                  </a:lnTo>
                  <a:lnTo>
                    <a:pt x="42141" y="10733"/>
                  </a:lnTo>
                  <a:lnTo>
                    <a:pt x="41855" y="10175"/>
                  </a:lnTo>
                  <a:lnTo>
                    <a:pt x="41651" y="9795"/>
                  </a:lnTo>
                  <a:lnTo>
                    <a:pt x="41447" y="9414"/>
                  </a:lnTo>
                  <a:lnTo>
                    <a:pt x="41230" y="9046"/>
                  </a:lnTo>
                  <a:lnTo>
                    <a:pt x="40998" y="8679"/>
                  </a:lnTo>
                  <a:lnTo>
                    <a:pt x="40753" y="8312"/>
                  </a:lnTo>
                  <a:lnTo>
                    <a:pt x="40509" y="7958"/>
                  </a:lnTo>
                  <a:lnTo>
                    <a:pt x="40264" y="7605"/>
                  </a:lnTo>
                  <a:lnTo>
                    <a:pt x="40005" y="7264"/>
                  </a:lnTo>
                  <a:lnTo>
                    <a:pt x="39774" y="6979"/>
                  </a:lnTo>
                  <a:lnTo>
                    <a:pt x="39529" y="6693"/>
                  </a:lnTo>
                  <a:lnTo>
                    <a:pt x="39298" y="6408"/>
                  </a:lnTo>
                  <a:lnTo>
                    <a:pt x="39039" y="6135"/>
                  </a:lnTo>
                  <a:lnTo>
                    <a:pt x="38767" y="5836"/>
                  </a:lnTo>
                  <a:lnTo>
                    <a:pt x="38495" y="5551"/>
                  </a:lnTo>
                  <a:lnTo>
                    <a:pt x="38210" y="5278"/>
                  </a:lnTo>
                  <a:lnTo>
                    <a:pt x="37924" y="5006"/>
                  </a:lnTo>
                  <a:lnTo>
                    <a:pt x="37638" y="4734"/>
                  </a:lnTo>
                  <a:lnTo>
                    <a:pt x="37339" y="4476"/>
                  </a:lnTo>
                  <a:lnTo>
                    <a:pt x="37026" y="4217"/>
                  </a:lnTo>
                  <a:lnTo>
                    <a:pt x="36713" y="3973"/>
                  </a:lnTo>
                  <a:lnTo>
                    <a:pt x="36401" y="3728"/>
                  </a:lnTo>
                  <a:lnTo>
                    <a:pt x="36088" y="3497"/>
                  </a:lnTo>
                  <a:lnTo>
                    <a:pt x="35761" y="3265"/>
                  </a:lnTo>
                  <a:lnTo>
                    <a:pt x="35421" y="3048"/>
                  </a:lnTo>
                  <a:lnTo>
                    <a:pt x="35095" y="2830"/>
                  </a:lnTo>
                  <a:lnTo>
                    <a:pt x="34755" y="2626"/>
                  </a:lnTo>
                  <a:lnTo>
                    <a:pt x="34401" y="2422"/>
                  </a:lnTo>
                  <a:lnTo>
                    <a:pt x="34061" y="2232"/>
                  </a:lnTo>
                  <a:lnTo>
                    <a:pt x="33707" y="2041"/>
                  </a:lnTo>
                  <a:lnTo>
                    <a:pt x="33340" y="1864"/>
                  </a:lnTo>
                  <a:lnTo>
                    <a:pt x="32986" y="1687"/>
                  </a:lnTo>
                  <a:lnTo>
                    <a:pt x="32619" y="1524"/>
                  </a:lnTo>
                  <a:lnTo>
                    <a:pt x="32238" y="1375"/>
                  </a:lnTo>
                  <a:lnTo>
                    <a:pt x="31871" y="1225"/>
                  </a:lnTo>
                  <a:lnTo>
                    <a:pt x="31490" y="1089"/>
                  </a:lnTo>
                  <a:lnTo>
                    <a:pt x="31109" y="953"/>
                  </a:lnTo>
                  <a:lnTo>
                    <a:pt x="30715" y="830"/>
                  </a:lnTo>
                  <a:lnTo>
                    <a:pt x="30334" y="708"/>
                  </a:lnTo>
                  <a:lnTo>
                    <a:pt x="29939" y="599"/>
                  </a:lnTo>
                  <a:lnTo>
                    <a:pt x="29531" y="504"/>
                  </a:lnTo>
                  <a:lnTo>
                    <a:pt x="29137" y="409"/>
                  </a:lnTo>
                  <a:lnTo>
                    <a:pt x="28729" y="327"/>
                  </a:lnTo>
                  <a:lnTo>
                    <a:pt x="28321" y="259"/>
                  </a:lnTo>
                  <a:lnTo>
                    <a:pt x="27913" y="191"/>
                  </a:lnTo>
                  <a:lnTo>
                    <a:pt x="27355" y="123"/>
                  </a:lnTo>
                  <a:lnTo>
                    <a:pt x="26784" y="69"/>
                  </a:lnTo>
                  <a:lnTo>
                    <a:pt x="26389" y="42"/>
                  </a:lnTo>
                  <a:lnTo>
                    <a:pt x="25981" y="14"/>
                  </a:lnTo>
                  <a:lnTo>
                    <a:pt x="2557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18"/>
            <p:cNvSpPr/>
            <p:nvPr/>
          </p:nvSpPr>
          <p:spPr>
            <a:xfrm>
              <a:off x="1751882" y="2398847"/>
              <a:ext cx="1018253" cy="340914"/>
            </a:xfrm>
            <a:custGeom>
              <a:rect b="b" l="l" r="r" t="t"/>
              <a:pathLst>
                <a:path extrusionOk="0" h="9646" w="28811">
                  <a:moveTo>
                    <a:pt x="0" y="1"/>
                  </a:moveTo>
                  <a:lnTo>
                    <a:pt x="14" y="395"/>
                  </a:lnTo>
                  <a:lnTo>
                    <a:pt x="68" y="790"/>
                  </a:lnTo>
                  <a:lnTo>
                    <a:pt x="136" y="1171"/>
                  </a:lnTo>
                  <a:lnTo>
                    <a:pt x="231" y="1538"/>
                  </a:lnTo>
                  <a:lnTo>
                    <a:pt x="367" y="1905"/>
                  </a:lnTo>
                  <a:lnTo>
                    <a:pt x="517" y="2245"/>
                  </a:lnTo>
                  <a:lnTo>
                    <a:pt x="694" y="2585"/>
                  </a:lnTo>
                  <a:lnTo>
                    <a:pt x="884" y="2912"/>
                  </a:lnTo>
                  <a:lnTo>
                    <a:pt x="1075" y="3157"/>
                  </a:lnTo>
                  <a:lnTo>
                    <a:pt x="1265" y="3415"/>
                  </a:lnTo>
                  <a:lnTo>
                    <a:pt x="1483" y="3646"/>
                  </a:lnTo>
                  <a:lnTo>
                    <a:pt x="1714" y="3864"/>
                  </a:lnTo>
                  <a:lnTo>
                    <a:pt x="1945" y="4068"/>
                  </a:lnTo>
                  <a:lnTo>
                    <a:pt x="2204" y="4259"/>
                  </a:lnTo>
                  <a:lnTo>
                    <a:pt x="2462" y="4435"/>
                  </a:lnTo>
                  <a:lnTo>
                    <a:pt x="2734" y="4599"/>
                  </a:lnTo>
                  <a:lnTo>
                    <a:pt x="3020" y="4735"/>
                  </a:lnTo>
                  <a:lnTo>
                    <a:pt x="3319" y="4871"/>
                  </a:lnTo>
                  <a:lnTo>
                    <a:pt x="3618" y="4979"/>
                  </a:lnTo>
                  <a:lnTo>
                    <a:pt x="3931" y="5061"/>
                  </a:lnTo>
                  <a:lnTo>
                    <a:pt x="4244" y="5143"/>
                  </a:lnTo>
                  <a:lnTo>
                    <a:pt x="4571" y="5184"/>
                  </a:lnTo>
                  <a:lnTo>
                    <a:pt x="4897" y="5224"/>
                  </a:lnTo>
                  <a:lnTo>
                    <a:pt x="5237" y="5238"/>
                  </a:lnTo>
                  <a:lnTo>
                    <a:pt x="9155" y="5238"/>
                  </a:lnTo>
                  <a:lnTo>
                    <a:pt x="9345" y="5428"/>
                  </a:lnTo>
                  <a:lnTo>
                    <a:pt x="10120" y="6217"/>
                  </a:lnTo>
                  <a:lnTo>
                    <a:pt x="10501" y="6598"/>
                  </a:lnTo>
                  <a:lnTo>
                    <a:pt x="10882" y="6979"/>
                  </a:lnTo>
                  <a:lnTo>
                    <a:pt x="11263" y="7333"/>
                  </a:lnTo>
                  <a:lnTo>
                    <a:pt x="11658" y="7686"/>
                  </a:lnTo>
                  <a:lnTo>
                    <a:pt x="12066" y="8013"/>
                  </a:lnTo>
                  <a:lnTo>
                    <a:pt x="12501" y="8326"/>
                  </a:lnTo>
                  <a:lnTo>
                    <a:pt x="12719" y="8475"/>
                  </a:lnTo>
                  <a:lnTo>
                    <a:pt x="12936" y="8611"/>
                  </a:lnTo>
                  <a:lnTo>
                    <a:pt x="13167" y="8734"/>
                  </a:lnTo>
                  <a:lnTo>
                    <a:pt x="13412" y="8870"/>
                  </a:lnTo>
                  <a:lnTo>
                    <a:pt x="13657" y="8979"/>
                  </a:lnTo>
                  <a:lnTo>
                    <a:pt x="13902" y="9087"/>
                  </a:lnTo>
                  <a:lnTo>
                    <a:pt x="14174" y="9183"/>
                  </a:lnTo>
                  <a:lnTo>
                    <a:pt x="14432" y="9278"/>
                  </a:lnTo>
                  <a:lnTo>
                    <a:pt x="14718" y="9359"/>
                  </a:lnTo>
                  <a:lnTo>
                    <a:pt x="15004" y="9428"/>
                  </a:lnTo>
                  <a:lnTo>
                    <a:pt x="15303" y="9496"/>
                  </a:lnTo>
                  <a:lnTo>
                    <a:pt x="15602" y="9550"/>
                  </a:lnTo>
                  <a:lnTo>
                    <a:pt x="15929" y="9591"/>
                  </a:lnTo>
                  <a:lnTo>
                    <a:pt x="16255" y="9618"/>
                  </a:lnTo>
                  <a:lnTo>
                    <a:pt x="16595" y="9632"/>
                  </a:lnTo>
                  <a:lnTo>
                    <a:pt x="16949" y="9645"/>
                  </a:lnTo>
                  <a:lnTo>
                    <a:pt x="17425" y="9632"/>
                  </a:lnTo>
                  <a:lnTo>
                    <a:pt x="17901" y="9591"/>
                  </a:lnTo>
                  <a:lnTo>
                    <a:pt x="18377" y="9536"/>
                  </a:lnTo>
                  <a:lnTo>
                    <a:pt x="18840" y="9455"/>
                  </a:lnTo>
                  <a:lnTo>
                    <a:pt x="19302" y="9346"/>
                  </a:lnTo>
                  <a:lnTo>
                    <a:pt x="19765" y="9223"/>
                  </a:lnTo>
                  <a:lnTo>
                    <a:pt x="20214" y="9074"/>
                  </a:lnTo>
                  <a:lnTo>
                    <a:pt x="20649" y="8897"/>
                  </a:lnTo>
                  <a:lnTo>
                    <a:pt x="21084" y="8707"/>
                  </a:lnTo>
                  <a:lnTo>
                    <a:pt x="21506" y="8503"/>
                  </a:lnTo>
                  <a:lnTo>
                    <a:pt x="21914" y="8271"/>
                  </a:lnTo>
                  <a:lnTo>
                    <a:pt x="22322" y="8013"/>
                  </a:lnTo>
                  <a:lnTo>
                    <a:pt x="22703" y="7741"/>
                  </a:lnTo>
                  <a:lnTo>
                    <a:pt x="23084" y="7442"/>
                  </a:lnTo>
                  <a:lnTo>
                    <a:pt x="23437" y="7142"/>
                  </a:lnTo>
                  <a:lnTo>
                    <a:pt x="23791" y="6802"/>
                  </a:lnTo>
                  <a:lnTo>
                    <a:pt x="27545" y="3048"/>
                  </a:lnTo>
                  <a:lnTo>
                    <a:pt x="27654" y="2912"/>
                  </a:lnTo>
                  <a:lnTo>
                    <a:pt x="27913" y="2531"/>
                  </a:lnTo>
                  <a:lnTo>
                    <a:pt x="28130" y="2177"/>
                  </a:lnTo>
                  <a:lnTo>
                    <a:pt x="28334" y="1837"/>
                  </a:lnTo>
                  <a:lnTo>
                    <a:pt x="28498" y="1484"/>
                  </a:lnTo>
                  <a:lnTo>
                    <a:pt x="28579" y="1307"/>
                  </a:lnTo>
                  <a:lnTo>
                    <a:pt x="28634" y="1130"/>
                  </a:lnTo>
                  <a:lnTo>
                    <a:pt x="28688" y="953"/>
                  </a:lnTo>
                  <a:lnTo>
                    <a:pt x="28729" y="776"/>
                  </a:lnTo>
                  <a:lnTo>
                    <a:pt x="28770" y="586"/>
                  </a:lnTo>
                  <a:lnTo>
                    <a:pt x="28797" y="395"/>
                  </a:lnTo>
                  <a:lnTo>
                    <a:pt x="28810" y="205"/>
                  </a:lnTo>
                  <a:lnTo>
                    <a:pt x="28810" y="1"/>
                  </a:lnTo>
                  <a:close/>
                </a:path>
              </a:pathLst>
            </a:custGeom>
            <a:solidFill>
              <a:srgbClr val="FF532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18"/>
            <p:cNvSpPr/>
            <p:nvPr/>
          </p:nvSpPr>
          <p:spPr>
            <a:xfrm>
              <a:off x="1751882" y="2398847"/>
              <a:ext cx="1018253" cy="340914"/>
            </a:xfrm>
            <a:custGeom>
              <a:rect b="b" l="l" r="r" t="t"/>
              <a:pathLst>
                <a:path extrusionOk="0" h="9646" w="28811">
                  <a:moveTo>
                    <a:pt x="0" y="1"/>
                  </a:moveTo>
                  <a:lnTo>
                    <a:pt x="14" y="395"/>
                  </a:lnTo>
                  <a:lnTo>
                    <a:pt x="68" y="790"/>
                  </a:lnTo>
                  <a:lnTo>
                    <a:pt x="136" y="1171"/>
                  </a:lnTo>
                  <a:lnTo>
                    <a:pt x="231" y="1538"/>
                  </a:lnTo>
                  <a:lnTo>
                    <a:pt x="367" y="1905"/>
                  </a:lnTo>
                  <a:lnTo>
                    <a:pt x="517" y="2245"/>
                  </a:lnTo>
                  <a:lnTo>
                    <a:pt x="694" y="2585"/>
                  </a:lnTo>
                  <a:lnTo>
                    <a:pt x="884" y="2912"/>
                  </a:lnTo>
                  <a:lnTo>
                    <a:pt x="1075" y="3157"/>
                  </a:lnTo>
                  <a:lnTo>
                    <a:pt x="1265" y="3415"/>
                  </a:lnTo>
                  <a:lnTo>
                    <a:pt x="1483" y="3646"/>
                  </a:lnTo>
                  <a:lnTo>
                    <a:pt x="1714" y="3864"/>
                  </a:lnTo>
                  <a:lnTo>
                    <a:pt x="1945" y="4068"/>
                  </a:lnTo>
                  <a:lnTo>
                    <a:pt x="2204" y="4259"/>
                  </a:lnTo>
                  <a:lnTo>
                    <a:pt x="2462" y="4435"/>
                  </a:lnTo>
                  <a:lnTo>
                    <a:pt x="2734" y="4599"/>
                  </a:lnTo>
                  <a:lnTo>
                    <a:pt x="3020" y="4735"/>
                  </a:lnTo>
                  <a:lnTo>
                    <a:pt x="3319" y="4871"/>
                  </a:lnTo>
                  <a:lnTo>
                    <a:pt x="3618" y="4979"/>
                  </a:lnTo>
                  <a:lnTo>
                    <a:pt x="3931" y="5061"/>
                  </a:lnTo>
                  <a:lnTo>
                    <a:pt x="4244" y="5143"/>
                  </a:lnTo>
                  <a:lnTo>
                    <a:pt x="4571" y="5184"/>
                  </a:lnTo>
                  <a:lnTo>
                    <a:pt x="4897" y="5224"/>
                  </a:lnTo>
                  <a:lnTo>
                    <a:pt x="5237" y="5238"/>
                  </a:lnTo>
                  <a:lnTo>
                    <a:pt x="9155" y="5238"/>
                  </a:lnTo>
                  <a:lnTo>
                    <a:pt x="9345" y="5428"/>
                  </a:lnTo>
                  <a:lnTo>
                    <a:pt x="10120" y="6217"/>
                  </a:lnTo>
                  <a:lnTo>
                    <a:pt x="10501" y="6598"/>
                  </a:lnTo>
                  <a:lnTo>
                    <a:pt x="10882" y="6979"/>
                  </a:lnTo>
                  <a:lnTo>
                    <a:pt x="11263" y="7333"/>
                  </a:lnTo>
                  <a:lnTo>
                    <a:pt x="11658" y="7686"/>
                  </a:lnTo>
                  <a:lnTo>
                    <a:pt x="12066" y="8013"/>
                  </a:lnTo>
                  <a:lnTo>
                    <a:pt x="12501" y="8326"/>
                  </a:lnTo>
                  <a:lnTo>
                    <a:pt x="12719" y="8475"/>
                  </a:lnTo>
                  <a:lnTo>
                    <a:pt x="12936" y="8611"/>
                  </a:lnTo>
                  <a:lnTo>
                    <a:pt x="13167" y="8734"/>
                  </a:lnTo>
                  <a:lnTo>
                    <a:pt x="13412" y="8870"/>
                  </a:lnTo>
                  <a:lnTo>
                    <a:pt x="13657" y="8979"/>
                  </a:lnTo>
                  <a:lnTo>
                    <a:pt x="13902" y="9087"/>
                  </a:lnTo>
                  <a:lnTo>
                    <a:pt x="14174" y="9183"/>
                  </a:lnTo>
                  <a:lnTo>
                    <a:pt x="14432" y="9278"/>
                  </a:lnTo>
                  <a:lnTo>
                    <a:pt x="14718" y="9359"/>
                  </a:lnTo>
                  <a:lnTo>
                    <a:pt x="15004" y="9428"/>
                  </a:lnTo>
                  <a:lnTo>
                    <a:pt x="15303" y="9496"/>
                  </a:lnTo>
                  <a:lnTo>
                    <a:pt x="15602" y="9550"/>
                  </a:lnTo>
                  <a:lnTo>
                    <a:pt x="15929" y="9591"/>
                  </a:lnTo>
                  <a:lnTo>
                    <a:pt x="16255" y="9618"/>
                  </a:lnTo>
                  <a:lnTo>
                    <a:pt x="16595" y="9632"/>
                  </a:lnTo>
                  <a:lnTo>
                    <a:pt x="16949" y="9645"/>
                  </a:lnTo>
                  <a:lnTo>
                    <a:pt x="17425" y="9632"/>
                  </a:lnTo>
                  <a:lnTo>
                    <a:pt x="17901" y="9591"/>
                  </a:lnTo>
                  <a:lnTo>
                    <a:pt x="18377" y="9536"/>
                  </a:lnTo>
                  <a:lnTo>
                    <a:pt x="18840" y="9455"/>
                  </a:lnTo>
                  <a:lnTo>
                    <a:pt x="19302" y="9346"/>
                  </a:lnTo>
                  <a:lnTo>
                    <a:pt x="19765" y="9223"/>
                  </a:lnTo>
                  <a:lnTo>
                    <a:pt x="20214" y="9074"/>
                  </a:lnTo>
                  <a:lnTo>
                    <a:pt x="20649" y="8897"/>
                  </a:lnTo>
                  <a:lnTo>
                    <a:pt x="21084" y="8707"/>
                  </a:lnTo>
                  <a:lnTo>
                    <a:pt x="21506" y="8503"/>
                  </a:lnTo>
                  <a:lnTo>
                    <a:pt x="21914" y="8271"/>
                  </a:lnTo>
                  <a:lnTo>
                    <a:pt x="22322" y="8013"/>
                  </a:lnTo>
                  <a:lnTo>
                    <a:pt x="22703" y="7741"/>
                  </a:lnTo>
                  <a:lnTo>
                    <a:pt x="23084" y="7442"/>
                  </a:lnTo>
                  <a:lnTo>
                    <a:pt x="23437" y="7142"/>
                  </a:lnTo>
                  <a:lnTo>
                    <a:pt x="23791" y="6802"/>
                  </a:lnTo>
                  <a:lnTo>
                    <a:pt x="27545" y="3048"/>
                  </a:lnTo>
                  <a:lnTo>
                    <a:pt x="27654" y="2912"/>
                  </a:lnTo>
                  <a:lnTo>
                    <a:pt x="27913" y="2531"/>
                  </a:lnTo>
                  <a:lnTo>
                    <a:pt x="28130" y="2177"/>
                  </a:lnTo>
                  <a:lnTo>
                    <a:pt x="28334" y="1837"/>
                  </a:lnTo>
                  <a:lnTo>
                    <a:pt x="28498" y="1484"/>
                  </a:lnTo>
                  <a:lnTo>
                    <a:pt x="28579" y="1307"/>
                  </a:lnTo>
                  <a:lnTo>
                    <a:pt x="28634" y="1130"/>
                  </a:lnTo>
                  <a:lnTo>
                    <a:pt x="28688" y="953"/>
                  </a:lnTo>
                  <a:lnTo>
                    <a:pt x="28729" y="776"/>
                  </a:lnTo>
                  <a:lnTo>
                    <a:pt x="28770" y="586"/>
                  </a:lnTo>
                  <a:lnTo>
                    <a:pt x="28797" y="395"/>
                  </a:lnTo>
                  <a:lnTo>
                    <a:pt x="28810" y="205"/>
                  </a:lnTo>
                  <a:lnTo>
                    <a:pt x="28810" y="1"/>
                  </a:lnTo>
                  <a:close/>
                </a:path>
              </a:pathLst>
            </a:custGeom>
            <a:solidFill>
              <a:srgbClr val="E339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18"/>
            <p:cNvSpPr/>
            <p:nvPr/>
          </p:nvSpPr>
          <p:spPr>
            <a:xfrm>
              <a:off x="2075411" y="2583938"/>
              <a:ext cx="573079" cy="155825"/>
            </a:xfrm>
            <a:custGeom>
              <a:rect b="b" l="l" r="r" t="t"/>
              <a:pathLst>
                <a:path extrusionOk="0" h="4409" w="16215">
                  <a:moveTo>
                    <a:pt x="1" y="1"/>
                  </a:moveTo>
                  <a:lnTo>
                    <a:pt x="191" y="191"/>
                  </a:lnTo>
                  <a:lnTo>
                    <a:pt x="966" y="980"/>
                  </a:lnTo>
                  <a:lnTo>
                    <a:pt x="1347" y="1361"/>
                  </a:lnTo>
                  <a:lnTo>
                    <a:pt x="1728" y="1742"/>
                  </a:lnTo>
                  <a:lnTo>
                    <a:pt x="2109" y="2096"/>
                  </a:lnTo>
                  <a:lnTo>
                    <a:pt x="2504" y="2449"/>
                  </a:lnTo>
                  <a:lnTo>
                    <a:pt x="2912" y="2776"/>
                  </a:lnTo>
                  <a:lnTo>
                    <a:pt x="3347" y="3089"/>
                  </a:lnTo>
                  <a:lnTo>
                    <a:pt x="3565" y="3238"/>
                  </a:lnTo>
                  <a:lnTo>
                    <a:pt x="3782" y="3374"/>
                  </a:lnTo>
                  <a:lnTo>
                    <a:pt x="4013" y="3497"/>
                  </a:lnTo>
                  <a:lnTo>
                    <a:pt x="4258" y="3633"/>
                  </a:lnTo>
                  <a:lnTo>
                    <a:pt x="4503" y="3742"/>
                  </a:lnTo>
                  <a:lnTo>
                    <a:pt x="4748" y="3850"/>
                  </a:lnTo>
                  <a:lnTo>
                    <a:pt x="5020" y="3946"/>
                  </a:lnTo>
                  <a:lnTo>
                    <a:pt x="5278" y="4041"/>
                  </a:lnTo>
                  <a:lnTo>
                    <a:pt x="5564" y="4122"/>
                  </a:lnTo>
                  <a:lnTo>
                    <a:pt x="5850" y="4191"/>
                  </a:lnTo>
                  <a:lnTo>
                    <a:pt x="6149" y="4259"/>
                  </a:lnTo>
                  <a:lnTo>
                    <a:pt x="6448" y="4313"/>
                  </a:lnTo>
                  <a:lnTo>
                    <a:pt x="6775" y="4354"/>
                  </a:lnTo>
                  <a:lnTo>
                    <a:pt x="7101" y="4381"/>
                  </a:lnTo>
                  <a:lnTo>
                    <a:pt x="7441" y="4395"/>
                  </a:lnTo>
                  <a:lnTo>
                    <a:pt x="7795" y="4408"/>
                  </a:lnTo>
                  <a:lnTo>
                    <a:pt x="8271" y="4395"/>
                  </a:lnTo>
                  <a:lnTo>
                    <a:pt x="8747" y="4354"/>
                  </a:lnTo>
                  <a:lnTo>
                    <a:pt x="9223" y="4299"/>
                  </a:lnTo>
                  <a:lnTo>
                    <a:pt x="9686" y="4218"/>
                  </a:lnTo>
                  <a:lnTo>
                    <a:pt x="10148" y="4109"/>
                  </a:lnTo>
                  <a:lnTo>
                    <a:pt x="10611" y="3986"/>
                  </a:lnTo>
                  <a:lnTo>
                    <a:pt x="11060" y="3837"/>
                  </a:lnTo>
                  <a:lnTo>
                    <a:pt x="11495" y="3660"/>
                  </a:lnTo>
                  <a:lnTo>
                    <a:pt x="11930" y="3470"/>
                  </a:lnTo>
                  <a:lnTo>
                    <a:pt x="12352" y="3266"/>
                  </a:lnTo>
                  <a:lnTo>
                    <a:pt x="12760" y="3034"/>
                  </a:lnTo>
                  <a:lnTo>
                    <a:pt x="13168" y="2776"/>
                  </a:lnTo>
                  <a:lnTo>
                    <a:pt x="13549" y="2504"/>
                  </a:lnTo>
                  <a:lnTo>
                    <a:pt x="13930" y="2205"/>
                  </a:lnTo>
                  <a:lnTo>
                    <a:pt x="14283" y="1905"/>
                  </a:lnTo>
                  <a:lnTo>
                    <a:pt x="14637" y="1565"/>
                  </a:lnTo>
                  <a:lnTo>
                    <a:pt x="16215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18"/>
            <p:cNvSpPr/>
            <p:nvPr/>
          </p:nvSpPr>
          <p:spPr>
            <a:xfrm>
              <a:off x="1217744" y="2140702"/>
              <a:ext cx="235593" cy="133665"/>
            </a:xfrm>
            <a:custGeom>
              <a:rect b="b" l="l" r="r" t="t"/>
              <a:pathLst>
                <a:path extrusionOk="0" h="3782" w="6666">
                  <a:moveTo>
                    <a:pt x="55" y="0"/>
                  </a:moveTo>
                  <a:lnTo>
                    <a:pt x="14" y="558"/>
                  </a:lnTo>
                  <a:lnTo>
                    <a:pt x="1" y="1129"/>
                  </a:lnTo>
                  <a:lnTo>
                    <a:pt x="2884" y="1129"/>
                  </a:lnTo>
                  <a:lnTo>
                    <a:pt x="3156" y="1143"/>
                  </a:lnTo>
                  <a:lnTo>
                    <a:pt x="3415" y="1184"/>
                  </a:lnTo>
                  <a:lnTo>
                    <a:pt x="3673" y="1252"/>
                  </a:lnTo>
                  <a:lnTo>
                    <a:pt x="3918" y="1347"/>
                  </a:lnTo>
                  <a:lnTo>
                    <a:pt x="4149" y="1456"/>
                  </a:lnTo>
                  <a:lnTo>
                    <a:pt x="4367" y="1592"/>
                  </a:lnTo>
                  <a:lnTo>
                    <a:pt x="4571" y="1742"/>
                  </a:lnTo>
                  <a:lnTo>
                    <a:pt x="4762" y="1905"/>
                  </a:lnTo>
                  <a:lnTo>
                    <a:pt x="4925" y="2095"/>
                  </a:lnTo>
                  <a:lnTo>
                    <a:pt x="5074" y="2299"/>
                  </a:lnTo>
                  <a:lnTo>
                    <a:pt x="5210" y="2517"/>
                  </a:lnTo>
                  <a:lnTo>
                    <a:pt x="5319" y="2748"/>
                  </a:lnTo>
                  <a:lnTo>
                    <a:pt x="5414" y="2993"/>
                  </a:lnTo>
                  <a:lnTo>
                    <a:pt x="5482" y="3251"/>
                  </a:lnTo>
                  <a:lnTo>
                    <a:pt x="5523" y="3510"/>
                  </a:lnTo>
                  <a:lnTo>
                    <a:pt x="5537" y="3782"/>
                  </a:lnTo>
                  <a:lnTo>
                    <a:pt x="6666" y="3782"/>
                  </a:lnTo>
                  <a:lnTo>
                    <a:pt x="6666" y="3591"/>
                  </a:lnTo>
                  <a:lnTo>
                    <a:pt x="6652" y="3387"/>
                  </a:lnTo>
                  <a:lnTo>
                    <a:pt x="6625" y="3211"/>
                  </a:lnTo>
                  <a:lnTo>
                    <a:pt x="6598" y="3020"/>
                  </a:lnTo>
                  <a:lnTo>
                    <a:pt x="6543" y="2830"/>
                  </a:lnTo>
                  <a:lnTo>
                    <a:pt x="6503" y="2653"/>
                  </a:lnTo>
                  <a:lnTo>
                    <a:pt x="6435" y="2476"/>
                  </a:lnTo>
                  <a:lnTo>
                    <a:pt x="6367" y="2313"/>
                  </a:lnTo>
                  <a:lnTo>
                    <a:pt x="6299" y="2136"/>
                  </a:lnTo>
                  <a:lnTo>
                    <a:pt x="6217" y="1973"/>
                  </a:lnTo>
                  <a:lnTo>
                    <a:pt x="6122" y="1823"/>
                  </a:lnTo>
                  <a:lnTo>
                    <a:pt x="6027" y="1660"/>
                  </a:lnTo>
                  <a:lnTo>
                    <a:pt x="5918" y="1524"/>
                  </a:lnTo>
                  <a:lnTo>
                    <a:pt x="5809" y="1374"/>
                  </a:lnTo>
                  <a:lnTo>
                    <a:pt x="5686" y="1238"/>
                  </a:lnTo>
                  <a:lnTo>
                    <a:pt x="5564" y="1102"/>
                  </a:lnTo>
                  <a:lnTo>
                    <a:pt x="5428" y="980"/>
                  </a:lnTo>
                  <a:lnTo>
                    <a:pt x="5292" y="857"/>
                  </a:lnTo>
                  <a:lnTo>
                    <a:pt x="5142" y="749"/>
                  </a:lnTo>
                  <a:lnTo>
                    <a:pt x="4993" y="640"/>
                  </a:lnTo>
                  <a:lnTo>
                    <a:pt x="4843" y="545"/>
                  </a:lnTo>
                  <a:lnTo>
                    <a:pt x="4694" y="449"/>
                  </a:lnTo>
                  <a:lnTo>
                    <a:pt x="4530" y="368"/>
                  </a:lnTo>
                  <a:lnTo>
                    <a:pt x="4353" y="300"/>
                  </a:lnTo>
                  <a:lnTo>
                    <a:pt x="4190" y="232"/>
                  </a:lnTo>
                  <a:lnTo>
                    <a:pt x="4013" y="164"/>
                  </a:lnTo>
                  <a:lnTo>
                    <a:pt x="3823" y="109"/>
                  </a:lnTo>
                  <a:lnTo>
                    <a:pt x="3646" y="68"/>
                  </a:lnTo>
                  <a:lnTo>
                    <a:pt x="3456" y="41"/>
                  </a:lnTo>
                  <a:lnTo>
                    <a:pt x="3265" y="14"/>
                  </a:lnTo>
                  <a:lnTo>
                    <a:pt x="3075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18"/>
            <p:cNvSpPr/>
            <p:nvPr/>
          </p:nvSpPr>
          <p:spPr>
            <a:xfrm>
              <a:off x="1228807" y="1835905"/>
              <a:ext cx="411069" cy="230787"/>
            </a:xfrm>
            <a:custGeom>
              <a:rect b="b" l="l" r="r" t="t"/>
              <a:pathLst>
                <a:path extrusionOk="0" h="6530" w="11631">
                  <a:moveTo>
                    <a:pt x="10502" y="0"/>
                  </a:moveTo>
                  <a:lnTo>
                    <a:pt x="10488" y="272"/>
                  </a:lnTo>
                  <a:lnTo>
                    <a:pt x="10474" y="558"/>
                  </a:lnTo>
                  <a:lnTo>
                    <a:pt x="10434" y="817"/>
                  </a:lnTo>
                  <a:lnTo>
                    <a:pt x="10393" y="1089"/>
                  </a:lnTo>
                  <a:lnTo>
                    <a:pt x="10325" y="1347"/>
                  </a:lnTo>
                  <a:lnTo>
                    <a:pt x="10257" y="1606"/>
                  </a:lnTo>
                  <a:lnTo>
                    <a:pt x="10175" y="1850"/>
                  </a:lnTo>
                  <a:lnTo>
                    <a:pt x="10080" y="2095"/>
                  </a:lnTo>
                  <a:lnTo>
                    <a:pt x="9971" y="2340"/>
                  </a:lnTo>
                  <a:lnTo>
                    <a:pt x="9849" y="2571"/>
                  </a:lnTo>
                  <a:lnTo>
                    <a:pt x="9713" y="2803"/>
                  </a:lnTo>
                  <a:lnTo>
                    <a:pt x="9577" y="3020"/>
                  </a:lnTo>
                  <a:lnTo>
                    <a:pt x="9427" y="3224"/>
                  </a:lnTo>
                  <a:lnTo>
                    <a:pt x="9264" y="3428"/>
                  </a:lnTo>
                  <a:lnTo>
                    <a:pt x="9101" y="3632"/>
                  </a:lnTo>
                  <a:lnTo>
                    <a:pt x="8910" y="3823"/>
                  </a:lnTo>
                  <a:lnTo>
                    <a:pt x="8733" y="4000"/>
                  </a:lnTo>
                  <a:lnTo>
                    <a:pt x="8529" y="4163"/>
                  </a:lnTo>
                  <a:lnTo>
                    <a:pt x="8325" y="4326"/>
                  </a:lnTo>
                  <a:lnTo>
                    <a:pt x="8121" y="4476"/>
                  </a:lnTo>
                  <a:lnTo>
                    <a:pt x="7904" y="4612"/>
                  </a:lnTo>
                  <a:lnTo>
                    <a:pt x="7672" y="4748"/>
                  </a:lnTo>
                  <a:lnTo>
                    <a:pt x="7441" y="4870"/>
                  </a:lnTo>
                  <a:lnTo>
                    <a:pt x="7196" y="4979"/>
                  </a:lnTo>
                  <a:lnTo>
                    <a:pt x="6951" y="5074"/>
                  </a:lnTo>
                  <a:lnTo>
                    <a:pt x="6707" y="5156"/>
                  </a:lnTo>
                  <a:lnTo>
                    <a:pt x="6448" y="5224"/>
                  </a:lnTo>
                  <a:lnTo>
                    <a:pt x="6190" y="5292"/>
                  </a:lnTo>
                  <a:lnTo>
                    <a:pt x="5918" y="5333"/>
                  </a:lnTo>
                  <a:lnTo>
                    <a:pt x="5646" y="5373"/>
                  </a:lnTo>
                  <a:lnTo>
                    <a:pt x="5373" y="5387"/>
                  </a:lnTo>
                  <a:lnTo>
                    <a:pt x="5101" y="5401"/>
                  </a:lnTo>
                  <a:lnTo>
                    <a:pt x="245" y="5401"/>
                  </a:lnTo>
                  <a:lnTo>
                    <a:pt x="109" y="5958"/>
                  </a:lnTo>
                  <a:lnTo>
                    <a:pt x="0" y="6530"/>
                  </a:lnTo>
                  <a:lnTo>
                    <a:pt x="5101" y="6530"/>
                  </a:lnTo>
                  <a:lnTo>
                    <a:pt x="5523" y="6516"/>
                  </a:lnTo>
                  <a:lnTo>
                    <a:pt x="5945" y="6475"/>
                  </a:lnTo>
                  <a:lnTo>
                    <a:pt x="6353" y="6407"/>
                  </a:lnTo>
                  <a:lnTo>
                    <a:pt x="6761" y="6326"/>
                  </a:lnTo>
                  <a:lnTo>
                    <a:pt x="7155" y="6203"/>
                  </a:lnTo>
                  <a:lnTo>
                    <a:pt x="7536" y="6067"/>
                  </a:lnTo>
                  <a:lnTo>
                    <a:pt x="7904" y="5904"/>
                  </a:lnTo>
                  <a:lnTo>
                    <a:pt x="8271" y="5713"/>
                  </a:lnTo>
                  <a:lnTo>
                    <a:pt x="8611" y="5509"/>
                  </a:lnTo>
                  <a:lnTo>
                    <a:pt x="8937" y="5278"/>
                  </a:lnTo>
                  <a:lnTo>
                    <a:pt x="9250" y="5033"/>
                  </a:lnTo>
                  <a:lnTo>
                    <a:pt x="9549" y="4775"/>
                  </a:lnTo>
                  <a:lnTo>
                    <a:pt x="9835" y="4489"/>
                  </a:lnTo>
                  <a:lnTo>
                    <a:pt x="10107" y="4190"/>
                  </a:lnTo>
                  <a:lnTo>
                    <a:pt x="10352" y="3877"/>
                  </a:lnTo>
                  <a:lnTo>
                    <a:pt x="10583" y="3551"/>
                  </a:lnTo>
                  <a:lnTo>
                    <a:pt x="10747" y="3279"/>
                  </a:lnTo>
                  <a:lnTo>
                    <a:pt x="10910" y="2993"/>
                  </a:lnTo>
                  <a:lnTo>
                    <a:pt x="11046" y="2707"/>
                  </a:lnTo>
                  <a:lnTo>
                    <a:pt x="11168" y="2422"/>
                  </a:lnTo>
                  <a:lnTo>
                    <a:pt x="11277" y="2136"/>
                  </a:lnTo>
                  <a:lnTo>
                    <a:pt x="11372" y="1850"/>
                  </a:lnTo>
                  <a:lnTo>
                    <a:pt x="11454" y="1551"/>
                  </a:lnTo>
                  <a:lnTo>
                    <a:pt x="11508" y="1252"/>
                  </a:lnTo>
                  <a:lnTo>
                    <a:pt x="11563" y="939"/>
                  </a:lnTo>
                  <a:lnTo>
                    <a:pt x="11603" y="640"/>
                  </a:lnTo>
                  <a:lnTo>
                    <a:pt x="11631" y="313"/>
                  </a:lnTo>
                  <a:lnTo>
                    <a:pt x="11631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18"/>
            <p:cNvSpPr/>
            <p:nvPr/>
          </p:nvSpPr>
          <p:spPr>
            <a:xfrm>
              <a:off x="2330234" y="2121935"/>
              <a:ext cx="439908" cy="172648"/>
            </a:xfrm>
            <a:custGeom>
              <a:rect b="b" l="l" r="r" t="t"/>
              <a:pathLst>
                <a:path extrusionOk="0" h="4885" w="12447">
                  <a:moveTo>
                    <a:pt x="0" y="1"/>
                  </a:moveTo>
                  <a:lnTo>
                    <a:pt x="14" y="246"/>
                  </a:lnTo>
                  <a:lnTo>
                    <a:pt x="27" y="491"/>
                  </a:lnTo>
                  <a:lnTo>
                    <a:pt x="54" y="735"/>
                  </a:lnTo>
                  <a:lnTo>
                    <a:pt x="109" y="980"/>
                  </a:lnTo>
                  <a:lnTo>
                    <a:pt x="150" y="1212"/>
                  </a:lnTo>
                  <a:lnTo>
                    <a:pt x="218" y="1443"/>
                  </a:lnTo>
                  <a:lnTo>
                    <a:pt x="299" y="1660"/>
                  </a:lnTo>
                  <a:lnTo>
                    <a:pt x="381" y="1878"/>
                  </a:lnTo>
                  <a:lnTo>
                    <a:pt x="476" y="2096"/>
                  </a:lnTo>
                  <a:lnTo>
                    <a:pt x="585" y="2300"/>
                  </a:lnTo>
                  <a:lnTo>
                    <a:pt x="694" y="2504"/>
                  </a:lnTo>
                  <a:lnTo>
                    <a:pt x="816" y="2708"/>
                  </a:lnTo>
                  <a:lnTo>
                    <a:pt x="952" y="2898"/>
                  </a:lnTo>
                  <a:lnTo>
                    <a:pt x="1102" y="3075"/>
                  </a:lnTo>
                  <a:lnTo>
                    <a:pt x="1251" y="3252"/>
                  </a:lnTo>
                  <a:lnTo>
                    <a:pt x="1401" y="3415"/>
                  </a:lnTo>
                  <a:lnTo>
                    <a:pt x="1564" y="3578"/>
                  </a:lnTo>
                  <a:lnTo>
                    <a:pt x="1741" y="3728"/>
                  </a:lnTo>
                  <a:lnTo>
                    <a:pt x="1918" y="3878"/>
                  </a:lnTo>
                  <a:lnTo>
                    <a:pt x="2108" y="4014"/>
                  </a:lnTo>
                  <a:lnTo>
                    <a:pt x="2312" y="4150"/>
                  </a:lnTo>
                  <a:lnTo>
                    <a:pt x="2503" y="4258"/>
                  </a:lnTo>
                  <a:lnTo>
                    <a:pt x="2707" y="4367"/>
                  </a:lnTo>
                  <a:lnTo>
                    <a:pt x="2925" y="4476"/>
                  </a:lnTo>
                  <a:lnTo>
                    <a:pt x="3142" y="4558"/>
                  </a:lnTo>
                  <a:lnTo>
                    <a:pt x="3360" y="4639"/>
                  </a:lnTo>
                  <a:lnTo>
                    <a:pt x="3591" y="4707"/>
                  </a:lnTo>
                  <a:lnTo>
                    <a:pt x="3822" y="4762"/>
                  </a:lnTo>
                  <a:lnTo>
                    <a:pt x="4054" y="4816"/>
                  </a:lnTo>
                  <a:lnTo>
                    <a:pt x="4298" y="4843"/>
                  </a:lnTo>
                  <a:lnTo>
                    <a:pt x="4543" y="4871"/>
                  </a:lnTo>
                  <a:lnTo>
                    <a:pt x="4788" y="4884"/>
                  </a:lnTo>
                  <a:lnTo>
                    <a:pt x="12446" y="4884"/>
                  </a:lnTo>
                  <a:lnTo>
                    <a:pt x="12446" y="3742"/>
                  </a:lnTo>
                  <a:lnTo>
                    <a:pt x="4693" y="3742"/>
                  </a:lnTo>
                  <a:lnTo>
                    <a:pt x="4503" y="3728"/>
                  </a:lnTo>
                  <a:lnTo>
                    <a:pt x="4312" y="3701"/>
                  </a:lnTo>
                  <a:lnTo>
                    <a:pt x="4122" y="3674"/>
                  </a:lnTo>
                  <a:lnTo>
                    <a:pt x="3945" y="3619"/>
                  </a:lnTo>
                  <a:lnTo>
                    <a:pt x="3768" y="3578"/>
                  </a:lnTo>
                  <a:lnTo>
                    <a:pt x="3591" y="3510"/>
                  </a:lnTo>
                  <a:lnTo>
                    <a:pt x="3428" y="3442"/>
                  </a:lnTo>
                  <a:lnTo>
                    <a:pt x="3265" y="3374"/>
                  </a:lnTo>
                  <a:lnTo>
                    <a:pt x="3101" y="3293"/>
                  </a:lnTo>
                  <a:lnTo>
                    <a:pt x="2938" y="3197"/>
                  </a:lnTo>
                  <a:lnTo>
                    <a:pt x="2789" y="3102"/>
                  </a:lnTo>
                  <a:lnTo>
                    <a:pt x="2639" y="2993"/>
                  </a:lnTo>
                  <a:lnTo>
                    <a:pt x="2503" y="2885"/>
                  </a:lnTo>
                  <a:lnTo>
                    <a:pt x="2367" y="2776"/>
                  </a:lnTo>
                  <a:lnTo>
                    <a:pt x="2231" y="2653"/>
                  </a:lnTo>
                  <a:lnTo>
                    <a:pt x="2108" y="2517"/>
                  </a:lnTo>
                  <a:lnTo>
                    <a:pt x="2000" y="2381"/>
                  </a:lnTo>
                  <a:lnTo>
                    <a:pt x="1891" y="2245"/>
                  </a:lnTo>
                  <a:lnTo>
                    <a:pt x="1782" y="2096"/>
                  </a:lnTo>
                  <a:lnTo>
                    <a:pt x="1687" y="1946"/>
                  </a:lnTo>
                  <a:lnTo>
                    <a:pt x="1592" y="1783"/>
                  </a:lnTo>
                  <a:lnTo>
                    <a:pt x="1510" y="1620"/>
                  </a:lnTo>
                  <a:lnTo>
                    <a:pt x="1442" y="1456"/>
                  </a:lnTo>
                  <a:lnTo>
                    <a:pt x="1374" y="1293"/>
                  </a:lnTo>
                  <a:lnTo>
                    <a:pt x="1306" y="1116"/>
                  </a:lnTo>
                  <a:lnTo>
                    <a:pt x="1265" y="939"/>
                  </a:lnTo>
                  <a:lnTo>
                    <a:pt x="1224" y="763"/>
                  </a:lnTo>
                  <a:lnTo>
                    <a:pt x="1183" y="572"/>
                  </a:lnTo>
                  <a:lnTo>
                    <a:pt x="1156" y="382"/>
                  </a:lnTo>
                  <a:lnTo>
                    <a:pt x="1143" y="191"/>
                  </a:lnTo>
                  <a:lnTo>
                    <a:pt x="1143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18"/>
            <p:cNvSpPr/>
            <p:nvPr/>
          </p:nvSpPr>
          <p:spPr>
            <a:xfrm>
              <a:off x="1276414" y="1869552"/>
              <a:ext cx="189931" cy="39937"/>
            </a:xfrm>
            <a:custGeom>
              <a:rect b="b" l="l" r="r" t="t"/>
              <a:pathLst>
                <a:path extrusionOk="0" h="1130" w="5374">
                  <a:moveTo>
                    <a:pt x="544" y="1"/>
                  </a:moveTo>
                  <a:lnTo>
                    <a:pt x="259" y="558"/>
                  </a:lnTo>
                  <a:lnTo>
                    <a:pt x="0" y="1130"/>
                  </a:lnTo>
                  <a:lnTo>
                    <a:pt x="5373" y="1130"/>
                  </a:lnTo>
                  <a:lnTo>
                    <a:pt x="5373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18"/>
            <p:cNvSpPr/>
            <p:nvPr/>
          </p:nvSpPr>
          <p:spPr>
            <a:xfrm>
              <a:off x="2151858" y="1693120"/>
              <a:ext cx="479350" cy="223117"/>
            </a:xfrm>
            <a:custGeom>
              <a:rect b="b" l="l" r="r" t="t"/>
              <a:pathLst>
                <a:path extrusionOk="0" h="6313" w="13563">
                  <a:moveTo>
                    <a:pt x="5972" y="0"/>
                  </a:moveTo>
                  <a:lnTo>
                    <a:pt x="5618" y="41"/>
                  </a:lnTo>
                  <a:lnTo>
                    <a:pt x="5265" y="82"/>
                  </a:lnTo>
                  <a:lnTo>
                    <a:pt x="4925" y="150"/>
                  </a:lnTo>
                  <a:lnTo>
                    <a:pt x="4598" y="232"/>
                  </a:lnTo>
                  <a:lnTo>
                    <a:pt x="4272" y="341"/>
                  </a:lnTo>
                  <a:lnTo>
                    <a:pt x="3945" y="463"/>
                  </a:lnTo>
                  <a:lnTo>
                    <a:pt x="3632" y="599"/>
                  </a:lnTo>
                  <a:lnTo>
                    <a:pt x="3333" y="749"/>
                  </a:lnTo>
                  <a:lnTo>
                    <a:pt x="3047" y="925"/>
                  </a:lnTo>
                  <a:lnTo>
                    <a:pt x="2762" y="1102"/>
                  </a:lnTo>
                  <a:lnTo>
                    <a:pt x="2490" y="1293"/>
                  </a:lnTo>
                  <a:lnTo>
                    <a:pt x="2231" y="1510"/>
                  </a:lnTo>
                  <a:lnTo>
                    <a:pt x="1986" y="1742"/>
                  </a:lnTo>
                  <a:lnTo>
                    <a:pt x="1742" y="1973"/>
                  </a:lnTo>
                  <a:lnTo>
                    <a:pt x="1524" y="2218"/>
                  </a:lnTo>
                  <a:lnTo>
                    <a:pt x="1320" y="2463"/>
                  </a:lnTo>
                  <a:lnTo>
                    <a:pt x="1129" y="2721"/>
                  </a:lnTo>
                  <a:lnTo>
                    <a:pt x="966" y="2979"/>
                  </a:lnTo>
                  <a:lnTo>
                    <a:pt x="803" y="3251"/>
                  </a:lnTo>
                  <a:lnTo>
                    <a:pt x="626" y="3605"/>
                  </a:lnTo>
                  <a:lnTo>
                    <a:pt x="463" y="3959"/>
                  </a:lnTo>
                  <a:lnTo>
                    <a:pt x="327" y="4326"/>
                  </a:lnTo>
                  <a:lnTo>
                    <a:pt x="218" y="4707"/>
                  </a:lnTo>
                  <a:lnTo>
                    <a:pt x="123" y="5101"/>
                  </a:lnTo>
                  <a:lnTo>
                    <a:pt x="55" y="5496"/>
                  </a:lnTo>
                  <a:lnTo>
                    <a:pt x="14" y="5904"/>
                  </a:lnTo>
                  <a:lnTo>
                    <a:pt x="0" y="6312"/>
                  </a:lnTo>
                  <a:lnTo>
                    <a:pt x="1143" y="6312"/>
                  </a:lnTo>
                  <a:lnTo>
                    <a:pt x="1157" y="6054"/>
                  </a:lnTo>
                  <a:lnTo>
                    <a:pt x="1170" y="5782"/>
                  </a:lnTo>
                  <a:lnTo>
                    <a:pt x="1198" y="5523"/>
                  </a:lnTo>
                  <a:lnTo>
                    <a:pt x="1252" y="5265"/>
                  </a:lnTo>
                  <a:lnTo>
                    <a:pt x="1306" y="5020"/>
                  </a:lnTo>
                  <a:lnTo>
                    <a:pt x="1374" y="4775"/>
                  </a:lnTo>
                  <a:lnTo>
                    <a:pt x="1456" y="4530"/>
                  </a:lnTo>
                  <a:lnTo>
                    <a:pt x="1551" y="4299"/>
                  </a:lnTo>
                  <a:lnTo>
                    <a:pt x="1660" y="4068"/>
                  </a:lnTo>
                  <a:lnTo>
                    <a:pt x="1769" y="3850"/>
                  </a:lnTo>
                  <a:lnTo>
                    <a:pt x="1891" y="3632"/>
                  </a:lnTo>
                  <a:lnTo>
                    <a:pt x="2027" y="3415"/>
                  </a:lnTo>
                  <a:lnTo>
                    <a:pt x="2177" y="3211"/>
                  </a:lnTo>
                  <a:lnTo>
                    <a:pt x="2327" y="3020"/>
                  </a:lnTo>
                  <a:lnTo>
                    <a:pt x="2490" y="2830"/>
                  </a:lnTo>
                  <a:lnTo>
                    <a:pt x="2667" y="2653"/>
                  </a:lnTo>
                  <a:lnTo>
                    <a:pt x="2843" y="2476"/>
                  </a:lnTo>
                  <a:lnTo>
                    <a:pt x="3034" y="2313"/>
                  </a:lnTo>
                  <a:lnTo>
                    <a:pt x="3224" y="2163"/>
                  </a:lnTo>
                  <a:lnTo>
                    <a:pt x="3428" y="2014"/>
                  </a:lnTo>
                  <a:lnTo>
                    <a:pt x="3646" y="1878"/>
                  </a:lnTo>
                  <a:lnTo>
                    <a:pt x="3864" y="1755"/>
                  </a:lnTo>
                  <a:lnTo>
                    <a:pt x="4081" y="1646"/>
                  </a:lnTo>
                  <a:lnTo>
                    <a:pt x="4313" y="1538"/>
                  </a:lnTo>
                  <a:lnTo>
                    <a:pt x="4544" y="1442"/>
                  </a:lnTo>
                  <a:lnTo>
                    <a:pt x="4789" y="1361"/>
                  </a:lnTo>
                  <a:lnTo>
                    <a:pt x="5033" y="1293"/>
                  </a:lnTo>
                  <a:lnTo>
                    <a:pt x="5292" y="1238"/>
                  </a:lnTo>
                  <a:lnTo>
                    <a:pt x="5537" y="1197"/>
                  </a:lnTo>
                  <a:lnTo>
                    <a:pt x="5795" y="1157"/>
                  </a:lnTo>
                  <a:lnTo>
                    <a:pt x="6067" y="1143"/>
                  </a:lnTo>
                  <a:lnTo>
                    <a:pt x="6326" y="1129"/>
                  </a:lnTo>
                  <a:lnTo>
                    <a:pt x="13562" y="1129"/>
                  </a:lnTo>
                  <a:lnTo>
                    <a:pt x="13331" y="844"/>
                  </a:lnTo>
                  <a:lnTo>
                    <a:pt x="13086" y="558"/>
                  </a:lnTo>
                  <a:lnTo>
                    <a:pt x="12855" y="273"/>
                  </a:lnTo>
                  <a:lnTo>
                    <a:pt x="12596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18"/>
            <p:cNvSpPr/>
            <p:nvPr/>
          </p:nvSpPr>
          <p:spPr>
            <a:xfrm>
              <a:off x="2424458" y="1835905"/>
              <a:ext cx="291364" cy="40432"/>
            </a:xfrm>
            <a:custGeom>
              <a:rect b="b" l="l" r="r" t="t"/>
              <a:pathLst>
                <a:path extrusionOk="0" h="1144" w="8244">
                  <a:moveTo>
                    <a:pt x="0" y="0"/>
                  </a:moveTo>
                  <a:lnTo>
                    <a:pt x="0" y="1143"/>
                  </a:lnTo>
                  <a:lnTo>
                    <a:pt x="8243" y="1143"/>
                  </a:lnTo>
                  <a:lnTo>
                    <a:pt x="7985" y="558"/>
                  </a:lnTo>
                  <a:lnTo>
                    <a:pt x="7699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18"/>
            <p:cNvSpPr/>
            <p:nvPr/>
          </p:nvSpPr>
          <p:spPr>
            <a:xfrm>
              <a:off x="1711485" y="2101755"/>
              <a:ext cx="144728" cy="297124"/>
            </a:xfrm>
            <a:custGeom>
              <a:rect b="b" l="l" r="r" t="t"/>
              <a:pathLst>
                <a:path extrusionOk="0" h="8407" w="4095">
                  <a:moveTo>
                    <a:pt x="4095" y="1"/>
                  </a:moveTo>
                  <a:lnTo>
                    <a:pt x="3755" y="28"/>
                  </a:lnTo>
                  <a:lnTo>
                    <a:pt x="3428" y="69"/>
                  </a:lnTo>
                  <a:lnTo>
                    <a:pt x="3102" y="123"/>
                  </a:lnTo>
                  <a:lnTo>
                    <a:pt x="2789" y="218"/>
                  </a:lnTo>
                  <a:lnTo>
                    <a:pt x="2490" y="341"/>
                  </a:lnTo>
                  <a:lnTo>
                    <a:pt x="2204" y="477"/>
                  </a:lnTo>
                  <a:lnTo>
                    <a:pt x="1932" y="626"/>
                  </a:lnTo>
                  <a:lnTo>
                    <a:pt x="1660" y="817"/>
                  </a:lnTo>
                  <a:lnTo>
                    <a:pt x="1415" y="1007"/>
                  </a:lnTo>
                  <a:lnTo>
                    <a:pt x="1184" y="1225"/>
                  </a:lnTo>
                  <a:lnTo>
                    <a:pt x="966" y="1470"/>
                  </a:lnTo>
                  <a:lnTo>
                    <a:pt x="776" y="1715"/>
                  </a:lnTo>
                  <a:lnTo>
                    <a:pt x="599" y="1973"/>
                  </a:lnTo>
                  <a:lnTo>
                    <a:pt x="449" y="2259"/>
                  </a:lnTo>
                  <a:lnTo>
                    <a:pt x="313" y="2544"/>
                  </a:lnTo>
                  <a:lnTo>
                    <a:pt x="205" y="2857"/>
                  </a:lnTo>
                  <a:lnTo>
                    <a:pt x="123" y="3116"/>
                  </a:lnTo>
                  <a:lnTo>
                    <a:pt x="68" y="3401"/>
                  </a:lnTo>
                  <a:lnTo>
                    <a:pt x="28" y="3687"/>
                  </a:lnTo>
                  <a:lnTo>
                    <a:pt x="14" y="3973"/>
                  </a:lnTo>
                  <a:lnTo>
                    <a:pt x="0" y="4095"/>
                  </a:lnTo>
                  <a:lnTo>
                    <a:pt x="0" y="8407"/>
                  </a:lnTo>
                  <a:lnTo>
                    <a:pt x="1143" y="8407"/>
                  </a:lnTo>
                  <a:lnTo>
                    <a:pt x="1143" y="4095"/>
                  </a:lnTo>
                  <a:lnTo>
                    <a:pt x="1157" y="3796"/>
                  </a:lnTo>
                  <a:lnTo>
                    <a:pt x="1198" y="3496"/>
                  </a:lnTo>
                  <a:lnTo>
                    <a:pt x="1279" y="3224"/>
                  </a:lnTo>
                  <a:lnTo>
                    <a:pt x="1374" y="2952"/>
                  </a:lnTo>
                  <a:lnTo>
                    <a:pt x="1497" y="2694"/>
                  </a:lnTo>
                  <a:lnTo>
                    <a:pt x="1646" y="2449"/>
                  </a:lnTo>
                  <a:lnTo>
                    <a:pt x="1823" y="2218"/>
                  </a:lnTo>
                  <a:lnTo>
                    <a:pt x="2014" y="2014"/>
                  </a:lnTo>
                  <a:lnTo>
                    <a:pt x="2218" y="1823"/>
                  </a:lnTo>
                  <a:lnTo>
                    <a:pt x="2449" y="1647"/>
                  </a:lnTo>
                  <a:lnTo>
                    <a:pt x="2694" y="1497"/>
                  </a:lnTo>
                  <a:lnTo>
                    <a:pt x="2952" y="1374"/>
                  </a:lnTo>
                  <a:lnTo>
                    <a:pt x="3224" y="1279"/>
                  </a:lnTo>
                  <a:lnTo>
                    <a:pt x="3496" y="1198"/>
                  </a:lnTo>
                  <a:lnTo>
                    <a:pt x="3796" y="1157"/>
                  </a:lnTo>
                  <a:lnTo>
                    <a:pt x="4095" y="1143"/>
                  </a:lnTo>
                  <a:lnTo>
                    <a:pt x="4095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18"/>
            <p:cNvSpPr/>
            <p:nvPr/>
          </p:nvSpPr>
          <p:spPr>
            <a:xfrm>
              <a:off x="1815817" y="1480638"/>
              <a:ext cx="163000" cy="267331"/>
            </a:xfrm>
            <a:custGeom>
              <a:rect b="b" l="l" r="r" t="t"/>
              <a:pathLst>
                <a:path extrusionOk="0" h="7564" w="4612">
                  <a:moveTo>
                    <a:pt x="1143" y="0"/>
                  </a:moveTo>
                  <a:lnTo>
                    <a:pt x="572" y="68"/>
                  </a:lnTo>
                  <a:lnTo>
                    <a:pt x="0" y="150"/>
                  </a:lnTo>
                  <a:lnTo>
                    <a:pt x="0" y="2952"/>
                  </a:lnTo>
                  <a:lnTo>
                    <a:pt x="14" y="3183"/>
                  </a:lnTo>
                  <a:lnTo>
                    <a:pt x="27" y="3428"/>
                  </a:lnTo>
                  <a:lnTo>
                    <a:pt x="55" y="3659"/>
                  </a:lnTo>
                  <a:lnTo>
                    <a:pt x="95" y="3877"/>
                  </a:lnTo>
                  <a:lnTo>
                    <a:pt x="150" y="4108"/>
                  </a:lnTo>
                  <a:lnTo>
                    <a:pt x="204" y="4326"/>
                  </a:lnTo>
                  <a:lnTo>
                    <a:pt x="286" y="4530"/>
                  </a:lnTo>
                  <a:lnTo>
                    <a:pt x="368" y="4747"/>
                  </a:lnTo>
                  <a:lnTo>
                    <a:pt x="463" y="4951"/>
                  </a:lnTo>
                  <a:lnTo>
                    <a:pt x="558" y="5142"/>
                  </a:lnTo>
                  <a:lnTo>
                    <a:pt x="667" y="5346"/>
                  </a:lnTo>
                  <a:lnTo>
                    <a:pt x="789" y="5523"/>
                  </a:lnTo>
                  <a:lnTo>
                    <a:pt x="925" y="5713"/>
                  </a:lnTo>
                  <a:lnTo>
                    <a:pt x="1061" y="5890"/>
                  </a:lnTo>
                  <a:lnTo>
                    <a:pt x="1197" y="6053"/>
                  </a:lnTo>
                  <a:lnTo>
                    <a:pt x="1361" y="6216"/>
                  </a:lnTo>
                  <a:lnTo>
                    <a:pt x="1510" y="6366"/>
                  </a:lnTo>
                  <a:lnTo>
                    <a:pt x="1687" y="6516"/>
                  </a:lnTo>
                  <a:lnTo>
                    <a:pt x="1864" y="6652"/>
                  </a:lnTo>
                  <a:lnTo>
                    <a:pt x="2041" y="6774"/>
                  </a:lnTo>
                  <a:lnTo>
                    <a:pt x="2231" y="6897"/>
                  </a:lnTo>
                  <a:lnTo>
                    <a:pt x="2422" y="7005"/>
                  </a:lnTo>
                  <a:lnTo>
                    <a:pt x="2612" y="7114"/>
                  </a:lnTo>
                  <a:lnTo>
                    <a:pt x="2816" y="7196"/>
                  </a:lnTo>
                  <a:lnTo>
                    <a:pt x="3034" y="7277"/>
                  </a:lnTo>
                  <a:lnTo>
                    <a:pt x="3251" y="7359"/>
                  </a:lnTo>
                  <a:lnTo>
                    <a:pt x="3469" y="7414"/>
                  </a:lnTo>
                  <a:lnTo>
                    <a:pt x="3687" y="7468"/>
                  </a:lnTo>
                  <a:lnTo>
                    <a:pt x="3918" y="7509"/>
                  </a:lnTo>
                  <a:lnTo>
                    <a:pt x="4149" y="7536"/>
                  </a:lnTo>
                  <a:lnTo>
                    <a:pt x="4380" y="7563"/>
                  </a:lnTo>
                  <a:lnTo>
                    <a:pt x="4612" y="7563"/>
                  </a:lnTo>
                  <a:lnTo>
                    <a:pt x="4612" y="6434"/>
                  </a:lnTo>
                  <a:lnTo>
                    <a:pt x="4435" y="6421"/>
                  </a:lnTo>
                  <a:lnTo>
                    <a:pt x="4258" y="6407"/>
                  </a:lnTo>
                  <a:lnTo>
                    <a:pt x="4081" y="6393"/>
                  </a:lnTo>
                  <a:lnTo>
                    <a:pt x="3918" y="6353"/>
                  </a:lnTo>
                  <a:lnTo>
                    <a:pt x="3755" y="6312"/>
                  </a:lnTo>
                  <a:lnTo>
                    <a:pt x="3578" y="6271"/>
                  </a:lnTo>
                  <a:lnTo>
                    <a:pt x="3428" y="6216"/>
                  </a:lnTo>
                  <a:lnTo>
                    <a:pt x="3265" y="6148"/>
                  </a:lnTo>
                  <a:lnTo>
                    <a:pt x="3115" y="6080"/>
                  </a:lnTo>
                  <a:lnTo>
                    <a:pt x="2966" y="6012"/>
                  </a:lnTo>
                  <a:lnTo>
                    <a:pt x="2666" y="5836"/>
                  </a:lnTo>
                  <a:lnTo>
                    <a:pt x="2408" y="5632"/>
                  </a:lnTo>
                  <a:lnTo>
                    <a:pt x="2163" y="5414"/>
                  </a:lnTo>
                  <a:lnTo>
                    <a:pt x="1932" y="5169"/>
                  </a:lnTo>
                  <a:lnTo>
                    <a:pt x="1728" y="4897"/>
                  </a:lnTo>
                  <a:lnTo>
                    <a:pt x="1565" y="4611"/>
                  </a:lnTo>
                  <a:lnTo>
                    <a:pt x="1483" y="4462"/>
                  </a:lnTo>
                  <a:lnTo>
                    <a:pt x="1415" y="4299"/>
                  </a:lnTo>
                  <a:lnTo>
                    <a:pt x="1347" y="4149"/>
                  </a:lnTo>
                  <a:lnTo>
                    <a:pt x="1293" y="3986"/>
                  </a:lnTo>
                  <a:lnTo>
                    <a:pt x="1252" y="3822"/>
                  </a:lnTo>
                  <a:lnTo>
                    <a:pt x="1211" y="3646"/>
                  </a:lnTo>
                  <a:lnTo>
                    <a:pt x="1184" y="3482"/>
                  </a:lnTo>
                  <a:lnTo>
                    <a:pt x="1156" y="3306"/>
                  </a:lnTo>
                  <a:lnTo>
                    <a:pt x="1143" y="3129"/>
                  </a:lnTo>
                  <a:lnTo>
                    <a:pt x="1143" y="2952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18"/>
            <p:cNvSpPr/>
            <p:nvPr/>
          </p:nvSpPr>
          <p:spPr>
            <a:xfrm>
              <a:off x="2041765" y="1478694"/>
              <a:ext cx="162045" cy="151973"/>
            </a:xfrm>
            <a:custGeom>
              <a:rect b="b" l="l" r="r" t="t"/>
              <a:pathLst>
                <a:path extrusionOk="0" h="4300" w="4585">
                  <a:moveTo>
                    <a:pt x="3456" y="1"/>
                  </a:moveTo>
                  <a:lnTo>
                    <a:pt x="3415" y="327"/>
                  </a:lnTo>
                  <a:lnTo>
                    <a:pt x="3333" y="640"/>
                  </a:lnTo>
                  <a:lnTo>
                    <a:pt x="3238" y="953"/>
                  </a:lnTo>
                  <a:lnTo>
                    <a:pt x="3102" y="1239"/>
                  </a:lnTo>
                  <a:lnTo>
                    <a:pt x="2952" y="1511"/>
                  </a:lnTo>
                  <a:lnTo>
                    <a:pt x="2775" y="1783"/>
                  </a:lnTo>
                  <a:lnTo>
                    <a:pt x="2571" y="2014"/>
                  </a:lnTo>
                  <a:lnTo>
                    <a:pt x="2340" y="2245"/>
                  </a:lnTo>
                  <a:lnTo>
                    <a:pt x="2109" y="2449"/>
                  </a:lnTo>
                  <a:lnTo>
                    <a:pt x="1850" y="2626"/>
                  </a:lnTo>
                  <a:lnTo>
                    <a:pt x="1565" y="2776"/>
                  </a:lnTo>
                  <a:lnTo>
                    <a:pt x="1279" y="2912"/>
                  </a:lnTo>
                  <a:lnTo>
                    <a:pt x="980" y="3020"/>
                  </a:lnTo>
                  <a:lnTo>
                    <a:pt x="653" y="3102"/>
                  </a:lnTo>
                  <a:lnTo>
                    <a:pt x="327" y="3143"/>
                  </a:lnTo>
                  <a:lnTo>
                    <a:pt x="0" y="3157"/>
                  </a:lnTo>
                  <a:lnTo>
                    <a:pt x="0" y="4299"/>
                  </a:lnTo>
                  <a:lnTo>
                    <a:pt x="218" y="4286"/>
                  </a:lnTo>
                  <a:lnTo>
                    <a:pt x="436" y="4272"/>
                  </a:lnTo>
                  <a:lnTo>
                    <a:pt x="653" y="4245"/>
                  </a:lnTo>
                  <a:lnTo>
                    <a:pt x="871" y="4218"/>
                  </a:lnTo>
                  <a:lnTo>
                    <a:pt x="1089" y="4163"/>
                  </a:lnTo>
                  <a:lnTo>
                    <a:pt x="1293" y="4109"/>
                  </a:lnTo>
                  <a:lnTo>
                    <a:pt x="1497" y="4041"/>
                  </a:lnTo>
                  <a:lnTo>
                    <a:pt x="1701" y="3973"/>
                  </a:lnTo>
                  <a:lnTo>
                    <a:pt x="1891" y="3891"/>
                  </a:lnTo>
                  <a:lnTo>
                    <a:pt x="2082" y="3796"/>
                  </a:lnTo>
                  <a:lnTo>
                    <a:pt x="2259" y="3701"/>
                  </a:lnTo>
                  <a:lnTo>
                    <a:pt x="2449" y="3592"/>
                  </a:lnTo>
                  <a:lnTo>
                    <a:pt x="2626" y="3483"/>
                  </a:lnTo>
                  <a:lnTo>
                    <a:pt x="2789" y="3347"/>
                  </a:lnTo>
                  <a:lnTo>
                    <a:pt x="2952" y="3225"/>
                  </a:lnTo>
                  <a:lnTo>
                    <a:pt x="3102" y="3089"/>
                  </a:lnTo>
                  <a:lnTo>
                    <a:pt x="3265" y="2939"/>
                  </a:lnTo>
                  <a:lnTo>
                    <a:pt x="3401" y="2789"/>
                  </a:lnTo>
                  <a:lnTo>
                    <a:pt x="3537" y="2640"/>
                  </a:lnTo>
                  <a:lnTo>
                    <a:pt x="3673" y="2476"/>
                  </a:lnTo>
                  <a:lnTo>
                    <a:pt x="3796" y="2300"/>
                  </a:lnTo>
                  <a:lnTo>
                    <a:pt x="3904" y="2123"/>
                  </a:lnTo>
                  <a:lnTo>
                    <a:pt x="4013" y="1946"/>
                  </a:lnTo>
                  <a:lnTo>
                    <a:pt x="4108" y="1755"/>
                  </a:lnTo>
                  <a:lnTo>
                    <a:pt x="4204" y="1565"/>
                  </a:lnTo>
                  <a:lnTo>
                    <a:pt x="4285" y="1375"/>
                  </a:lnTo>
                  <a:lnTo>
                    <a:pt x="4367" y="1184"/>
                  </a:lnTo>
                  <a:lnTo>
                    <a:pt x="4421" y="980"/>
                  </a:lnTo>
                  <a:lnTo>
                    <a:pt x="4476" y="762"/>
                  </a:lnTo>
                  <a:lnTo>
                    <a:pt x="4530" y="558"/>
                  </a:lnTo>
                  <a:lnTo>
                    <a:pt x="4557" y="341"/>
                  </a:lnTo>
                  <a:lnTo>
                    <a:pt x="4585" y="123"/>
                  </a:lnTo>
                  <a:lnTo>
                    <a:pt x="4027" y="55"/>
                  </a:lnTo>
                  <a:lnTo>
                    <a:pt x="3456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18"/>
            <p:cNvSpPr/>
            <p:nvPr/>
          </p:nvSpPr>
          <p:spPr>
            <a:xfrm>
              <a:off x="1385517" y="1693120"/>
              <a:ext cx="410114" cy="177914"/>
            </a:xfrm>
            <a:custGeom>
              <a:rect b="b" l="l" r="r" t="t"/>
              <a:pathLst>
                <a:path extrusionOk="0" h="5034" w="11604">
                  <a:moveTo>
                    <a:pt x="1035" y="0"/>
                  </a:moveTo>
                  <a:lnTo>
                    <a:pt x="763" y="273"/>
                  </a:lnTo>
                  <a:lnTo>
                    <a:pt x="504" y="558"/>
                  </a:lnTo>
                  <a:lnTo>
                    <a:pt x="1" y="1129"/>
                  </a:lnTo>
                  <a:lnTo>
                    <a:pt x="6571" y="1129"/>
                  </a:lnTo>
                  <a:lnTo>
                    <a:pt x="6761" y="1143"/>
                  </a:lnTo>
                  <a:lnTo>
                    <a:pt x="6965" y="1157"/>
                  </a:lnTo>
                  <a:lnTo>
                    <a:pt x="7156" y="1170"/>
                  </a:lnTo>
                  <a:lnTo>
                    <a:pt x="7346" y="1211"/>
                  </a:lnTo>
                  <a:lnTo>
                    <a:pt x="7537" y="1252"/>
                  </a:lnTo>
                  <a:lnTo>
                    <a:pt x="7727" y="1306"/>
                  </a:lnTo>
                  <a:lnTo>
                    <a:pt x="7904" y="1374"/>
                  </a:lnTo>
                  <a:lnTo>
                    <a:pt x="8081" y="1442"/>
                  </a:lnTo>
                  <a:lnTo>
                    <a:pt x="8258" y="1510"/>
                  </a:lnTo>
                  <a:lnTo>
                    <a:pt x="8421" y="1606"/>
                  </a:lnTo>
                  <a:lnTo>
                    <a:pt x="8584" y="1701"/>
                  </a:lnTo>
                  <a:lnTo>
                    <a:pt x="8747" y="1796"/>
                  </a:lnTo>
                  <a:lnTo>
                    <a:pt x="8897" y="1905"/>
                  </a:lnTo>
                  <a:lnTo>
                    <a:pt x="9047" y="2027"/>
                  </a:lnTo>
                  <a:lnTo>
                    <a:pt x="9196" y="2150"/>
                  </a:lnTo>
                  <a:lnTo>
                    <a:pt x="9332" y="2272"/>
                  </a:lnTo>
                  <a:lnTo>
                    <a:pt x="9455" y="2408"/>
                  </a:lnTo>
                  <a:lnTo>
                    <a:pt x="9577" y="2558"/>
                  </a:lnTo>
                  <a:lnTo>
                    <a:pt x="9700" y="2707"/>
                  </a:lnTo>
                  <a:lnTo>
                    <a:pt x="9808" y="2857"/>
                  </a:lnTo>
                  <a:lnTo>
                    <a:pt x="9904" y="3007"/>
                  </a:lnTo>
                  <a:lnTo>
                    <a:pt x="9999" y="3170"/>
                  </a:lnTo>
                  <a:lnTo>
                    <a:pt x="10094" y="3347"/>
                  </a:lnTo>
                  <a:lnTo>
                    <a:pt x="10162" y="3524"/>
                  </a:lnTo>
                  <a:lnTo>
                    <a:pt x="10230" y="3700"/>
                  </a:lnTo>
                  <a:lnTo>
                    <a:pt x="10298" y="3877"/>
                  </a:lnTo>
                  <a:lnTo>
                    <a:pt x="10353" y="4054"/>
                  </a:lnTo>
                  <a:lnTo>
                    <a:pt x="10393" y="4244"/>
                  </a:lnTo>
                  <a:lnTo>
                    <a:pt x="10434" y="4435"/>
                  </a:lnTo>
                  <a:lnTo>
                    <a:pt x="10448" y="4639"/>
                  </a:lnTo>
                  <a:lnTo>
                    <a:pt x="10475" y="4829"/>
                  </a:lnTo>
                  <a:lnTo>
                    <a:pt x="10475" y="5033"/>
                  </a:lnTo>
                  <a:lnTo>
                    <a:pt x="11604" y="5033"/>
                  </a:lnTo>
                  <a:lnTo>
                    <a:pt x="11604" y="4775"/>
                  </a:lnTo>
                  <a:lnTo>
                    <a:pt x="11590" y="4516"/>
                  </a:lnTo>
                  <a:lnTo>
                    <a:pt x="11550" y="4272"/>
                  </a:lnTo>
                  <a:lnTo>
                    <a:pt x="11509" y="4027"/>
                  </a:lnTo>
                  <a:lnTo>
                    <a:pt x="11454" y="3782"/>
                  </a:lnTo>
                  <a:lnTo>
                    <a:pt x="11386" y="3537"/>
                  </a:lnTo>
                  <a:lnTo>
                    <a:pt x="11305" y="3306"/>
                  </a:lnTo>
                  <a:lnTo>
                    <a:pt x="11209" y="3075"/>
                  </a:lnTo>
                  <a:lnTo>
                    <a:pt x="11114" y="2857"/>
                  </a:lnTo>
                  <a:lnTo>
                    <a:pt x="11005" y="2639"/>
                  </a:lnTo>
                  <a:lnTo>
                    <a:pt x="10883" y="2422"/>
                  </a:lnTo>
                  <a:lnTo>
                    <a:pt x="10747" y="2218"/>
                  </a:lnTo>
                  <a:lnTo>
                    <a:pt x="10611" y="2027"/>
                  </a:lnTo>
                  <a:lnTo>
                    <a:pt x="10461" y="1837"/>
                  </a:lnTo>
                  <a:lnTo>
                    <a:pt x="10298" y="1646"/>
                  </a:lnTo>
                  <a:lnTo>
                    <a:pt x="10135" y="1470"/>
                  </a:lnTo>
                  <a:lnTo>
                    <a:pt x="9958" y="1306"/>
                  </a:lnTo>
                  <a:lnTo>
                    <a:pt x="9768" y="1143"/>
                  </a:lnTo>
                  <a:lnTo>
                    <a:pt x="9577" y="993"/>
                  </a:lnTo>
                  <a:lnTo>
                    <a:pt x="9387" y="857"/>
                  </a:lnTo>
                  <a:lnTo>
                    <a:pt x="9183" y="721"/>
                  </a:lnTo>
                  <a:lnTo>
                    <a:pt x="8965" y="599"/>
                  </a:lnTo>
                  <a:lnTo>
                    <a:pt x="8747" y="490"/>
                  </a:lnTo>
                  <a:lnTo>
                    <a:pt x="8530" y="395"/>
                  </a:lnTo>
                  <a:lnTo>
                    <a:pt x="8299" y="300"/>
                  </a:lnTo>
                  <a:lnTo>
                    <a:pt x="8067" y="218"/>
                  </a:lnTo>
                  <a:lnTo>
                    <a:pt x="7822" y="150"/>
                  </a:lnTo>
                  <a:lnTo>
                    <a:pt x="7578" y="96"/>
                  </a:lnTo>
                  <a:lnTo>
                    <a:pt x="7333" y="55"/>
                  </a:lnTo>
                  <a:lnTo>
                    <a:pt x="7074" y="28"/>
                  </a:lnTo>
                  <a:lnTo>
                    <a:pt x="6829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18"/>
            <p:cNvSpPr/>
            <p:nvPr/>
          </p:nvSpPr>
          <p:spPr>
            <a:xfrm>
              <a:off x="2079264" y="1680149"/>
              <a:ext cx="135609" cy="131757"/>
            </a:xfrm>
            <a:custGeom>
              <a:rect b="b" l="l" r="r" t="t"/>
              <a:pathLst>
                <a:path extrusionOk="0" h="3728" w="3837">
                  <a:moveTo>
                    <a:pt x="0" y="0"/>
                  </a:moveTo>
                  <a:lnTo>
                    <a:pt x="14" y="191"/>
                  </a:lnTo>
                  <a:lnTo>
                    <a:pt x="28" y="381"/>
                  </a:lnTo>
                  <a:lnTo>
                    <a:pt x="41" y="571"/>
                  </a:lnTo>
                  <a:lnTo>
                    <a:pt x="82" y="748"/>
                  </a:lnTo>
                  <a:lnTo>
                    <a:pt x="123" y="939"/>
                  </a:lnTo>
                  <a:lnTo>
                    <a:pt x="177" y="1116"/>
                  </a:lnTo>
                  <a:lnTo>
                    <a:pt x="232" y="1279"/>
                  </a:lnTo>
                  <a:lnTo>
                    <a:pt x="300" y="1456"/>
                  </a:lnTo>
                  <a:lnTo>
                    <a:pt x="368" y="1619"/>
                  </a:lnTo>
                  <a:lnTo>
                    <a:pt x="449" y="1782"/>
                  </a:lnTo>
                  <a:lnTo>
                    <a:pt x="545" y="1932"/>
                  </a:lnTo>
                  <a:lnTo>
                    <a:pt x="640" y="2081"/>
                  </a:lnTo>
                  <a:lnTo>
                    <a:pt x="749" y="2231"/>
                  </a:lnTo>
                  <a:lnTo>
                    <a:pt x="857" y="2381"/>
                  </a:lnTo>
                  <a:lnTo>
                    <a:pt x="980" y="2517"/>
                  </a:lnTo>
                  <a:lnTo>
                    <a:pt x="1102" y="2639"/>
                  </a:lnTo>
                  <a:lnTo>
                    <a:pt x="1225" y="2761"/>
                  </a:lnTo>
                  <a:lnTo>
                    <a:pt x="1361" y="2884"/>
                  </a:lnTo>
                  <a:lnTo>
                    <a:pt x="1497" y="2993"/>
                  </a:lnTo>
                  <a:lnTo>
                    <a:pt x="1646" y="3102"/>
                  </a:lnTo>
                  <a:lnTo>
                    <a:pt x="1796" y="3197"/>
                  </a:lnTo>
                  <a:lnTo>
                    <a:pt x="1959" y="3278"/>
                  </a:lnTo>
                  <a:lnTo>
                    <a:pt x="2122" y="3360"/>
                  </a:lnTo>
                  <a:lnTo>
                    <a:pt x="2286" y="3442"/>
                  </a:lnTo>
                  <a:lnTo>
                    <a:pt x="2449" y="3510"/>
                  </a:lnTo>
                  <a:lnTo>
                    <a:pt x="2626" y="3564"/>
                  </a:lnTo>
                  <a:lnTo>
                    <a:pt x="2803" y="3618"/>
                  </a:lnTo>
                  <a:lnTo>
                    <a:pt x="2979" y="3659"/>
                  </a:lnTo>
                  <a:lnTo>
                    <a:pt x="3170" y="3686"/>
                  </a:lnTo>
                  <a:lnTo>
                    <a:pt x="3347" y="3714"/>
                  </a:lnTo>
                  <a:lnTo>
                    <a:pt x="3537" y="3727"/>
                  </a:lnTo>
                  <a:lnTo>
                    <a:pt x="3836" y="3727"/>
                  </a:lnTo>
                  <a:lnTo>
                    <a:pt x="3836" y="2598"/>
                  </a:lnTo>
                  <a:lnTo>
                    <a:pt x="3728" y="2598"/>
                  </a:lnTo>
                  <a:lnTo>
                    <a:pt x="3469" y="2585"/>
                  </a:lnTo>
                  <a:lnTo>
                    <a:pt x="3211" y="2544"/>
                  </a:lnTo>
                  <a:lnTo>
                    <a:pt x="2966" y="2476"/>
                  </a:lnTo>
                  <a:lnTo>
                    <a:pt x="2721" y="2394"/>
                  </a:lnTo>
                  <a:lnTo>
                    <a:pt x="2503" y="2285"/>
                  </a:lnTo>
                  <a:lnTo>
                    <a:pt x="2286" y="2149"/>
                  </a:lnTo>
                  <a:lnTo>
                    <a:pt x="2082" y="2000"/>
                  </a:lnTo>
                  <a:lnTo>
                    <a:pt x="1905" y="1837"/>
                  </a:lnTo>
                  <a:lnTo>
                    <a:pt x="1728" y="1646"/>
                  </a:lnTo>
                  <a:lnTo>
                    <a:pt x="1578" y="1456"/>
                  </a:lnTo>
                  <a:lnTo>
                    <a:pt x="1456" y="1238"/>
                  </a:lnTo>
                  <a:lnTo>
                    <a:pt x="1347" y="1007"/>
                  </a:lnTo>
                  <a:lnTo>
                    <a:pt x="1252" y="776"/>
                  </a:lnTo>
                  <a:lnTo>
                    <a:pt x="1198" y="531"/>
                  </a:lnTo>
                  <a:lnTo>
                    <a:pt x="1157" y="272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18"/>
            <p:cNvSpPr/>
            <p:nvPr/>
          </p:nvSpPr>
          <p:spPr>
            <a:xfrm>
              <a:off x="1620124" y="2059944"/>
              <a:ext cx="113980" cy="184134"/>
            </a:xfrm>
            <a:custGeom>
              <a:rect b="b" l="l" r="r" t="t"/>
              <a:pathLst>
                <a:path extrusionOk="0" h="5210" w="3225">
                  <a:moveTo>
                    <a:pt x="1" y="0"/>
                  </a:moveTo>
                  <a:lnTo>
                    <a:pt x="1" y="2000"/>
                  </a:lnTo>
                  <a:lnTo>
                    <a:pt x="15" y="2163"/>
                  </a:lnTo>
                  <a:lnTo>
                    <a:pt x="28" y="2326"/>
                  </a:lnTo>
                  <a:lnTo>
                    <a:pt x="42" y="2489"/>
                  </a:lnTo>
                  <a:lnTo>
                    <a:pt x="69" y="2653"/>
                  </a:lnTo>
                  <a:lnTo>
                    <a:pt x="151" y="2952"/>
                  </a:lnTo>
                  <a:lnTo>
                    <a:pt x="259" y="3251"/>
                  </a:lnTo>
                  <a:lnTo>
                    <a:pt x="395" y="3537"/>
                  </a:lnTo>
                  <a:lnTo>
                    <a:pt x="559" y="3795"/>
                  </a:lnTo>
                  <a:lnTo>
                    <a:pt x="736" y="4040"/>
                  </a:lnTo>
                  <a:lnTo>
                    <a:pt x="953" y="4271"/>
                  </a:lnTo>
                  <a:lnTo>
                    <a:pt x="1171" y="4475"/>
                  </a:lnTo>
                  <a:lnTo>
                    <a:pt x="1429" y="4666"/>
                  </a:lnTo>
                  <a:lnTo>
                    <a:pt x="1688" y="4829"/>
                  </a:lnTo>
                  <a:lnTo>
                    <a:pt x="1973" y="4965"/>
                  </a:lnTo>
                  <a:lnTo>
                    <a:pt x="2259" y="5074"/>
                  </a:lnTo>
                  <a:lnTo>
                    <a:pt x="2572" y="5142"/>
                  </a:lnTo>
                  <a:lnTo>
                    <a:pt x="2735" y="5183"/>
                  </a:lnTo>
                  <a:lnTo>
                    <a:pt x="2885" y="5196"/>
                  </a:lnTo>
                  <a:lnTo>
                    <a:pt x="3048" y="5210"/>
                  </a:lnTo>
                  <a:lnTo>
                    <a:pt x="3225" y="5210"/>
                  </a:lnTo>
                  <a:lnTo>
                    <a:pt x="3225" y="4081"/>
                  </a:lnTo>
                  <a:lnTo>
                    <a:pt x="3007" y="4067"/>
                  </a:lnTo>
                  <a:lnTo>
                    <a:pt x="2803" y="4040"/>
                  </a:lnTo>
                  <a:lnTo>
                    <a:pt x="2599" y="3986"/>
                  </a:lnTo>
                  <a:lnTo>
                    <a:pt x="2409" y="3918"/>
                  </a:lnTo>
                  <a:lnTo>
                    <a:pt x="2232" y="3822"/>
                  </a:lnTo>
                  <a:lnTo>
                    <a:pt x="2055" y="3727"/>
                  </a:lnTo>
                  <a:lnTo>
                    <a:pt x="1892" y="3605"/>
                  </a:lnTo>
                  <a:lnTo>
                    <a:pt x="1756" y="3469"/>
                  </a:lnTo>
                  <a:lnTo>
                    <a:pt x="1620" y="3319"/>
                  </a:lnTo>
                  <a:lnTo>
                    <a:pt x="1497" y="3156"/>
                  </a:lnTo>
                  <a:lnTo>
                    <a:pt x="1388" y="2993"/>
                  </a:lnTo>
                  <a:lnTo>
                    <a:pt x="1307" y="2802"/>
                  </a:lnTo>
                  <a:lnTo>
                    <a:pt x="1239" y="2612"/>
                  </a:lnTo>
                  <a:lnTo>
                    <a:pt x="1184" y="2421"/>
                  </a:lnTo>
                  <a:lnTo>
                    <a:pt x="1157" y="2217"/>
                  </a:lnTo>
                  <a:lnTo>
                    <a:pt x="1144" y="2000"/>
                  </a:lnTo>
                  <a:lnTo>
                    <a:pt x="1144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18"/>
            <p:cNvSpPr/>
            <p:nvPr/>
          </p:nvSpPr>
          <p:spPr>
            <a:xfrm>
              <a:off x="1973977" y="2142152"/>
              <a:ext cx="185619" cy="441817"/>
            </a:xfrm>
            <a:custGeom>
              <a:rect b="b" l="l" r="r" t="t"/>
              <a:pathLst>
                <a:path extrusionOk="0" h="12501" w="5252">
                  <a:moveTo>
                    <a:pt x="1" y="0"/>
                  </a:moveTo>
                  <a:lnTo>
                    <a:pt x="1" y="2245"/>
                  </a:lnTo>
                  <a:lnTo>
                    <a:pt x="14" y="2517"/>
                  </a:lnTo>
                  <a:lnTo>
                    <a:pt x="55" y="2775"/>
                  </a:lnTo>
                  <a:lnTo>
                    <a:pt x="109" y="3034"/>
                  </a:lnTo>
                  <a:lnTo>
                    <a:pt x="205" y="3265"/>
                  </a:lnTo>
                  <a:lnTo>
                    <a:pt x="313" y="3496"/>
                  </a:lnTo>
                  <a:lnTo>
                    <a:pt x="449" y="3714"/>
                  </a:lnTo>
                  <a:lnTo>
                    <a:pt x="599" y="3918"/>
                  </a:lnTo>
                  <a:lnTo>
                    <a:pt x="762" y="4108"/>
                  </a:lnTo>
                  <a:lnTo>
                    <a:pt x="953" y="4271"/>
                  </a:lnTo>
                  <a:lnTo>
                    <a:pt x="1157" y="4435"/>
                  </a:lnTo>
                  <a:lnTo>
                    <a:pt x="1374" y="4557"/>
                  </a:lnTo>
                  <a:lnTo>
                    <a:pt x="1606" y="4666"/>
                  </a:lnTo>
                  <a:lnTo>
                    <a:pt x="1850" y="4761"/>
                  </a:lnTo>
                  <a:lnTo>
                    <a:pt x="2095" y="4829"/>
                  </a:lnTo>
                  <a:lnTo>
                    <a:pt x="2354" y="4870"/>
                  </a:lnTo>
                  <a:lnTo>
                    <a:pt x="2626" y="4884"/>
                  </a:lnTo>
                  <a:lnTo>
                    <a:pt x="2775" y="4884"/>
                  </a:lnTo>
                  <a:lnTo>
                    <a:pt x="2925" y="4911"/>
                  </a:lnTo>
                  <a:lnTo>
                    <a:pt x="3075" y="4952"/>
                  </a:lnTo>
                  <a:lnTo>
                    <a:pt x="3211" y="4992"/>
                  </a:lnTo>
                  <a:lnTo>
                    <a:pt x="3333" y="5060"/>
                  </a:lnTo>
                  <a:lnTo>
                    <a:pt x="3456" y="5128"/>
                  </a:lnTo>
                  <a:lnTo>
                    <a:pt x="3578" y="5224"/>
                  </a:lnTo>
                  <a:lnTo>
                    <a:pt x="3687" y="5319"/>
                  </a:lnTo>
                  <a:lnTo>
                    <a:pt x="3782" y="5428"/>
                  </a:lnTo>
                  <a:lnTo>
                    <a:pt x="3864" y="5536"/>
                  </a:lnTo>
                  <a:lnTo>
                    <a:pt x="3945" y="5659"/>
                  </a:lnTo>
                  <a:lnTo>
                    <a:pt x="4000" y="5795"/>
                  </a:lnTo>
                  <a:lnTo>
                    <a:pt x="4054" y="5931"/>
                  </a:lnTo>
                  <a:lnTo>
                    <a:pt x="4095" y="6067"/>
                  </a:lnTo>
                  <a:lnTo>
                    <a:pt x="4109" y="6217"/>
                  </a:lnTo>
                  <a:lnTo>
                    <a:pt x="4122" y="6366"/>
                  </a:lnTo>
                  <a:lnTo>
                    <a:pt x="4122" y="12501"/>
                  </a:lnTo>
                  <a:lnTo>
                    <a:pt x="5251" y="12501"/>
                  </a:lnTo>
                  <a:lnTo>
                    <a:pt x="5251" y="6366"/>
                  </a:lnTo>
                  <a:lnTo>
                    <a:pt x="5238" y="6108"/>
                  </a:lnTo>
                  <a:lnTo>
                    <a:pt x="5197" y="5836"/>
                  </a:lnTo>
                  <a:lnTo>
                    <a:pt x="5142" y="5591"/>
                  </a:lnTo>
                  <a:lnTo>
                    <a:pt x="5047" y="5346"/>
                  </a:lnTo>
                  <a:lnTo>
                    <a:pt x="4938" y="5115"/>
                  </a:lnTo>
                  <a:lnTo>
                    <a:pt x="4802" y="4897"/>
                  </a:lnTo>
                  <a:lnTo>
                    <a:pt x="4653" y="4693"/>
                  </a:lnTo>
                  <a:lnTo>
                    <a:pt x="4489" y="4516"/>
                  </a:lnTo>
                  <a:lnTo>
                    <a:pt x="4299" y="4339"/>
                  </a:lnTo>
                  <a:lnTo>
                    <a:pt x="4095" y="4190"/>
                  </a:lnTo>
                  <a:lnTo>
                    <a:pt x="3877" y="4054"/>
                  </a:lnTo>
                  <a:lnTo>
                    <a:pt x="3646" y="3945"/>
                  </a:lnTo>
                  <a:lnTo>
                    <a:pt x="3401" y="3863"/>
                  </a:lnTo>
                  <a:lnTo>
                    <a:pt x="3156" y="3795"/>
                  </a:lnTo>
                  <a:lnTo>
                    <a:pt x="2898" y="3755"/>
                  </a:lnTo>
                  <a:lnTo>
                    <a:pt x="2626" y="3741"/>
                  </a:lnTo>
                  <a:lnTo>
                    <a:pt x="2476" y="3727"/>
                  </a:lnTo>
                  <a:lnTo>
                    <a:pt x="2327" y="3714"/>
                  </a:lnTo>
                  <a:lnTo>
                    <a:pt x="2177" y="3673"/>
                  </a:lnTo>
                  <a:lnTo>
                    <a:pt x="2041" y="3618"/>
                  </a:lnTo>
                  <a:lnTo>
                    <a:pt x="1918" y="3564"/>
                  </a:lnTo>
                  <a:lnTo>
                    <a:pt x="1796" y="3482"/>
                  </a:lnTo>
                  <a:lnTo>
                    <a:pt x="1674" y="3401"/>
                  </a:lnTo>
                  <a:lnTo>
                    <a:pt x="1565" y="3306"/>
                  </a:lnTo>
                  <a:lnTo>
                    <a:pt x="1470" y="3197"/>
                  </a:lnTo>
                  <a:lnTo>
                    <a:pt x="1388" y="3088"/>
                  </a:lnTo>
                  <a:lnTo>
                    <a:pt x="1306" y="2966"/>
                  </a:lnTo>
                  <a:lnTo>
                    <a:pt x="1252" y="2830"/>
                  </a:lnTo>
                  <a:lnTo>
                    <a:pt x="1198" y="2694"/>
                  </a:lnTo>
                  <a:lnTo>
                    <a:pt x="1157" y="2544"/>
                  </a:lnTo>
                  <a:lnTo>
                    <a:pt x="1143" y="2394"/>
                  </a:lnTo>
                  <a:lnTo>
                    <a:pt x="1130" y="2245"/>
                  </a:lnTo>
                  <a:lnTo>
                    <a:pt x="1130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18"/>
            <p:cNvSpPr/>
            <p:nvPr/>
          </p:nvSpPr>
          <p:spPr>
            <a:xfrm>
              <a:off x="2139841" y="2327702"/>
              <a:ext cx="133665" cy="155790"/>
            </a:xfrm>
            <a:custGeom>
              <a:rect b="b" l="l" r="r" t="t"/>
              <a:pathLst>
                <a:path extrusionOk="0" h="4408" w="3782">
                  <a:moveTo>
                    <a:pt x="2639" y="1"/>
                  </a:moveTo>
                  <a:lnTo>
                    <a:pt x="2639" y="627"/>
                  </a:lnTo>
                  <a:lnTo>
                    <a:pt x="2626" y="899"/>
                  </a:lnTo>
                  <a:lnTo>
                    <a:pt x="2599" y="1157"/>
                  </a:lnTo>
                  <a:lnTo>
                    <a:pt x="2530" y="1415"/>
                  </a:lnTo>
                  <a:lnTo>
                    <a:pt x="2435" y="1647"/>
                  </a:lnTo>
                  <a:lnTo>
                    <a:pt x="2326" y="1892"/>
                  </a:lnTo>
                  <a:lnTo>
                    <a:pt x="2190" y="2109"/>
                  </a:lnTo>
                  <a:lnTo>
                    <a:pt x="2041" y="2313"/>
                  </a:lnTo>
                  <a:lnTo>
                    <a:pt x="1864" y="2490"/>
                  </a:lnTo>
                  <a:lnTo>
                    <a:pt x="1674" y="2667"/>
                  </a:lnTo>
                  <a:lnTo>
                    <a:pt x="1469" y="2817"/>
                  </a:lnTo>
                  <a:lnTo>
                    <a:pt x="1252" y="2953"/>
                  </a:lnTo>
                  <a:lnTo>
                    <a:pt x="1021" y="3061"/>
                  </a:lnTo>
                  <a:lnTo>
                    <a:pt x="776" y="3157"/>
                  </a:lnTo>
                  <a:lnTo>
                    <a:pt x="531" y="3225"/>
                  </a:lnTo>
                  <a:lnTo>
                    <a:pt x="259" y="3265"/>
                  </a:lnTo>
                  <a:lnTo>
                    <a:pt x="0" y="3279"/>
                  </a:lnTo>
                  <a:lnTo>
                    <a:pt x="0" y="4408"/>
                  </a:lnTo>
                  <a:lnTo>
                    <a:pt x="191" y="4408"/>
                  </a:lnTo>
                  <a:lnTo>
                    <a:pt x="381" y="4394"/>
                  </a:lnTo>
                  <a:lnTo>
                    <a:pt x="572" y="4367"/>
                  </a:lnTo>
                  <a:lnTo>
                    <a:pt x="762" y="4326"/>
                  </a:lnTo>
                  <a:lnTo>
                    <a:pt x="939" y="4286"/>
                  </a:lnTo>
                  <a:lnTo>
                    <a:pt x="1116" y="4245"/>
                  </a:lnTo>
                  <a:lnTo>
                    <a:pt x="1293" y="4177"/>
                  </a:lnTo>
                  <a:lnTo>
                    <a:pt x="1469" y="4109"/>
                  </a:lnTo>
                  <a:lnTo>
                    <a:pt x="1633" y="4041"/>
                  </a:lnTo>
                  <a:lnTo>
                    <a:pt x="1796" y="3946"/>
                  </a:lnTo>
                  <a:lnTo>
                    <a:pt x="1959" y="3864"/>
                  </a:lnTo>
                  <a:lnTo>
                    <a:pt x="2109" y="3769"/>
                  </a:lnTo>
                  <a:lnTo>
                    <a:pt x="2258" y="3660"/>
                  </a:lnTo>
                  <a:lnTo>
                    <a:pt x="2408" y="3537"/>
                  </a:lnTo>
                  <a:lnTo>
                    <a:pt x="2544" y="3429"/>
                  </a:lnTo>
                  <a:lnTo>
                    <a:pt x="2667" y="3293"/>
                  </a:lnTo>
                  <a:lnTo>
                    <a:pt x="2803" y="3170"/>
                  </a:lnTo>
                  <a:lnTo>
                    <a:pt x="2911" y="3034"/>
                  </a:lnTo>
                  <a:lnTo>
                    <a:pt x="3034" y="2885"/>
                  </a:lnTo>
                  <a:lnTo>
                    <a:pt x="3129" y="2735"/>
                  </a:lnTo>
                  <a:lnTo>
                    <a:pt x="3238" y="2585"/>
                  </a:lnTo>
                  <a:lnTo>
                    <a:pt x="3319" y="2422"/>
                  </a:lnTo>
                  <a:lnTo>
                    <a:pt x="3415" y="2259"/>
                  </a:lnTo>
                  <a:lnTo>
                    <a:pt x="3483" y="2096"/>
                  </a:lnTo>
                  <a:lnTo>
                    <a:pt x="3551" y="1919"/>
                  </a:lnTo>
                  <a:lnTo>
                    <a:pt x="3605" y="1742"/>
                  </a:lnTo>
                  <a:lnTo>
                    <a:pt x="3660" y="1565"/>
                  </a:lnTo>
                  <a:lnTo>
                    <a:pt x="3700" y="1388"/>
                  </a:lnTo>
                  <a:lnTo>
                    <a:pt x="3741" y="1198"/>
                  </a:lnTo>
                  <a:lnTo>
                    <a:pt x="3768" y="1007"/>
                  </a:lnTo>
                  <a:lnTo>
                    <a:pt x="3782" y="817"/>
                  </a:lnTo>
                  <a:lnTo>
                    <a:pt x="3782" y="627"/>
                  </a:lnTo>
                  <a:lnTo>
                    <a:pt x="3782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18"/>
            <p:cNvSpPr/>
            <p:nvPr/>
          </p:nvSpPr>
          <p:spPr>
            <a:xfrm>
              <a:off x="1591779" y="1921470"/>
              <a:ext cx="503383" cy="187068"/>
            </a:xfrm>
            <a:custGeom>
              <a:rect b="b" l="l" r="r" t="t"/>
              <a:pathLst>
                <a:path extrusionOk="0" h="5293" w="14243">
                  <a:moveTo>
                    <a:pt x="0" y="1"/>
                  </a:moveTo>
                  <a:lnTo>
                    <a:pt x="0" y="1130"/>
                  </a:lnTo>
                  <a:lnTo>
                    <a:pt x="8937" y="1130"/>
                  </a:lnTo>
                  <a:lnTo>
                    <a:pt x="9155" y="1143"/>
                  </a:lnTo>
                  <a:lnTo>
                    <a:pt x="9373" y="1157"/>
                  </a:lnTo>
                  <a:lnTo>
                    <a:pt x="9577" y="1184"/>
                  </a:lnTo>
                  <a:lnTo>
                    <a:pt x="9781" y="1211"/>
                  </a:lnTo>
                  <a:lnTo>
                    <a:pt x="9985" y="1266"/>
                  </a:lnTo>
                  <a:lnTo>
                    <a:pt x="10175" y="1320"/>
                  </a:lnTo>
                  <a:lnTo>
                    <a:pt x="10379" y="1388"/>
                  </a:lnTo>
                  <a:lnTo>
                    <a:pt x="10570" y="1456"/>
                  </a:lnTo>
                  <a:lnTo>
                    <a:pt x="10746" y="1538"/>
                  </a:lnTo>
                  <a:lnTo>
                    <a:pt x="10923" y="1633"/>
                  </a:lnTo>
                  <a:lnTo>
                    <a:pt x="11100" y="1742"/>
                  </a:lnTo>
                  <a:lnTo>
                    <a:pt x="11277" y="1837"/>
                  </a:lnTo>
                  <a:lnTo>
                    <a:pt x="11440" y="1959"/>
                  </a:lnTo>
                  <a:lnTo>
                    <a:pt x="11590" y="2082"/>
                  </a:lnTo>
                  <a:lnTo>
                    <a:pt x="11739" y="2218"/>
                  </a:lnTo>
                  <a:lnTo>
                    <a:pt x="11889" y="2354"/>
                  </a:lnTo>
                  <a:lnTo>
                    <a:pt x="12025" y="2504"/>
                  </a:lnTo>
                  <a:lnTo>
                    <a:pt x="12161" y="2653"/>
                  </a:lnTo>
                  <a:lnTo>
                    <a:pt x="12284" y="2803"/>
                  </a:lnTo>
                  <a:lnTo>
                    <a:pt x="12392" y="2966"/>
                  </a:lnTo>
                  <a:lnTo>
                    <a:pt x="12501" y="3143"/>
                  </a:lnTo>
                  <a:lnTo>
                    <a:pt x="12610" y="3320"/>
                  </a:lnTo>
                  <a:lnTo>
                    <a:pt x="12705" y="3497"/>
                  </a:lnTo>
                  <a:lnTo>
                    <a:pt x="12787" y="3673"/>
                  </a:lnTo>
                  <a:lnTo>
                    <a:pt x="12855" y="3864"/>
                  </a:lnTo>
                  <a:lnTo>
                    <a:pt x="12923" y="4054"/>
                  </a:lnTo>
                  <a:lnTo>
                    <a:pt x="12977" y="4258"/>
                  </a:lnTo>
                  <a:lnTo>
                    <a:pt x="13032" y="4462"/>
                  </a:lnTo>
                  <a:lnTo>
                    <a:pt x="13059" y="4666"/>
                  </a:lnTo>
                  <a:lnTo>
                    <a:pt x="13086" y="4870"/>
                  </a:lnTo>
                  <a:lnTo>
                    <a:pt x="13100" y="5088"/>
                  </a:lnTo>
                  <a:lnTo>
                    <a:pt x="13113" y="5292"/>
                  </a:lnTo>
                  <a:lnTo>
                    <a:pt x="14242" y="5292"/>
                  </a:lnTo>
                  <a:lnTo>
                    <a:pt x="14242" y="5020"/>
                  </a:lnTo>
                  <a:lnTo>
                    <a:pt x="14215" y="4762"/>
                  </a:lnTo>
                  <a:lnTo>
                    <a:pt x="14188" y="4489"/>
                  </a:lnTo>
                  <a:lnTo>
                    <a:pt x="14134" y="4231"/>
                  </a:lnTo>
                  <a:lnTo>
                    <a:pt x="14079" y="3973"/>
                  </a:lnTo>
                  <a:lnTo>
                    <a:pt x="14011" y="3728"/>
                  </a:lnTo>
                  <a:lnTo>
                    <a:pt x="13930" y="3483"/>
                  </a:lnTo>
                  <a:lnTo>
                    <a:pt x="13834" y="3238"/>
                  </a:lnTo>
                  <a:lnTo>
                    <a:pt x="13725" y="3007"/>
                  </a:lnTo>
                  <a:lnTo>
                    <a:pt x="13603" y="2776"/>
                  </a:lnTo>
                  <a:lnTo>
                    <a:pt x="13481" y="2544"/>
                  </a:lnTo>
                  <a:lnTo>
                    <a:pt x="13345" y="2340"/>
                  </a:lnTo>
                  <a:lnTo>
                    <a:pt x="13195" y="2123"/>
                  </a:lnTo>
                  <a:lnTo>
                    <a:pt x="13032" y="1932"/>
                  </a:lnTo>
                  <a:lnTo>
                    <a:pt x="12869" y="1728"/>
                  </a:lnTo>
                  <a:lnTo>
                    <a:pt x="12692" y="1551"/>
                  </a:lnTo>
                  <a:lnTo>
                    <a:pt x="12501" y="1375"/>
                  </a:lnTo>
                  <a:lnTo>
                    <a:pt x="12311" y="1211"/>
                  </a:lnTo>
                  <a:lnTo>
                    <a:pt x="12120" y="1048"/>
                  </a:lnTo>
                  <a:lnTo>
                    <a:pt x="11903" y="898"/>
                  </a:lnTo>
                  <a:lnTo>
                    <a:pt x="11685" y="762"/>
                  </a:lnTo>
                  <a:lnTo>
                    <a:pt x="11467" y="640"/>
                  </a:lnTo>
                  <a:lnTo>
                    <a:pt x="11236" y="518"/>
                  </a:lnTo>
                  <a:lnTo>
                    <a:pt x="11005" y="409"/>
                  </a:lnTo>
                  <a:lnTo>
                    <a:pt x="10760" y="314"/>
                  </a:lnTo>
                  <a:lnTo>
                    <a:pt x="10515" y="232"/>
                  </a:lnTo>
                  <a:lnTo>
                    <a:pt x="10270" y="164"/>
                  </a:lnTo>
                  <a:lnTo>
                    <a:pt x="10012" y="96"/>
                  </a:lnTo>
                  <a:lnTo>
                    <a:pt x="9754" y="55"/>
                  </a:lnTo>
                  <a:lnTo>
                    <a:pt x="9481" y="28"/>
                  </a:lnTo>
                  <a:lnTo>
                    <a:pt x="9209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18"/>
            <p:cNvSpPr/>
            <p:nvPr/>
          </p:nvSpPr>
          <p:spPr>
            <a:xfrm>
              <a:off x="2041765" y="1881109"/>
              <a:ext cx="298573" cy="147131"/>
            </a:xfrm>
            <a:custGeom>
              <a:rect b="b" l="l" r="r" t="t"/>
              <a:pathLst>
                <a:path extrusionOk="0" h="4163" w="8448">
                  <a:moveTo>
                    <a:pt x="7319" y="0"/>
                  </a:moveTo>
                  <a:lnTo>
                    <a:pt x="7305" y="313"/>
                  </a:lnTo>
                  <a:lnTo>
                    <a:pt x="7251" y="612"/>
                  </a:lnTo>
                  <a:lnTo>
                    <a:pt x="7183" y="898"/>
                  </a:lnTo>
                  <a:lnTo>
                    <a:pt x="7074" y="1183"/>
                  </a:lnTo>
                  <a:lnTo>
                    <a:pt x="6951" y="1442"/>
                  </a:lnTo>
                  <a:lnTo>
                    <a:pt x="6802" y="1687"/>
                  </a:lnTo>
                  <a:lnTo>
                    <a:pt x="6625" y="1932"/>
                  </a:lnTo>
                  <a:lnTo>
                    <a:pt x="6421" y="2136"/>
                  </a:lnTo>
                  <a:lnTo>
                    <a:pt x="6217" y="2340"/>
                  </a:lnTo>
                  <a:lnTo>
                    <a:pt x="5986" y="2517"/>
                  </a:lnTo>
                  <a:lnTo>
                    <a:pt x="5727" y="2666"/>
                  </a:lnTo>
                  <a:lnTo>
                    <a:pt x="5469" y="2789"/>
                  </a:lnTo>
                  <a:lnTo>
                    <a:pt x="5183" y="2897"/>
                  </a:lnTo>
                  <a:lnTo>
                    <a:pt x="4897" y="2965"/>
                  </a:lnTo>
                  <a:lnTo>
                    <a:pt x="4598" y="3006"/>
                  </a:lnTo>
                  <a:lnTo>
                    <a:pt x="4285" y="3033"/>
                  </a:lnTo>
                  <a:lnTo>
                    <a:pt x="0" y="3033"/>
                  </a:lnTo>
                  <a:lnTo>
                    <a:pt x="0" y="4162"/>
                  </a:lnTo>
                  <a:lnTo>
                    <a:pt x="4503" y="4162"/>
                  </a:lnTo>
                  <a:lnTo>
                    <a:pt x="4707" y="4149"/>
                  </a:lnTo>
                  <a:lnTo>
                    <a:pt x="4925" y="4122"/>
                  </a:lnTo>
                  <a:lnTo>
                    <a:pt x="5129" y="4081"/>
                  </a:lnTo>
                  <a:lnTo>
                    <a:pt x="5333" y="4026"/>
                  </a:lnTo>
                  <a:lnTo>
                    <a:pt x="5523" y="3972"/>
                  </a:lnTo>
                  <a:lnTo>
                    <a:pt x="5714" y="3918"/>
                  </a:lnTo>
                  <a:lnTo>
                    <a:pt x="5904" y="3836"/>
                  </a:lnTo>
                  <a:lnTo>
                    <a:pt x="6094" y="3754"/>
                  </a:lnTo>
                  <a:lnTo>
                    <a:pt x="6271" y="3659"/>
                  </a:lnTo>
                  <a:lnTo>
                    <a:pt x="6448" y="3564"/>
                  </a:lnTo>
                  <a:lnTo>
                    <a:pt x="6611" y="3455"/>
                  </a:lnTo>
                  <a:lnTo>
                    <a:pt x="6775" y="3333"/>
                  </a:lnTo>
                  <a:lnTo>
                    <a:pt x="6938" y="3210"/>
                  </a:lnTo>
                  <a:lnTo>
                    <a:pt x="7087" y="3088"/>
                  </a:lnTo>
                  <a:lnTo>
                    <a:pt x="7237" y="2938"/>
                  </a:lnTo>
                  <a:lnTo>
                    <a:pt x="7373" y="2802"/>
                  </a:lnTo>
                  <a:lnTo>
                    <a:pt x="7496" y="2653"/>
                  </a:lnTo>
                  <a:lnTo>
                    <a:pt x="7618" y="2489"/>
                  </a:lnTo>
                  <a:lnTo>
                    <a:pt x="7740" y="2326"/>
                  </a:lnTo>
                  <a:lnTo>
                    <a:pt x="7849" y="2163"/>
                  </a:lnTo>
                  <a:lnTo>
                    <a:pt x="7944" y="1986"/>
                  </a:lnTo>
                  <a:lnTo>
                    <a:pt x="8040" y="1809"/>
                  </a:lnTo>
                  <a:lnTo>
                    <a:pt x="8121" y="1619"/>
                  </a:lnTo>
                  <a:lnTo>
                    <a:pt x="8203" y="1428"/>
                  </a:lnTo>
                  <a:lnTo>
                    <a:pt x="8257" y="1238"/>
                  </a:lnTo>
                  <a:lnTo>
                    <a:pt x="8325" y="1034"/>
                  </a:lnTo>
                  <a:lnTo>
                    <a:pt x="8366" y="843"/>
                  </a:lnTo>
                  <a:lnTo>
                    <a:pt x="8407" y="639"/>
                  </a:lnTo>
                  <a:lnTo>
                    <a:pt x="8434" y="422"/>
                  </a:lnTo>
                  <a:lnTo>
                    <a:pt x="8448" y="218"/>
                  </a:lnTo>
                  <a:lnTo>
                    <a:pt x="8448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18"/>
            <p:cNvSpPr/>
            <p:nvPr/>
          </p:nvSpPr>
          <p:spPr>
            <a:xfrm>
              <a:off x="2499456" y="2274334"/>
              <a:ext cx="140416" cy="163989"/>
            </a:xfrm>
            <a:custGeom>
              <a:rect b="b" l="l" r="r" t="t"/>
              <a:pathLst>
                <a:path extrusionOk="0" h="4640" w="3973">
                  <a:moveTo>
                    <a:pt x="0" y="1"/>
                  </a:moveTo>
                  <a:lnTo>
                    <a:pt x="0" y="667"/>
                  </a:lnTo>
                  <a:lnTo>
                    <a:pt x="0" y="871"/>
                  </a:lnTo>
                  <a:lnTo>
                    <a:pt x="14" y="1076"/>
                  </a:lnTo>
                  <a:lnTo>
                    <a:pt x="41" y="1266"/>
                  </a:lnTo>
                  <a:lnTo>
                    <a:pt x="82" y="1470"/>
                  </a:lnTo>
                  <a:lnTo>
                    <a:pt x="123" y="1660"/>
                  </a:lnTo>
                  <a:lnTo>
                    <a:pt x="177" y="1851"/>
                  </a:lnTo>
                  <a:lnTo>
                    <a:pt x="245" y="2028"/>
                  </a:lnTo>
                  <a:lnTo>
                    <a:pt x="313" y="2205"/>
                  </a:lnTo>
                  <a:lnTo>
                    <a:pt x="395" y="2381"/>
                  </a:lnTo>
                  <a:lnTo>
                    <a:pt x="476" y="2558"/>
                  </a:lnTo>
                  <a:lnTo>
                    <a:pt x="571" y="2721"/>
                  </a:lnTo>
                  <a:lnTo>
                    <a:pt x="680" y="2885"/>
                  </a:lnTo>
                  <a:lnTo>
                    <a:pt x="789" y="3048"/>
                  </a:lnTo>
                  <a:lnTo>
                    <a:pt x="912" y="3197"/>
                  </a:lnTo>
                  <a:lnTo>
                    <a:pt x="1034" y="3334"/>
                  </a:lnTo>
                  <a:lnTo>
                    <a:pt x="1170" y="3470"/>
                  </a:lnTo>
                  <a:lnTo>
                    <a:pt x="1306" y="3606"/>
                  </a:lnTo>
                  <a:lnTo>
                    <a:pt x="1442" y="3728"/>
                  </a:lnTo>
                  <a:lnTo>
                    <a:pt x="1605" y="3850"/>
                  </a:lnTo>
                  <a:lnTo>
                    <a:pt x="1755" y="3959"/>
                  </a:lnTo>
                  <a:lnTo>
                    <a:pt x="1918" y="4068"/>
                  </a:lnTo>
                  <a:lnTo>
                    <a:pt x="2081" y="4163"/>
                  </a:lnTo>
                  <a:lnTo>
                    <a:pt x="2258" y="4245"/>
                  </a:lnTo>
                  <a:lnTo>
                    <a:pt x="2435" y="4327"/>
                  </a:lnTo>
                  <a:lnTo>
                    <a:pt x="2612" y="4395"/>
                  </a:lnTo>
                  <a:lnTo>
                    <a:pt x="2789" y="4463"/>
                  </a:lnTo>
                  <a:lnTo>
                    <a:pt x="2979" y="4517"/>
                  </a:lnTo>
                  <a:lnTo>
                    <a:pt x="3170" y="4558"/>
                  </a:lnTo>
                  <a:lnTo>
                    <a:pt x="3374" y="4599"/>
                  </a:lnTo>
                  <a:lnTo>
                    <a:pt x="3564" y="4626"/>
                  </a:lnTo>
                  <a:lnTo>
                    <a:pt x="3768" y="4639"/>
                  </a:lnTo>
                  <a:lnTo>
                    <a:pt x="3972" y="4639"/>
                  </a:lnTo>
                  <a:lnTo>
                    <a:pt x="3972" y="3510"/>
                  </a:lnTo>
                  <a:lnTo>
                    <a:pt x="3686" y="3497"/>
                  </a:lnTo>
                  <a:lnTo>
                    <a:pt x="3401" y="3442"/>
                  </a:lnTo>
                  <a:lnTo>
                    <a:pt x="3129" y="3374"/>
                  </a:lnTo>
                  <a:lnTo>
                    <a:pt x="2870" y="3279"/>
                  </a:lnTo>
                  <a:lnTo>
                    <a:pt x="2625" y="3157"/>
                  </a:lnTo>
                  <a:lnTo>
                    <a:pt x="2394" y="3021"/>
                  </a:lnTo>
                  <a:lnTo>
                    <a:pt x="2177" y="2857"/>
                  </a:lnTo>
                  <a:lnTo>
                    <a:pt x="1973" y="2667"/>
                  </a:lnTo>
                  <a:lnTo>
                    <a:pt x="1782" y="2477"/>
                  </a:lnTo>
                  <a:lnTo>
                    <a:pt x="1619" y="2245"/>
                  </a:lnTo>
                  <a:lnTo>
                    <a:pt x="1483" y="2014"/>
                  </a:lnTo>
                  <a:lnTo>
                    <a:pt x="1360" y="1769"/>
                  </a:lnTo>
                  <a:lnTo>
                    <a:pt x="1265" y="1511"/>
                  </a:lnTo>
                  <a:lnTo>
                    <a:pt x="1197" y="1239"/>
                  </a:lnTo>
                  <a:lnTo>
                    <a:pt x="1156" y="953"/>
                  </a:lnTo>
                  <a:lnTo>
                    <a:pt x="1129" y="667"/>
                  </a:lnTo>
                  <a:lnTo>
                    <a:pt x="1129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18"/>
            <p:cNvSpPr/>
            <p:nvPr/>
          </p:nvSpPr>
          <p:spPr>
            <a:xfrm>
              <a:off x="2457610" y="1856086"/>
              <a:ext cx="175511" cy="140416"/>
            </a:xfrm>
            <a:custGeom>
              <a:rect b="b" l="l" r="r" t="t"/>
              <a:pathLst>
                <a:path extrusionOk="0" h="3973" w="4966">
                  <a:moveTo>
                    <a:pt x="3837" y="1"/>
                  </a:moveTo>
                  <a:lnTo>
                    <a:pt x="3823" y="286"/>
                  </a:lnTo>
                  <a:lnTo>
                    <a:pt x="3782" y="572"/>
                  </a:lnTo>
                  <a:lnTo>
                    <a:pt x="3701" y="844"/>
                  </a:lnTo>
                  <a:lnTo>
                    <a:pt x="3605" y="1103"/>
                  </a:lnTo>
                  <a:lnTo>
                    <a:pt x="3497" y="1347"/>
                  </a:lnTo>
                  <a:lnTo>
                    <a:pt x="3347" y="1579"/>
                  </a:lnTo>
                  <a:lnTo>
                    <a:pt x="3184" y="1810"/>
                  </a:lnTo>
                  <a:lnTo>
                    <a:pt x="3007" y="2000"/>
                  </a:lnTo>
                  <a:lnTo>
                    <a:pt x="2803" y="2191"/>
                  </a:lnTo>
                  <a:lnTo>
                    <a:pt x="2585" y="2354"/>
                  </a:lnTo>
                  <a:lnTo>
                    <a:pt x="2340" y="2490"/>
                  </a:lnTo>
                  <a:lnTo>
                    <a:pt x="2096" y="2612"/>
                  </a:lnTo>
                  <a:lnTo>
                    <a:pt x="1837" y="2708"/>
                  </a:lnTo>
                  <a:lnTo>
                    <a:pt x="1565" y="2776"/>
                  </a:lnTo>
                  <a:lnTo>
                    <a:pt x="1279" y="2830"/>
                  </a:lnTo>
                  <a:lnTo>
                    <a:pt x="994" y="2844"/>
                  </a:lnTo>
                  <a:lnTo>
                    <a:pt x="1" y="2844"/>
                  </a:lnTo>
                  <a:lnTo>
                    <a:pt x="1" y="3973"/>
                  </a:lnTo>
                  <a:lnTo>
                    <a:pt x="1198" y="3973"/>
                  </a:lnTo>
                  <a:lnTo>
                    <a:pt x="1402" y="3959"/>
                  </a:lnTo>
                  <a:lnTo>
                    <a:pt x="1606" y="3932"/>
                  </a:lnTo>
                  <a:lnTo>
                    <a:pt x="1796" y="3891"/>
                  </a:lnTo>
                  <a:lnTo>
                    <a:pt x="1987" y="3850"/>
                  </a:lnTo>
                  <a:lnTo>
                    <a:pt x="2177" y="3796"/>
                  </a:lnTo>
                  <a:lnTo>
                    <a:pt x="2354" y="3728"/>
                  </a:lnTo>
                  <a:lnTo>
                    <a:pt x="2544" y="3660"/>
                  </a:lnTo>
                  <a:lnTo>
                    <a:pt x="2721" y="3578"/>
                  </a:lnTo>
                  <a:lnTo>
                    <a:pt x="2884" y="3497"/>
                  </a:lnTo>
                  <a:lnTo>
                    <a:pt x="3061" y="3401"/>
                  </a:lnTo>
                  <a:lnTo>
                    <a:pt x="3211" y="3293"/>
                  </a:lnTo>
                  <a:lnTo>
                    <a:pt x="3374" y="3184"/>
                  </a:lnTo>
                  <a:lnTo>
                    <a:pt x="3524" y="3061"/>
                  </a:lnTo>
                  <a:lnTo>
                    <a:pt x="3673" y="2939"/>
                  </a:lnTo>
                  <a:lnTo>
                    <a:pt x="3809" y="2803"/>
                  </a:lnTo>
                  <a:lnTo>
                    <a:pt x="3932" y="2667"/>
                  </a:lnTo>
                  <a:lnTo>
                    <a:pt x="4068" y="2531"/>
                  </a:lnTo>
                  <a:lnTo>
                    <a:pt x="4177" y="2381"/>
                  </a:lnTo>
                  <a:lnTo>
                    <a:pt x="4286" y="2218"/>
                  </a:lnTo>
                  <a:lnTo>
                    <a:pt x="4394" y="2055"/>
                  </a:lnTo>
                  <a:lnTo>
                    <a:pt x="4490" y="1891"/>
                  </a:lnTo>
                  <a:lnTo>
                    <a:pt x="4585" y="1715"/>
                  </a:lnTo>
                  <a:lnTo>
                    <a:pt x="4653" y="1551"/>
                  </a:lnTo>
                  <a:lnTo>
                    <a:pt x="4734" y="1361"/>
                  </a:lnTo>
                  <a:lnTo>
                    <a:pt x="4789" y="1184"/>
                  </a:lnTo>
                  <a:lnTo>
                    <a:pt x="4843" y="994"/>
                  </a:lnTo>
                  <a:lnTo>
                    <a:pt x="4884" y="803"/>
                  </a:lnTo>
                  <a:lnTo>
                    <a:pt x="4925" y="599"/>
                  </a:lnTo>
                  <a:lnTo>
                    <a:pt x="4952" y="409"/>
                  </a:lnTo>
                  <a:lnTo>
                    <a:pt x="4966" y="205"/>
                  </a:lnTo>
                  <a:lnTo>
                    <a:pt x="4966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18"/>
            <p:cNvSpPr/>
            <p:nvPr/>
          </p:nvSpPr>
          <p:spPr>
            <a:xfrm>
              <a:off x="2566254" y="2088784"/>
              <a:ext cx="203891" cy="39937"/>
            </a:xfrm>
            <a:custGeom>
              <a:rect b="b" l="l" r="r" t="t"/>
              <a:pathLst>
                <a:path extrusionOk="0" h="1130" w="5769">
                  <a:moveTo>
                    <a:pt x="1" y="0"/>
                  </a:moveTo>
                  <a:lnTo>
                    <a:pt x="1" y="1129"/>
                  </a:lnTo>
                  <a:lnTo>
                    <a:pt x="5768" y="1129"/>
                  </a:lnTo>
                  <a:lnTo>
                    <a:pt x="5741" y="558"/>
                  </a:lnTo>
                  <a:lnTo>
                    <a:pt x="5714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18"/>
            <p:cNvSpPr/>
            <p:nvPr/>
          </p:nvSpPr>
          <p:spPr>
            <a:xfrm>
              <a:off x="1550427" y="1547931"/>
              <a:ext cx="197140" cy="102423"/>
            </a:xfrm>
            <a:custGeom>
              <a:rect b="b" l="l" r="r" t="t"/>
              <a:pathLst>
                <a:path extrusionOk="0" h="2898" w="5578">
                  <a:moveTo>
                    <a:pt x="2041" y="0"/>
                  </a:moveTo>
                  <a:lnTo>
                    <a:pt x="1511" y="273"/>
                  </a:lnTo>
                  <a:lnTo>
                    <a:pt x="1007" y="545"/>
                  </a:lnTo>
                  <a:lnTo>
                    <a:pt x="504" y="844"/>
                  </a:lnTo>
                  <a:lnTo>
                    <a:pt x="1" y="1143"/>
                  </a:lnTo>
                  <a:lnTo>
                    <a:pt x="2694" y="1143"/>
                  </a:lnTo>
                  <a:lnTo>
                    <a:pt x="2871" y="1157"/>
                  </a:lnTo>
                  <a:lnTo>
                    <a:pt x="3048" y="1184"/>
                  </a:lnTo>
                  <a:lnTo>
                    <a:pt x="3211" y="1225"/>
                  </a:lnTo>
                  <a:lnTo>
                    <a:pt x="3374" y="1279"/>
                  </a:lnTo>
                  <a:lnTo>
                    <a:pt x="3524" y="1361"/>
                  </a:lnTo>
                  <a:lnTo>
                    <a:pt x="3673" y="1442"/>
                  </a:lnTo>
                  <a:lnTo>
                    <a:pt x="3796" y="1538"/>
                  </a:lnTo>
                  <a:lnTo>
                    <a:pt x="3932" y="1660"/>
                  </a:lnTo>
                  <a:lnTo>
                    <a:pt x="4041" y="1782"/>
                  </a:lnTo>
                  <a:lnTo>
                    <a:pt x="4136" y="1918"/>
                  </a:lnTo>
                  <a:lnTo>
                    <a:pt x="4231" y="2054"/>
                  </a:lnTo>
                  <a:lnTo>
                    <a:pt x="4299" y="2218"/>
                  </a:lnTo>
                  <a:lnTo>
                    <a:pt x="4353" y="2367"/>
                  </a:lnTo>
                  <a:lnTo>
                    <a:pt x="4408" y="2544"/>
                  </a:lnTo>
                  <a:lnTo>
                    <a:pt x="4435" y="2721"/>
                  </a:lnTo>
                  <a:lnTo>
                    <a:pt x="4435" y="2898"/>
                  </a:lnTo>
                  <a:lnTo>
                    <a:pt x="5578" y="2898"/>
                  </a:lnTo>
                  <a:lnTo>
                    <a:pt x="5564" y="2599"/>
                  </a:lnTo>
                  <a:lnTo>
                    <a:pt x="5510" y="2313"/>
                  </a:lnTo>
                  <a:lnTo>
                    <a:pt x="5442" y="2041"/>
                  </a:lnTo>
                  <a:lnTo>
                    <a:pt x="5346" y="1769"/>
                  </a:lnTo>
                  <a:lnTo>
                    <a:pt x="5224" y="1524"/>
                  </a:lnTo>
                  <a:lnTo>
                    <a:pt x="5074" y="1279"/>
                  </a:lnTo>
                  <a:lnTo>
                    <a:pt x="4911" y="1061"/>
                  </a:lnTo>
                  <a:lnTo>
                    <a:pt x="4734" y="857"/>
                  </a:lnTo>
                  <a:lnTo>
                    <a:pt x="4517" y="667"/>
                  </a:lnTo>
                  <a:lnTo>
                    <a:pt x="4299" y="504"/>
                  </a:lnTo>
                  <a:lnTo>
                    <a:pt x="4068" y="354"/>
                  </a:lnTo>
                  <a:lnTo>
                    <a:pt x="3809" y="232"/>
                  </a:lnTo>
                  <a:lnTo>
                    <a:pt x="3551" y="137"/>
                  </a:lnTo>
                  <a:lnTo>
                    <a:pt x="3265" y="69"/>
                  </a:lnTo>
                  <a:lnTo>
                    <a:pt x="2980" y="28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18"/>
            <p:cNvSpPr/>
            <p:nvPr/>
          </p:nvSpPr>
          <p:spPr>
            <a:xfrm>
              <a:off x="1335542" y="2398847"/>
              <a:ext cx="40396" cy="136599"/>
            </a:xfrm>
            <a:custGeom>
              <a:rect b="b" l="l" r="r" t="t"/>
              <a:pathLst>
                <a:path extrusionOk="0" h="3865" w="1143">
                  <a:moveTo>
                    <a:pt x="0" y="1"/>
                  </a:moveTo>
                  <a:lnTo>
                    <a:pt x="0" y="3306"/>
                  </a:lnTo>
                  <a:lnTo>
                    <a:pt x="14" y="3415"/>
                  </a:lnTo>
                  <a:lnTo>
                    <a:pt x="55" y="3524"/>
                  </a:lnTo>
                  <a:lnTo>
                    <a:pt x="109" y="3619"/>
                  </a:lnTo>
                  <a:lnTo>
                    <a:pt x="177" y="3714"/>
                  </a:lnTo>
                  <a:lnTo>
                    <a:pt x="259" y="3782"/>
                  </a:lnTo>
                  <a:lnTo>
                    <a:pt x="368" y="3823"/>
                  </a:lnTo>
                  <a:lnTo>
                    <a:pt x="476" y="3850"/>
                  </a:lnTo>
                  <a:lnTo>
                    <a:pt x="585" y="3864"/>
                  </a:lnTo>
                  <a:lnTo>
                    <a:pt x="599" y="3864"/>
                  </a:lnTo>
                  <a:lnTo>
                    <a:pt x="708" y="3850"/>
                  </a:lnTo>
                  <a:lnTo>
                    <a:pt x="816" y="3810"/>
                  </a:lnTo>
                  <a:lnTo>
                    <a:pt x="898" y="3755"/>
                  </a:lnTo>
                  <a:lnTo>
                    <a:pt x="980" y="3687"/>
                  </a:lnTo>
                  <a:lnTo>
                    <a:pt x="1048" y="3606"/>
                  </a:lnTo>
                  <a:lnTo>
                    <a:pt x="1102" y="3510"/>
                  </a:lnTo>
                  <a:lnTo>
                    <a:pt x="1129" y="3415"/>
                  </a:lnTo>
                  <a:lnTo>
                    <a:pt x="1143" y="3306"/>
                  </a:lnTo>
                  <a:lnTo>
                    <a:pt x="1143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18"/>
            <p:cNvSpPr/>
            <p:nvPr/>
          </p:nvSpPr>
          <p:spPr>
            <a:xfrm>
              <a:off x="1412449" y="2398847"/>
              <a:ext cx="40432" cy="136599"/>
            </a:xfrm>
            <a:custGeom>
              <a:rect b="b" l="l" r="r" t="t"/>
              <a:pathLst>
                <a:path extrusionOk="0" h="3865" w="1144">
                  <a:moveTo>
                    <a:pt x="1" y="1"/>
                  </a:moveTo>
                  <a:lnTo>
                    <a:pt x="1" y="3306"/>
                  </a:lnTo>
                  <a:lnTo>
                    <a:pt x="14" y="3415"/>
                  </a:lnTo>
                  <a:lnTo>
                    <a:pt x="55" y="3524"/>
                  </a:lnTo>
                  <a:lnTo>
                    <a:pt x="109" y="3619"/>
                  </a:lnTo>
                  <a:lnTo>
                    <a:pt x="177" y="3714"/>
                  </a:lnTo>
                  <a:lnTo>
                    <a:pt x="259" y="3782"/>
                  </a:lnTo>
                  <a:lnTo>
                    <a:pt x="368" y="3823"/>
                  </a:lnTo>
                  <a:lnTo>
                    <a:pt x="477" y="3850"/>
                  </a:lnTo>
                  <a:lnTo>
                    <a:pt x="586" y="3864"/>
                  </a:lnTo>
                  <a:lnTo>
                    <a:pt x="599" y="3864"/>
                  </a:lnTo>
                  <a:lnTo>
                    <a:pt x="708" y="3850"/>
                  </a:lnTo>
                  <a:lnTo>
                    <a:pt x="817" y="3810"/>
                  </a:lnTo>
                  <a:lnTo>
                    <a:pt x="898" y="3755"/>
                  </a:lnTo>
                  <a:lnTo>
                    <a:pt x="980" y="3687"/>
                  </a:lnTo>
                  <a:lnTo>
                    <a:pt x="1048" y="3606"/>
                  </a:lnTo>
                  <a:lnTo>
                    <a:pt x="1102" y="3510"/>
                  </a:lnTo>
                  <a:lnTo>
                    <a:pt x="1130" y="3415"/>
                  </a:lnTo>
                  <a:lnTo>
                    <a:pt x="1143" y="3306"/>
                  </a:lnTo>
                  <a:lnTo>
                    <a:pt x="1143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18"/>
            <p:cNvSpPr/>
            <p:nvPr/>
          </p:nvSpPr>
          <p:spPr>
            <a:xfrm>
              <a:off x="1489850" y="2398847"/>
              <a:ext cx="39937" cy="136599"/>
            </a:xfrm>
            <a:custGeom>
              <a:rect b="b" l="l" r="r" t="t"/>
              <a:pathLst>
                <a:path extrusionOk="0" h="3865" w="1130">
                  <a:moveTo>
                    <a:pt x="1" y="1"/>
                  </a:moveTo>
                  <a:lnTo>
                    <a:pt x="1" y="3306"/>
                  </a:lnTo>
                  <a:lnTo>
                    <a:pt x="1" y="3415"/>
                  </a:lnTo>
                  <a:lnTo>
                    <a:pt x="41" y="3524"/>
                  </a:lnTo>
                  <a:lnTo>
                    <a:pt x="96" y="3619"/>
                  </a:lnTo>
                  <a:lnTo>
                    <a:pt x="164" y="3714"/>
                  </a:lnTo>
                  <a:lnTo>
                    <a:pt x="259" y="3782"/>
                  </a:lnTo>
                  <a:lnTo>
                    <a:pt x="354" y="3823"/>
                  </a:lnTo>
                  <a:lnTo>
                    <a:pt x="463" y="3850"/>
                  </a:lnTo>
                  <a:lnTo>
                    <a:pt x="586" y="3864"/>
                  </a:lnTo>
                  <a:lnTo>
                    <a:pt x="694" y="3850"/>
                  </a:lnTo>
                  <a:lnTo>
                    <a:pt x="803" y="3810"/>
                  </a:lnTo>
                  <a:lnTo>
                    <a:pt x="898" y="3755"/>
                  </a:lnTo>
                  <a:lnTo>
                    <a:pt x="980" y="3687"/>
                  </a:lnTo>
                  <a:lnTo>
                    <a:pt x="1034" y="3606"/>
                  </a:lnTo>
                  <a:lnTo>
                    <a:pt x="1089" y="3510"/>
                  </a:lnTo>
                  <a:lnTo>
                    <a:pt x="1116" y="3415"/>
                  </a:lnTo>
                  <a:lnTo>
                    <a:pt x="1130" y="3306"/>
                  </a:lnTo>
                  <a:lnTo>
                    <a:pt x="1130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18"/>
            <p:cNvSpPr/>
            <p:nvPr/>
          </p:nvSpPr>
          <p:spPr>
            <a:xfrm>
              <a:off x="1566791" y="2398847"/>
              <a:ext cx="39937" cy="136599"/>
            </a:xfrm>
            <a:custGeom>
              <a:rect b="b" l="l" r="r" t="t"/>
              <a:pathLst>
                <a:path extrusionOk="0" h="3865" w="1130">
                  <a:moveTo>
                    <a:pt x="0" y="1"/>
                  </a:moveTo>
                  <a:lnTo>
                    <a:pt x="0" y="3306"/>
                  </a:lnTo>
                  <a:lnTo>
                    <a:pt x="14" y="3415"/>
                  </a:lnTo>
                  <a:lnTo>
                    <a:pt x="41" y="3524"/>
                  </a:lnTo>
                  <a:lnTo>
                    <a:pt x="95" y="3619"/>
                  </a:lnTo>
                  <a:lnTo>
                    <a:pt x="163" y="3714"/>
                  </a:lnTo>
                  <a:lnTo>
                    <a:pt x="259" y="3782"/>
                  </a:lnTo>
                  <a:lnTo>
                    <a:pt x="354" y="3823"/>
                  </a:lnTo>
                  <a:lnTo>
                    <a:pt x="463" y="3850"/>
                  </a:lnTo>
                  <a:lnTo>
                    <a:pt x="585" y="3864"/>
                  </a:lnTo>
                  <a:lnTo>
                    <a:pt x="599" y="3864"/>
                  </a:lnTo>
                  <a:lnTo>
                    <a:pt x="707" y="3850"/>
                  </a:lnTo>
                  <a:lnTo>
                    <a:pt x="803" y="3810"/>
                  </a:lnTo>
                  <a:lnTo>
                    <a:pt x="898" y="3755"/>
                  </a:lnTo>
                  <a:lnTo>
                    <a:pt x="979" y="3687"/>
                  </a:lnTo>
                  <a:lnTo>
                    <a:pt x="1048" y="3606"/>
                  </a:lnTo>
                  <a:lnTo>
                    <a:pt x="1088" y="3510"/>
                  </a:lnTo>
                  <a:lnTo>
                    <a:pt x="1129" y="3415"/>
                  </a:lnTo>
                  <a:lnTo>
                    <a:pt x="1129" y="3306"/>
                  </a:lnTo>
                  <a:lnTo>
                    <a:pt x="1129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18"/>
            <p:cNvSpPr/>
            <p:nvPr/>
          </p:nvSpPr>
          <p:spPr>
            <a:xfrm>
              <a:off x="1643697" y="2398847"/>
              <a:ext cx="40432" cy="136599"/>
            </a:xfrm>
            <a:custGeom>
              <a:rect b="b" l="l" r="r" t="t"/>
              <a:pathLst>
                <a:path extrusionOk="0" h="3865" w="1144">
                  <a:moveTo>
                    <a:pt x="1" y="1"/>
                  </a:moveTo>
                  <a:lnTo>
                    <a:pt x="1" y="3306"/>
                  </a:lnTo>
                  <a:lnTo>
                    <a:pt x="14" y="3415"/>
                  </a:lnTo>
                  <a:lnTo>
                    <a:pt x="41" y="3524"/>
                  </a:lnTo>
                  <a:lnTo>
                    <a:pt x="96" y="3619"/>
                  </a:lnTo>
                  <a:lnTo>
                    <a:pt x="177" y="3714"/>
                  </a:lnTo>
                  <a:lnTo>
                    <a:pt x="259" y="3782"/>
                  </a:lnTo>
                  <a:lnTo>
                    <a:pt x="354" y="3823"/>
                  </a:lnTo>
                  <a:lnTo>
                    <a:pt x="463" y="3850"/>
                  </a:lnTo>
                  <a:lnTo>
                    <a:pt x="585" y="3864"/>
                  </a:lnTo>
                  <a:lnTo>
                    <a:pt x="599" y="3864"/>
                  </a:lnTo>
                  <a:lnTo>
                    <a:pt x="708" y="3850"/>
                  </a:lnTo>
                  <a:lnTo>
                    <a:pt x="803" y="3810"/>
                  </a:lnTo>
                  <a:lnTo>
                    <a:pt x="898" y="3755"/>
                  </a:lnTo>
                  <a:lnTo>
                    <a:pt x="980" y="3687"/>
                  </a:lnTo>
                  <a:lnTo>
                    <a:pt x="1048" y="3606"/>
                  </a:lnTo>
                  <a:lnTo>
                    <a:pt x="1089" y="3510"/>
                  </a:lnTo>
                  <a:lnTo>
                    <a:pt x="1130" y="3415"/>
                  </a:lnTo>
                  <a:lnTo>
                    <a:pt x="1143" y="3306"/>
                  </a:lnTo>
                  <a:lnTo>
                    <a:pt x="1143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18"/>
            <p:cNvSpPr/>
            <p:nvPr/>
          </p:nvSpPr>
          <p:spPr>
            <a:xfrm>
              <a:off x="3336447" y="4559360"/>
              <a:ext cx="1235538" cy="146671"/>
            </a:xfrm>
            <a:custGeom>
              <a:rect b="b" l="l" r="r" t="t"/>
              <a:pathLst>
                <a:path extrusionOk="0" h="4150" w="34959">
                  <a:moveTo>
                    <a:pt x="17480" y="1"/>
                  </a:moveTo>
                  <a:lnTo>
                    <a:pt x="15698" y="14"/>
                  </a:lnTo>
                  <a:lnTo>
                    <a:pt x="13957" y="42"/>
                  </a:lnTo>
                  <a:lnTo>
                    <a:pt x="12283" y="96"/>
                  </a:lnTo>
                  <a:lnTo>
                    <a:pt x="10678" y="164"/>
                  </a:lnTo>
                  <a:lnTo>
                    <a:pt x="9155" y="246"/>
                  </a:lnTo>
                  <a:lnTo>
                    <a:pt x="7713" y="354"/>
                  </a:lnTo>
                  <a:lnTo>
                    <a:pt x="6366" y="477"/>
                  </a:lnTo>
                  <a:lnTo>
                    <a:pt x="5128" y="613"/>
                  </a:lnTo>
                  <a:lnTo>
                    <a:pt x="3999" y="762"/>
                  </a:lnTo>
                  <a:lnTo>
                    <a:pt x="2993" y="912"/>
                  </a:lnTo>
                  <a:lnTo>
                    <a:pt x="2530" y="994"/>
                  </a:lnTo>
                  <a:lnTo>
                    <a:pt x="2109" y="1089"/>
                  </a:lnTo>
                  <a:lnTo>
                    <a:pt x="1728" y="1171"/>
                  </a:lnTo>
                  <a:lnTo>
                    <a:pt x="1374" y="1266"/>
                  </a:lnTo>
                  <a:lnTo>
                    <a:pt x="1061" y="1361"/>
                  </a:lnTo>
                  <a:lnTo>
                    <a:pt x="789" y="1456"/>
                  </a:lnTo>
                  <a:lnTo>
                    <a:pt x="558" y="1551"/>
                  </a:lnTo>
                  <a:lnTo>
                    <a:pt x="354" y="1660"/>
                  </a:lnTo>
                  <a:lnTo>
                    <a:pt x="204" y="1755"/>
                  </a:lnTo>
                  <a:lnTo>
                    <a:pt x="96" y="1864"/>
                  </a:lnTo>
                  <a:lnTo>
                    <a:pt x="55" y="1919"/>
                  </a:lnTo>
                  <a:lnTo>
                    <a:pt x="28" y="1973"/>
                  </a:lnTo>
                  <a:lnTo>
                    <a:pt x="14" y="2027"/>
                  </a:lnTo>
                  <a:lnTo>
                    <a:pt x="0" y="2082"/>
                  </a:lnTo>
                  <a:lnTo>
                    <a:pt x="14" y="2123"/>
                  </a:lnTo>
                  <a:lnTo>
                    <a:pt x="28" y="2177"/>
                  </a:lnTo>
                  <a:lnTo>
                    <a:pt x="55" y="2232"/>
                  </a:lnTo>
                  <a:lnTo>
                    <a:pt x="96" y="2286"/>
                  </a:lnTo>
                  <a:lnTo>
                    <a:pt x="204" y="2395"/>
                  </a:lnTo>
                  <a:lnTo>
                    <a:pt x="354" y="2490"/>
                  </a:lnTo>
                  <a:lnTo>
                    <a:pt x="558" y="2599"/>
                  </a:lnTo>
                  <a:lnTo>
                    <a:pt x="789" y="2694"/>
                  </a:lnTo>
                  <a:lnTo>
                    <a:pt x="1061" y="2789"/>
                  </a:lnTo>
                  <a:lnTo>
                    <a:pt x="1374" y="2884"/>
                  </a:lnTo>
                  <a:lnTo>
                    <a:pt x="1728" y="2980"/>
                  </a:lnTo>
                  <a:lnTo>
                    <a:pt x="2109" y="3061"/>
                  </a:lnTo>
                  <a:lnTo>
                    <a:pt x="2530" y="3156"/>
                  </a:lnTo>
                  <a:lnTo>
                    <a:pt x="2993" y="3238"/>
                  </a:lnTo>
                  <a:lnTo>
                    <a:pt x="3999" y="3401"/>
                  </a:lnTo>
                  <a:lnTo>
                    <a:pt x="5128" y="3537"/>
                  </a:lnTo>
                  <a:lnTo>
                    <a:pt x="6366" y="3673"/>
                  </a:lnTo>
                  <a:lnTo>
                    <a:pt x="7713" y="3796"/>
                  </a:lnTo>
                  <a:lnTo>
                    <a:pt x="9155" y="3905"/>
                  </a:lnTo>
                  <a:lnTo>
                    <a:pt x="10678" y="3986"/>
                  </a:lnTo>
                  <a:lnTo>
                    <a:pt x="12283" y="4054"/>
                  </a:lnTo>
                  <a:lnTo>
                    <a:pt x="13957" y="4109"/>
                  </a:lnTo>
                  <a:lnTo>
                    <a:pt x="15698" y="4136"/>
                  </a:lnTo>
                  <a:lnTo>
                    <a:pt x="17480" y="4149"/>
                  </a:lnTo>
                  <a:lnTo>
                    <a:pt x="19262" y="4136"/>
                  </a:lnTo>
                  <a:lnTo>
                    <a:pt x="21003" y="4109"/>
                  </a:lnTo>
                  <a:lnTo>
                    <a:pt x="22676" y="4054"/>
                  </a:lnTo>
                  <a:lnTo>
                    <a:pt x="24281" y="3986"/>
                  </a:lnTo>
                  <a:lnTo>
                    <a:pt x="25804" y="3905"/>
                  </a:lnTo>
                  <a:lnTo>
                    <a:pt x="27246" y="3796"/>
                  </a:lnTo>
                  <a:lnTo>
                    <a:pt x="28593" y="3673"/>
                  </a:lnTo>
                  <a:lnTo>
                    <a:pt x="29831" y="3537"/>
                  </a:lnTo>
                  <a:lnTo>
                    <a:pt x="30960" y="3401"/>
                  </a:lnTo>
                  <a:lnTo>
                    <a:pt x="31966" y="3238"/>
                  </a:lnTo>
                  <a:lnTo>
                    <a:pt x="32429" y="3156"/>
                  </a:lnTo>
                  <a:lnTo>
                    <a:pt x="32851" y="3061"/>
                  </a:lnTo>
                  <a:lnTo>
                    <a:pt x="33231" y="2980"/>
                  </a:lnTo>
                  <a:lnTo>
                    <a:pt x="33585" y="2884"/>
                  </a:lnTo>
                  <a:lnTo>
                    <a:pt x="33898" y="2789"/>
                  </a:lnTo>
                  <a:lnTo>
                    <a:pt x="34170" y="2694"/>
                  </a:lnTo>
                  <a:lnTo>
                    <a:pt x="34401" y="2599"/>
                  </a:lnTo>
                  <a:lnTo>
                    <a:pt x="34605" y="2490"/>
                  </a:lnTo>
                  <a:lnTo>
                    <a:pt x="34755" y="2395"/>
                  </a:lnTo>
                  <a:lnTo>
                    <a:pt x="34864" y="2286"/>
                  </a:lnTo>
                  <a:lnTo>
                    <a:pt x="34905" y="2232"/>
                  </a:lnTo>
                  <a:lnTo>
                    <a:pt x="34932" y="2177"/>
                  </a:lnTo>
                  <a:lnTo>
                    <a:pt x="34945" y="2123"/>
                  </a:lnTo>
                  <a:lnTo>
                    <a:pt x="34959" y="2082"/>
                  </a:lnTo>
                  <a:lnTo>
                    <a:pt x="34945" y="2027"/>
                  </a:lnTo>
                  <a:lnTo>
                    <a:pt x="34932" y="1973"/>
                  </a:lnTo>
                  <a:lnTo>
                    <a:pt x="34905" y="1919"/>
                  </a:lnTo>
                  <a:lnTo>
                    <a:pt x="34864" y="1864"/>
                  </a:lnTo>
                  <a:lnTo>
                    <a:pt x="34755" y="1755"/>
                  </a:lnTo>
                  <a:lnTo>
                    <a:pt x="34605" y="1660"/>
                  </a:lnTo>
                  <a:lnTo>
                    <a:pt x="34401" y="1551"/>
                  </a:lnTo>
                  <a:lnTo>
                    <a:pt x="34170" y="1456"/>
                  </a:lnTo>
                  <a:lnTo>
                    <a:pt x="33898" y="1361"/>
                  </a:lnTo>
                  <a:lnTo>
                    <a:pt x="33585" y="1266"/>
                  </a:lnTo>
                  <a:lnTo>
                    <a:pt x="33231" y="1171"/>
                  </a:lnTo>
                  <a:lnTo>
                    <a:pt x="32851" y="1089"/>
                  </a:lnTo>
                  <a:lnTo>
                    <a:pt x="32429" y="994"/>
                  </a:lnTo>
                  <a:lnTo>
                    <a:pt x="31966" y="912"/>
                  </a:lnTo>
                  <a:lnTo>
                    <a:pt x="30960" y="762"/>
                  </a:lnTo>
                  <a:lnTo>
                    <a:pt x="29831" y="613"/>
                  </a:lnTo>
                  <a:lnTo>
                    <a:pt x="28593" y="477"/>
                  </a:lnTo>
                  <a:lnTo>
                    <a:pt x="27246" y="354"/>
                  </a:lnTo>
                  <a:lnTo>
                    <a:pt x="25804" y="246"/>
                  </a:lnTo>
                  <a:lnTo>
                    <a:pt x="24281" y="164"/>
                  </a:lnTo>
                  <a:lnTo>
                    <a:pt x="22676" y="96"/>
                  </a:lnTo>
                  <a:lnTo>
                    <a:pt x="21003" y="42"/>
                  </a:lnTo>
                  <a:lnTo>
                    <a:pt x="19262" y="14"/>
                  </a:lnTo>
                  <a:lnTo>
                    <a:pt x="17480" y="1"/>
                  </a:lnTo>
                  <a:close/>
                </a:path>
              </a:pathLst>
            </a:custGeom>
            <a:solidFill>
              <a:srgbClr val="666666">
                <a:alpha val="12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18"/>
            <p:cNvSpPr/>
            <p:nvPr/>
          </p:nvSpPr>
          <p:spPr>
            <a:xfrm>
              <a:off x="3168638" y="3276730"/>
              <a:ext cx="788491" cy="663944"/>
            </a:xfrm>
            <a:custGeom>
              <a:rect b="b" l="l" r="r" t="t"/>
              <a:pathLst>
                <a:path extrusionOk="0" h="18786" w="22310">
                  <a:moveTo>
                    <a:pt x="5864" y="0"/>
                  </a:moveTo>
                  <a:lnTo>
                    <a:pt x="5782" y="14"/>
                  </a:lnTo>
                  <a:lnTo>
                    <a:pt x="5700" y="41"/>
                  </a:lnTo>
                  <a:lnTo>
                    <a:pt x="5619" y="82"/>
                  </a:lnTo>
                  <a:lnTo>
                    <a:pt x="5551" y="136"/>
                  </a:lnTo>
                  <a:lnTo>
                    <a:pt x="5496" y="191"/>
                  </a:lnTo>
                  <a:lnTo>
                    <a:pt x="5456" y="272"/>
                  </a:lnTo>
                  <a:lnTo>
                    <a:pt x="5428" y="354"/>
                  </a:lnTo>
                  <a:lnTo>
                    <a:pt x="5428" y="449"/>
                  </a:lnTo>
                  <a:lnTo>
                    <a:pt x="5428" y="17901"/>
                  </a:lnTo>
                  <a:lnTo>
                    <a:pt x="450" y="17901"/>
                  </a:lnTo>
                  <a:lnTo>
                    <a:pt x="355" y="17915"/>
                  </a:lnTo>
                  <a:lnTo>
                    <a:pt x="273" y="17928"/>
                  </a:lnTo>
                  <a:lnTo>
                    <a:pt x="191" y="17969"/>
                  </a:lnTo>
                  <a:lnTo>
                    <a:pt x="137" y="18024"/>
                  </a:lnTo>
                  <a:lnTo>
                    <a:pt x="83" y="18092"/>
                  </a:lnTo>
                  <a:lnTo>
                    <a:pt x="42" y="18173"/>
                  </a:lnTo>
                  <a:lnTo>
                    <a:pt x="15" y="18255"/>
                  </a:lnTo>
                  <a:lnTo>
                    <a:pt x="1" y="18336"/>
                  </a:lnTo>
                  <a:lnTo>
                    <a:pt x="15" y="18432"/>
                  </a:lnTo>
                  <a:lnTo>
                    <a:pt x="42" y="18513"/>
                  </a:lnTo>
                  <a:lnTo>
                    <a:pt x="83" y="18595"/>
                  </a:lnTo>
                  <a:lnTo>
                    <a:pt x="137" y="18649"/>
                  </a:lnTo>
                  <a:lnTo>
                    <a:pt x="191" y="18704"/>
                  </a:lnTo>
                  <a:lnTo>
                    <a:pt x="273" y="18744"/>
                  </a:lnTo>
                  <a:lnTo>
                    <a:pt x="355" y="18772"/>
                  </a:lnTo>
                  <a:lnTo>
                    <a:pt x="450" y="18785"/>
                  </a:lnTo>
                  <a:lnTo>
                    <a:pt x="5864" y="18785"/>
                  </a:lnTo>
                  <a:lnTo>
                    <a:pt x="5959" y="18772"/>
                  </a:lnTo>
                  <a:lnTo>
                    <a:pt x="6041" y="18744"/>
                  </a:lnTo>
                  <a:lnTo>
                    <a:pt x="6109" y="18704"/>
                  </a:lnTo>
                  <a:lnTo>
                    <a:pt x="6177" y="18649"/>
                  </a:lnTo>
                  <a:lnTo>
                    <a:pt x="6231" y="18595"/>
                  </a:lnTo>
                  <a:lnTo>
                    <a:pt x="6272" y="18513"/>
                  </a:lnTo>
                  <a:lnTo>
                    <a:pt x="6299" y="18432"/>
                  </a:lnTo>
                  <a:lnTo>
                    <a:pt x="6313" y="18336"/>
                  </a:lnTo>
                  <a:lnTo>
                    <a:pt x="6313" y="884"/>
                  </a:lnTo>
                  <a:lnTo>
                    <a:pt x="21425" y="884"/>
                  </a:lnTo>
                  <a:lnTo>
                    <a:pt x="21425" y="4217"/>
                  </a:lnTo>
                  <a:lnTo>
                    <a:pt x="21439" y="4312"/>
                  </a:lnTo>
                  <a:lnTo>
                    <a:pt x="21466" y="4394"/>
                  </a:lnTo>
                  <a:lnTo>
                    <a:pt x="21507" y="4462"/>
                  </a:lnTo>
                  <a:lnTo>
                    <a:pt x="21561" y="4530"/>
                  </a:lnTo>
                  <a:lnTo>
                    <a:pt x="21616" y="4584"/>
                  </a:lnTo>
                  <a:lnTo>
                    <a:pt x="21697" y="4625"/>
                  </a:lnTo>
                  <a:lnTo>
                    <a:pt x="21779" y="4652"/>
                  </a:lnTo>
                  <a:lnTo>
                    <a:pt x="21874" y="4666"/>
                  </a:lnTo>
                  <a:lnTo>
                    <a:pt x="21956" y="4652"/>
                  </a:lnTo>
                  <a:lnTo>
                    <a:pt x="22037" y="4625"/>
                  </a:lnTo>
                  <a:lnTo>
                    <a:pt x="22119" y="4584"/>
                  </a:lnTo>
                  <a:lnTo>
                    <a:pt x="22187" y="4530"/>
                  </a:lnTo>
                  <a:lnTo>
                    <a:pt x="22241" y="4462"/>
                  </a:lnTo>
                  <a:lnTo>
                    <a:pt x="22282" y="4394"/>
                  </a:lnTo>
                  <a:lnTo>
                    <a:pt x="22296" y="4312"/>
                  </a:lnTo>
                  <a:lnTo>
                    <a:pt x="22309" y="4217"/>
                  </a:lnTo>
                  <a:lnTo>
                    <a:pt x="22309" y="449"/>
                  </a:lnTo>
                  <a:lnTo>
                    <a:pt x="22296" y="354"/>
                  </a:lnTo>
                  <a:lnTo>
                    <a:pt x="22282" y="272"/>
                  </a:lnTo>
                  <a:lnTo>
                    <a:pt x="22241" y="191"/>
                  </a:lnTo>
                  <a:lnTo>
                    <a:pt x="22187" y="136"/>
                  </a:lnTo>
                  <a:lnTo>
                    <a:pt x="22119" y="82"/>
                  </a:lnTo>
                  <a:lnTo>
                    <a:pt x="22037" y="41"/>
                  </a:lnTo>
                  <a:lnTo>
                    <a:pt x="21956" y="14"/>
                  </a:lnTo>
                  <a:lnTo>
                    <a:pt x="2187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18"/>
            <p:cNvSpPr/>
            <p:nvPr/>
          </p:nvSpPr>
          <p:spPr>
            <a:xfrm>
              <a:off x="3082119" y="3865649"/>
              <a:ext cx="118786" cy="118291"/>
            </a:xfrm>
            <a:custGeom>
              <a:rect b="b" l="l" r="r" t="t"/>
              <a:pathLst>
                <a:path extrusionOk="0" h="3347" w="3361">
                  <a:moveTo>
                    <a:pt x="1" y="0"/>
                  </a:moveTo>
                  <a:lnTo>
                    <a:pt x="1" y="3346"/>
                  </a:lnTo>
                  <a:lnTo>
                    <a:pt x="1905" y="3346"/>
                  </a:lnTo>
                  <a:lnTo>
                    <a:pt x="2055" y="3319"/>
                  </a:lnTo>
                  <a:lnTo>
                    <a:pt x="2218" y="3278"/>
                  </a:lnTo>
                  <a:lnTo>
                    <a:pt x="2367" y="3224"/>
                  </a:lnTo>
                  <a:lnTo>
                    <a:pt x="2503" y="3156"/>
                  </a:lnTo>
                  <a:lnTo>
                    <a:pt x="2639" y="3074"/>
                  </a:lnTo>
                  <a:lnTo>
                    <a:pt x="2762" y="2979"/>
                  </a:lnTo>
                  <a:lnTo>
                    <a:pt x="2884" y="2884"/>
                  </a:lnTo>
                  <a:lnTo>
                    <a:pt x="2979" y="2762"/>
                  </a:lnTo>
                  <a:lnTo>
                    <a:pt x="3075" y="2639"/>
                  </a:lnTo>
                  <a:lnTo>
                    <a:pt x="3156" y="2503"/>
                  </a:lnTo>
                  <a:lnTo>
                    <a:pt x="3224" y="2367"/>
                  </a:lnTo>
                  <a:lnTo>
                    <a:pt x="3279" y="2217"/>
                  </a:lnTo>
                  <a:lnTo>
                    <a:pt x="3320" y="2054"/>
                  </a:lnTo>
                  <a:lnTo>
                    <a:pt x="3347" y="1905"/>
                  </a:lnTo>
                  <a:lnTo>
                    <a:pt x="3360" y="1728"/>
                  </a:lnTo>
                  <a:lnTo>
                    <a:pt x="3360" y="1619"/>
                  </a:lnTo>
                  <a:lnTo>
                    <a:pt x="3347" y="1456"/>
                  </a:lnTo>
                  <a:lnTo>
                    <a:pt x="3320" y="1293"/>
                  </a:lnTo>
                  <a:lnTo>
                    <a:pt x="3279" y="1143"/>
                  </a:lnTo>
                  <a:lnTo>
                    <a:pt x="3224" y="993"/>
                  </a:lnTo>
                  <a:lnTo>
                    <a:pt x="3156" y="857"/>
                  </a:lnTo>
                  <a:lnTo>
                    <a:pt x="3075" y="721"/>
                  </a:lnTo>
                  <a:lnTo>
                    <a:pt x="2979" y="599"/>
                  </a:lnTo>
                  <a:lnTo>
                    <a:pt x="2884" y="476"/>
                  </a:lnTo>
                  <a:lnTo>
                    <a:pt x="2762" y="368"/>
                  </a:lnTo>
                  <a:lnTo>
                    <a:pt x="2639" y="286"/>
                  </a:lnTo>
                  <a:lnTo>
                    <a:pt x="2503" y="204"/>
                  </a:lnTo>
                  <a:lnTo>
                    <a:pt x="2367" y="136"/>
                  </a:lnTo>
                  <a:lnTo>
                    <a:pt x="2218" y="82"/>
                  </a:lnTo>
                  <a:lnTo>
                    <a:pt x="2055" y="41"/>
                  </a:lnTo>
                  <a:lnTo>
                    <a:pt x="1905" y="14"/>
                  </a:lnTo>
                  <a:lnTo>
                    <a:pt x="1728" y="0"/>
                  </a:lnTo>
                  <a:close/>
                </a:path>
              </a:pathLst>
            </a:custGeom>
            <a:solidFill>
              <a:srgbClr val="FC80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18"/>
            <p:cNvSpPr/>
            <p:nvPr/>
          </p:nvSpPr>
          <p:spPr>
            <a:xfrm>
              <a:off x="3586922" y="3474297"/>
              <a:ext cx="709147" cy="1161036"/>
            </a:xfrm>
            <a:custGeom>
              <a:rect b="b" l="l" r="r" t="t"/>
              <a:pathLst>
                <a:path extrusionOk="0" h="32851" w="20065">
                  <a:moveTo>
                    <a:pt x="1211" y="1"/>
                  </a:moveTo>
                  <a:lnTo>
                    <a:pt x="1034" y="14"/>
                  </a:lnTo>
                  <a:lnTo>
                    <a:pt x="871" y="55"/>
                  </a:lnTo>
                  <a:lnTo>
                    <a:pt x="708" y="110"/>
                  </a:lnTo>
                  <a:lnTo>
                    <a:pt x="572" y="191"/>
                  </a:lnTo>
                  <a:lnTo>
                    <a:pt x="449" y="286"/>
                  </a:lnTo>
                  <a:lnTo>
                    <a:pt x="340" y="382"/>
                  </a:lnTo>
                  <a:lnTo>
                    <a:pt x="245" y="490"/>
                  </a:lnTo>
                  <a:lnTo>
                    <a:pt x="163" y="627"/>
                  </a:lnTo>
                  <a:lnTo>
                    <a:pt x="95" y="763"/>
                  </a:lnTo>
                  <a:lnTo>
                    <a:pt x="41" y="899"/>
                  </a:lnTo>
                  <a:lnTo>
                    <a:pt x="14" y="1062"/>
                  </a:lnTo>
                  <a:lnTo>
                    <a:pt x="0" y="1211"/>
                  </a:lnTo>
                  <a:lnTo>
                    <a:pt x="0" y="31640"/>
                  </a:lnTo>
                  <a:lnTo>
                    <a:pt x="14" y="31763"/>
                  </a:lnTo>
                  <a:lnTo>
                    <a:pt x="27" y="31885"/>
                  </a:lnTo>
                  <a:lnTo>
                    <a:pt x="55" y="32008"/>
                  </a:lnTo>
                  <a:lnTo>
                    <a:pt x="95" y="32116"/>
                  </a:lnTo>
                  <a:lnTo>
                    <a:pt x="150" y="32225"/>
                  </a:lnTo>
                  <a:lnTo>
                    <a:pt x="218" y="32320"/>
                  </a:lnTo>
                  <a:lnTo>
                    <a:pt x="286" y="32416"/>
                  </a:lnTo>
                  <a:lnTo>
                    <a:pt x="354" y="32497"/>
                  </a:lnTo>
                  <a:lnTo>
                    <a:pt x="449" y="32579"/>
                  </a:lnTo>
                  <a:lnTo>
                    <a:pt x="544" y="32647"/>
                  </a:lnTo>
                  <a:lnTo>
                    <a:pt x="640" y="32701"/>
                  </a:lnTo>
                  <a:lnTo>
                    <a:pt x="748" y="32756"/>
                  </a:lnTo>
                  <a:lnTo>
                    <a:pt x="857" y="32796"/>
                  </a:lnTo>
                  <a:lnTo>
                    <a:pt x="966" y="32824"/>
                  </a:lnTo>
                  <a:lnTo>
                    <a:pt x="1088" y="32851"/>
                  </a:lnTo>
                  <a:lnTo>
                    <a:pt x="18976" y="32851"/>
                  </a:lnTo>
                  <a:lnTo>
                    <a:pt x="19098" y="32824"/>
                  </a:lnTo>
                  <a:lnTo>
                    <a:pt x="19221" y="32796"/>
                  </a:lnTo>
                  <a:lnTo>
                    <a:pt x="19330" y="32756"/>
                  </a:lnTo>
                  <a:lnTo>
                    <a:pt x="19438" y="32701"/>
                  </a:lnTo>
                  <a:lnTo>
                    <a:pt x="19534" y="32647"/>
                  </a:lnTo>
                  <a:lnTo>
                    <a:pt x="19629" y="32579"/>
                  </a:lnTo>
                  <a:lnTo>
                    <a:pt x="19710" y="32497"/>
                  </a:lnTo>
                  <a:lnTo>
                    <a:pt x="19792" y="32402"/>
                  </a:lnTo>
                  <a:lnTo>
                    <a:pt x="19860" y="32320"/>
                  </a:lnTo>
                  <a:lnTo>
                    <a:pt x="19914" y="32212"/>
                  </a:lnTo>
                  <a:lnTo>
                    <a:pt x="19969" y="32116"/>
                  </a:lnTo>
                  <a:lnTo>
                    <a:pt x="20010" y="32008"/>
                  </a:lnTo>
                  <a:lnTo>
                    <a:pt x="20037" y="31885"/>
                  </a:lnTo>
                  <a:lnTo>
                    <a:pt x="20051" y="31763"/>
                  </a:lnTo>
                  <a:lnTo>
                    <a:pt x="20064" y="31640"/>
                  </a:lnTo>
                  <a:lnTo>
                    <a:pt x="20064" y="1211"/>
                  </a:lnTo>
                  <a:lnTo>
                    <a:pt x="20051" y="1089"/>
                  </a:lnTo>
                  <a:lnTo>
                    <a:pt x="20037" y="967"/>
                  </a:lnTo>
                  <a:lnTo>
                    <a:pt x="20010" y="858"/>
                  </a:lnTo>
                  <a:lnTo>
                    <a:pt x="19969" y="749"/>
                  </a:lnTo>
                  <a:lnTo>
                    <a:pt x="19914" y="640"/>
                  </a:lnTo>
                  <a:lnTo>
                    <a:pt x="19860" y="531"/>
                  </a:lnTo>
                  <a:lnTo>
                    <a:pt x="19792" y="450"/>
                  </a:lnTo>
                  <a:lnTo>
                    <a:pt x="19710" y="354"/>
                  </a:lnTo>
                  <a:lnTo>
                    <a:pt x="19615" y="286"/>
                  </a:lnTo>
                  <a:lnTo>
                    <a:pt x="19534" y="205"/>
                  </a:lnTo>
                  <a:lnTo>
                    <a:pt x="19425" y="150"/>
                  </a:lnTo>
                  <a:lnTo>
                    <a:pt x="19330" y="96"/>
                  </a:lnTo>
                  <a:lnTo>
                    <a:pt x="19207" y="55"/>
                  </a:lnTo>
                  <a:lnTo>
                    <a:pt x="19098" y="28"/>
                  </a:lnTo>
                  <a:lnTo>
                    <a:pt x="18976" y="14"/>
                  </a:lnTo>
                  <a:lnTo>
                    <a:pt x="1885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18"/>
            <p:cNvSpPr/>
            <p:nvPr/>
          </p:nvSpPr>
          <p:spPr>
            <a:xfrm>
              <a:off x="3751797" y="3622843"/>
              <a:ext cx="475039" cy="59199"/>
            </a:xfrm>
            <a:custGeom>
              <a:rect b="b" l="l" r="r" t="t"/>
              <a:pathLst>
                <a:path extrusionOk="0" h="1675" w="13441">
                  <a:moveTo>
                    <a:pt x="749" y="1"/>
                  </a:moveTo>
                  <a:lnTo>
                    <a:pt x="667" y="15"/>
                  </a:lnTo>
                  <a:lnTo>
                    <a:pt x="586" y="42"/>
                  </a:lnTo>
                  <a:lnTo>
                    <a:pt x="518" y="69"/>
                  </a:lnTo>
                  <a:lnTo>
                    <a:pt x="368" y="151"/>
                  </a:lnTo>
                  <a:lnTo>
                    <a:pt x="246" y="246"/>
                  </a:lnTo>
                  <a:lnTo>
                    <a:pt x="151" y="368"/>
                  </a:lnTo>
                  <a:lnTo>
                    <a:pt x="69" y="504"/>
                  </a:lnTo>
                  <a:lnTo>
                    <a:pt x="42" y="586"/>
                  </a:lnTo>
                  <a:lnTo>
                    <a:pt x="15" y="668"/>
                  </a:lnTo>
                  <a:lnTo>
                    <a:pt x="1" y="749"/>
                  </a:lnTo>
                  <a:lnTo>
                    <a:pt x="1" y="831"/>
                  </a:lnTo>
                  <a:lnTo>
                    <a:pt x="1" y="926"/>
                  </a:lnTo>
                  <a:lnTo>
                    <a:pt x="15" y="1008"/>
                  </a:lnTo>
                  <a:lnTo>
                    <a:pt x="42" y="1089"/>
                  </a:lnTo>
                  <a:lnTo>
                    <a:pt x="69" y="1157"/>
                  </a:lnTo>
                  <a:lnTo>
                    <a:pt x="151" y="1307"/>
                  </a:lnTo>
                  <a:lnTo>
                    <a:pt x="246" y="1429"/>
                  </a:lnTo>
                  <a:lnTo>
                    <a:pt x="368" y="1524"/>
                  </a:lnTo>
                  <a:lnTo>
                    <a:pt x="518" y="1606"/>
                  </a:lnTo>
                  <a:lnTo>
                    <a:pt x="586" y="1633"/>
                  </a:lnTo>
                  <a:lnTo>
                    <a:pt x="667" y="1647"/>
                  </a:lnTo>
                  <a:lnTo>
                    <a:pt x="749" y="1660"/>
                  </a:lnTo>
                  <a:lnTo>
                    <a:pt x="831" y="1674"/>
                  </a:lnTo>
                  <a:lnTo>
                    <a:pt x="12611" y="1674"/>
                  </a:lnTo>
                  <a:lnTo>
                    <a:pt x="12692" y="1660"/>
                  </a:lnTo>
                  <a:lnTo>
                    <a:pt x="12774" y="1647"/>
                  </a:lnTo>
                  <a:lnTo>
                    <a:pt x="12855" y="1633"/>
                  </a:lnTo>
                  <a:lnTo>
                    <a:pt x="12937" y="1606"/>
                  </a:lnTo>
                  <a:lnTo>
                    <a:pt x="13073" y="1524"/>
                  </a:lnTo>
                  <a:lnTo>
                    <a:pt x="13195" y="1429"/>
                  </a:lnTo>
                  <a:lnTo>
                    <a:pt x="13304" y="1307"/>
                  </a:lnTo>
                  <a:lnTo>
                    <a:pt x="13386" y="1157"/>
                  </a:lnTo>
                  <a:lnTo>
                    <a:pt x="13413" y="1089"/>
                  </a:lnTo>
                  <a:lnTo>
                    <a:pt x="13427" y="1008"/>
                  </a:lnTo>
                  <a:lnTo>
                    <a:pt x="13440" y="926"/>
                  </a:lnTo>
                  <a:lnTo>
                    <a:pt x="13440" y="831"/>
                  </a:lnTo>
                  <a:lnTo>
                    <a:pt x="13440" y="749"/>
                  </a:lnTo>
                  <a:lnTo>
                    <a:pt x="13427" y="668"/>
                  </a:lnTo>
                  <a:lnTo>
                    <a:pt x="13413" y="586"/>
                  </a:lnTo>
                  <a:lnTo>
                    <a:pt x="13386" y="504"/>
                  </a:lnTo>
                  <a:lnTo>
                    <a:pt x="13304" y="368"/>
                  </a:lnTo>
                  <a:lnTo>
                    <a:pt x="13195" y="246"/>
                  </a:lnTo>
                  <a:lnTo>
                    <a:pt x="13073" y="151"/>
                  </a:lnTo>
                  <a:lnTo>
                    <a:pt x="12937" y="69"/>
                  </a:lnTo>
                  <a:lnTo>
                    <a:pt x="12855" y="42"/>
                  </a:lnTo>
                  <a:lnTo>
                    <a:pt x="12774" y="15"/>
                  </a:lnTo>
                  <a:lnTo>
                    <a:pt x="12692" y="1"/>
                  </a:lnTo>
                  <a:close/>
                </a:path>
              </a:pathLst>
            </a:custGeom>
            <a:solidFill>
              <a:srgbClr val="FC80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18"/>
            <p:cNvSpPr/>
            <p:nvPr/>
          </p:nvSpPr>
          <p:spPr>
            <a:xfrm>
              <a:off x="3751797" y="3757005"/>
              <a:ext cx="475039" cy="59163"/>
            </a:xfrm>
            <a:custGeom>
              <a:rect b="b" l="l" r="r" t="t"/>
              <a:pathLst>
                <a:path extrusionOk="0" h="1674" w="13441">
                  <a:moveTo>
                    <a:pt x="749" y="0"/>
                  </a:moveTo>
                  <a:lnTo>
                    <a:pt x="667" y="14"/>
                  </a:lnTo>
                  <a:lnTo>
                    <a:pt x="586" y="41"/>
                  </a:lnTo>
                  <a:lnTo>
                    <a:pt x="518" y="68"/>
                  </a:lnTo>
                  <a:lnTo>
                    <a:pt x="368" y="150"/>
                  </a:lnTo>
                  <a:lnTo>
                    <a:pt x="246" y="245"/>
                  </a:lnTo>
                  <a:lnTo>
                    <a:pt x="151" y="367"/>
                  </a:lnTo>
                  <a:lnTo>
                    <a:pt x="69" y="517"/>
                  </a:lnTo>
                  <a:lnTo>
                    <a:pt x="42" y="585"/>
                  </a:lnTo>
                  <a:lnTo>
                    <a:pt x="15" y="667"/>
                  </a:lnTo>
                  <a:lnTo>
                    <a:pt x="1" y="748"/>
                  </a:lnTo>
                  <a:lnTo>
                    <a:pt x="1" y="830"/>
                  </a:lnTo>
                  <a:lnTo>
                    <a:pt x="1" y="925"/>
                  </a:lnTo>
                  <a:lnTo>
                    <a:pt x="15" y="1007"/>
                  </a:lnTo>
                  <a:lnTo>
                    <a:pt x="42" y="1088"/>
                  </a:lnTo>
                  <a:lnTo>
                    <a:pt x="69" y="1156"/>
                  </a:lnTo>
                  <a:lnTo>
                    <a:pt x="151" y="1306"/>
                  </a:lnTo>
                  <a:lnTo>
                    <a:pt x="246" y="1428"/>
                  </a:lnTo>
                  <a:lnTo>
                    <a:pt x="368" y="1524"/>
                  </a:lnTo>
                  <a:lnTo>
                    <a:pt x="518" y="1605"/>
                  </a:lnTo>
                  <a:lnTo>
                    <a:pt x="586" y="1632"/>
                  </a:lnTo>
                  <a:lnTo>
                    <a:pt x="667" y="1646"/>
                  </a:lnTo>
                  <a:lnTo>
                    <a:pt x="749" y="1660"/>
                  </a:lnTo>
                  <a:lnTo>
                    <a:pt x="831" y="1673"/>
                  </a:lnTo>
                  <a:lnTo>
                    <a:pt x="12611" y="1673"/>
                  </a:lnTo>
                  <a:lnTo>
                    <a:pt x="12692" y="1660"/>
                  </a:lnTo>
                  <a:lnTo>
                    <a:pt x="12774" y="1646"/>
                  </a:lnTo>
                  <a:lnTo>
                    <a:pt x="12855" y="1632"/>
                  </a:lnTo>
                  <a:lnTo>
                    <a:pt x="12937" y="1605"/>
                  </a:lnTo>
                  <a:lnTo>
                    <a:pt x="13073" y="1524"/>
                  </a:lnTo>
                  <a:lnTo>
                    <a:pt x="13195" y="1428"/>
                  </a:lnTo>
                  <a:lnTo>
                    <a:pt x="13304" y="1306"/>
                  </a:lnTo>
                  <a:lnTo>
                    <a:pt x="13386" y="1156"/>
                  </a:lnTo>
                  <a:lnTo>
                    <a:pt x="13413" y="1088"/>
                  </a:lnTo>
                  <a:lnTo>
                    <a:pt x="13427" y="1007"/>
                  </a:lnTo>
                  <a:lnTo>
                    <a:pt x="13440" y="925"/>
                  </a:lnTo>
                  <a:lnTo>
                    <a:pt x="13440" y="830"/>
                  </a:lnTo>
                  <a:lnTo>
                    <a:pt x="13440" y="748"/>
                  </a:lnTo>
                  <a:lnTo>
                    <a:pt x="13427" y="667"/>
                  </a:lnTo>
                  <a:lnTo>
                    <a:pt x="13413" y="585"/>
                  </a:lnTo>
                  <a:lnTo>
                    <a:pt x="13386" y="517"/>
                  </a:lnTo>
                  <a:lnTo>
                    <a:pt x="13304" y="367"/>
                  </a:lnTo>
                  <a:lnTo>
                    <a:pt x="13195" y="245"/>
                  </a:lnTo>
                  <a:lnTo>
                    <a:pt x="13073" y="150"/>
                  </a:lnTo>
                  <a:lnTo>
                    <a:pt x="12937" y="68"/>
                  </a:lnTo>
                  <a:lnTo>
                    <a:pt x="12855" y="41"/>
                  </a:lnTo>
                  <a:lnTo>
                    <a:pt x="12774" y="14"/>
                  </a:lnTo>
                  <a:lnTo>
                    <a:pt x="12692" y="0"/>
                  </a:lnTo>
                  <a:close/>
                </a:path>
              </a:pathLst>
            </a:custGeom>
            <a:solidFill>
              <a:srgbClr val="FC80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18"/>
            <p:cNvSpPr/>
            <p:nvPr/>
          </p:nvSpPr>
          <p:spPr>
            <a:xfrm>
              <a:off x="3751797" y="3891131"/>
              <a:ext cx="475039" cy="59163"/>
            </a:xfrm>
            <a:custGeom>
              <a:rect b="b" l="l" r="r" t="t"/>
              <a:pathLst>
                <a:path extrusionOk="0" h="1674" w="13441">
                  <a:moveTo>
                    <a:pt x="831" y="0"/>
                  </a:moveTo>
                  <a:lnTo>
                    <a:pt x="749" y="14"/>
                  </a:lnTo>
                  <a:lnTo>
                    <a:pt x="667" y="27"/>
                  </a:lnTo>
                  <a:lnTo>
                    <a:pt x="586" y="41"/>
                  </a:lnTo>
                  <a:lnTo>
                    <a:pt x="518" y="68"/>
                  </a:lnTo>
                  <a:lnTo>
                    <a:pt x="368" y="150"/>
                  </a:lnTo>
                  <a:lnTo>
                    <a:pt x="246" y="245"/>
                  </a:lnTo>
                  <a:lnTo>
                    <a:pt x="151" y="367"/>
                  </a:lnTo>
                  <a:lnTo>
                    <a:pt x="69" y="517"/>
                  </a:lnTo>
                  <a:lnTo>
                    <a:pt x="42" y="585"/>
                  </a:lnTo>
                  <a:lnTo>
                    <a:pt x="15" y="667"/>
                  </a:lnTo>
                  <a:lnTo>
                    <a:pt x="1" y="748"/>
                  </a:lnTo>
                  <a:lnTo>
                    <a:pt x="1" y="844"/>
                  </a:lnTo>
                  <a:lnTo>
                    <a:pt x="1" y="925"/>
                  </a:lnTo>
                  <a:lnTo>
                    <a:pt x="15" y="1007"/>
                  </a:lnTo>
                  <a:lnTo>
                    <a:pt x="42" y="1088"/>
                  </a:lnTo>
                  <a:lnTo>
                    <a:pt x="69" y="1156"/>
                  </a:lnTo>
                  <a:lnTo>
                    <a:pt x="151" y="1306"/>
                  </a:lnTo>
                  <a:lnTo>
                    <a:pt x="246" y="1428"/>
                  </a:lnTo>
                  <a:lnTo>
                    <a:pt x="368" y="1524"/>
                  </a:lnTo>
                  <a:lnTo>
                    <a:pt x="518" y="1605"/>
                  </a:lnTo>
                  <a:lnTo>
                    <a:pt x="586" y="1632"/>
                  </a:lnTo>
                  <a:lnTo>
                    <a:pt x="667" y="1660"/>
                  </a:lnTo>
                  <a:lnTo>
                    <a:pt x="749" y="1673"/>
                  </a:lnTo>
                  <a:lnTo>
                    <a:pt x="12692" y="1673"/>
                  </a:lnTo>
                  <a:lnTo>
                    <a:pt x="12774" y="1660"/>
                  </a:lnTo>
                  <a:lnTo>
                    <a:pt x="12855" y="1632"/>
                  </a:lnTo>
                  <a:lnTo>
                    <a:pt x="12937" y="1605"/>
                  </a:lnTo>
                  <a:lnTo>
                    <a:pt x="13073" y="1524"/>
                  </a:lnTo>
                  <a:lnTo>
                    <a:pt x="13195" y="1428"/>
                  </a:lnTo>
                  <a:lnTo>
                    <a:pt x="13304" y="1306"/>
                  </a:lnTo>
                  <a:lnTo>
                    <a:pt x="13386" y="1156"/>
                  </a:lnTo>
                  <a:lnTo>
                    <a:pt x="13413" y="1088"/>
                  </a:lnTo>
                  <a:lnTo>
                    <a:pt x="13427" y="1007"/>
                  </a:lnTo>
                  <a:lnTo>
                    <a:pt x="13440" y="925"/>
                  </a:lnTo>
                  <a:lnTo>
                    <a:pt x="13440" y="844"/>
                  </a:lnTo>
                  <a:lnTo>
                    <a:pt x="13440" y="748"/>
                  </a:lnTo>
                  <a:lnTo>
                    <a:pt x="13427" y="667"/>
                  </a:lnTo>
                  <a:lnTo>
                    <a:pt x="13413" y="585"/>
                  </a:lnTo>
                  <a:lnTo>
                    <a:pt x="13386" y="517"/>
                  </a:lnTo>
                  <a:lnTo>
                    <a:pt x="13304" y="367"/>
                  </a:lnTo>
                  <a:lnTo>
                    <a:pt x="13195" y="245"/>
                  </a:lnTo>
                  <a:lnTo>
                    <a:pt x="13073" y="150"/>
                  </a:lnTo>
                  <a:lnTo>
                    <a:pt x="12937" y="68"/>
                  </a:lnTo>
                  <a:lnTo>
                    <a:pt x="12855" y="41"/>
                  </a:lnTo>
                  <a:lnTo>
                    <a:pt x="12774" y="27"/>
                  </a:lnTo>
                  <a:lnTo>
                    <a:pt x="12692" y="14"/>
                  </a:lnTo>
                  <a:lnTo>
                    <a:pt x="12611" y="0"/>
                  </a:lnTo>
                  <a:close/>
                </a:path>
              </a:pathLst>
            </a:custGeom>
            <a:solidFill>
              <a:srgbClr val="FC80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18"/>
            <p:cNvSpPr/>
            <p:nvPr/>
          </p:nvSpPr>
          <p:spPr>
            <a:xfrm>
              <a:off x="3751797" y="4025258"/>
              <a:ext cx="475039" cy="59163"/>
            </a:xfrm>
            <a:custGeom>
              <a:rect b="b" l="l" r="r" t="t"/>
              <a:pathLst>
                <a:path extrusionOk="0" h="1674" w="13441">
                  <a:moveTo>
                    <a:pt x="831" y="0"/>
                  </a:moveTo>
                  <a:lnTo>
                    <a:pt x="749" y="14"/>
                  </a:lnTo>
                  <a:lnTo>
                    <a:pt x="667" y="28"/>
                  </a:lnTo>
                  <a:lnTo>
                    <a:pt x="586" y="41"/>
                  </a:lnTo>
                  <a:lnTo>
                    <a:pt x="518" y="68"/>
                  </a:lnTo>
                  <a:lnTo>
                    <a:pt x="368" y="150"/>
                  </a:lnTo>
                  <a:lnTo>
                    <a:pt x="246" y="245"/>
                  </a:lnTo>
                  <a:lnTo>
                    <a:pt x="151" y="368"/>
                  </a:lnTo>
                  <a:lnTo>
                    <a:pt x="69" y="517"/>
                  </a:lnTo>
                  <a:lnTo>
                    <a:pt x="42" y="585"/>
                  </a:lnTo>
                  <a:lnTo>
                    <a:pt x="15" y="667"/>
                  </a:lnTo>
                  <a:lnTo>
                    <a:pt x="1" y="748"/>
                  </a:lnTo>
                  <a:lnTo>
                    <a:pt x="1" y="844"/>
                  </a:lnTo>
                  <a:lnTo>
                    <a:pt x="1" y="925"/>
                  </a:lnTo>
                  <a:lnTo>
                    <a:pt x="15" y="1007"/>
                  </a:lnTo>
                  <a:lnTo>
                    <a:pt x="42" y="1089"/>
                  </a:lnTo>
                  <a:lnTo>
                    <a:pt x="69" y="1170"/>
                  </a:lnTo>
                  <a:lnTo>
                    <a:pt x="151" y="1306"/>
                  </a:lnTo>
                  <a:lnTo>
                    <a:pt x="246" y="1429"/>
                  </a:lnTo>
                  <a:lnTo>
                    <a:pt x="368" y="1537"/>
                  </a:lnTo>
                  <a:lnTo>
                    <a:pt x="518" y="1605"/>
                  </a:lnTo>
                  <a:lnTo>
                    <a:pt x="586" y="1633"/>
                  </a:lnTo>
                  <a:lnTo>
                    <a:pt x="667" y="1660"/>
                  </a:lnTo>
                  <a:lnTo>
                    <a:pt x="749" y="1673"/>
                  </a:lnTo>
                  <a:lnTo>
                    <a:pt x="12692" y="1673"/>
                  </a:lnTo>
                  <a:lnTo>
                    <a:pt x="12774" y="1660"/>
                  </a:lnTo>
                  <a:lnTo>
                    <a:pt x="12855" y="1633"/>
                  </a:lnTo>
                  <a:lnTo>
                    <a:pt x="12937" y="1605"/>
                  </a:lnTo>
                  <a:lnTo>
                    <a:pt x="13073" y="1537"/>
                  </a:lnTo>
                  <a:lnTo>
                    <a:pt x="13195" y="1429"/>
                  </a:lnTo>
                  <a:lnTo>
                    <a:pt x="13304" y="1306"/>
                  </a:lnTo>
                  <a:lnTo>
                    <a:pt x="13386" y="1170"/>
                  </a:lnTo>
                  <a:lnTo>
                    <a:pt x="13413" y="1089"/>
                  </a:lnTo>
                  <a:lnTo>
                    <a:pt x="13427" y="1007"/>
                  </a:lnTo>
                  <a:lnTo>
                    <a:pt x="13440" y="925"/>
                  </a:lnTo>
                  <a:lnTo>
                    <a:pt x="13440" y="844"/>
                  </a:lnTo>
                  <a:lnTo>
                    <a:pt x="13440" y="748"/>
                  </a:lnTo>
                  <a:lnTo>
                    <a:pt x="13427" y="667"/>
                  </a:lnTo>
                  <a:lnTo>
                    <a:pt x="13413" y="585"/>
                  </a:lnTo>
                  <a:lnTo>
                    <a:pt x="13386" y="517"/>
                  </a:lnTo>
                  <a:lnTo>
                    <a:pt x="13304" y="368"/>
                  </a:lnTo>
                  <a:lnTo>
                    <a:pt x="13195" y="245"/>
                  </a:lnTo>
                  <a:lnTo>
                    <a:pt x="13073" y="150"/>
                  </a:lnTo>
                  <a:lnTo>
                    <a:pt x="12937" y="68"/>
                  </a:lnTo>
                  <a:lnTo>
                    <a:pt x="12855" y="41"/>
                  </a:lnTo>
                  <a:lnTo>
                    <a:pt x="12774" y="28"/>
                  </a:lnTo>
                  <a:lnTo>
                    <a:pt x="12692" y="14"/>
                  </a:lnTo>
                  <a:lnTo>
                    <a:pt x="12611" y="0"/>
                  </a:lnTo>
                  <a:close/>
                </a:path>
              </a:pathLst>
            </a:custGeom>
            <a:solidFill>
              <a:srgbClr val="FC80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18"/>
            <p:cNvSpPr/>
            <p:nvPr/>
          </p:nvSpPr>
          <p:spPr>
            <a:xfrm>
              <a:off x="3751797" y="4159879"/>
              <a:ext cx="475039" cy="58669"/>
            </a:xfrm>
            <a:custGeom>
              <a:rect b="b" l="l" r="r" t="t"/>
              <a:pathLst>
                <a:path extrusionOk="0" h="1660" w="13441">
                  <a:moveTo>
                    <a:pt x="749" y="0"/>
                  </a:moveTo>
                  <a:lnTo>
                    <a:pt x="667" y="14"/>
                  </a:lnTo>
                  <a:lnTo>
                    <a:pt x="586" y="27"/>
                  </a:lnTo>
                  <a:lnTo>
                    <a:pt x="518" y="54"/>
                  </a:lnTo>
                  <a:lnTo>
                    <a:pt x="368" y="136"/>
                  </a:lnTo>
                  <a:lnTo>
                    <a:pt x="246" y="245"/>
                  </a:lnTo>
                  <a:lnTo>
                    <a:pt x="151" y="367"/>
                  </a:lnTo>
                  <a:lnTo>
                    <a:pt x="69" y="503"/>
                  </a:lnTo>
                  <a:lnTo>
                    <a:pt x="42" y="585"/>
                  </a:lnTo>
                  <a:lnTo>
                    <a:pt x="15" y="653"/>
                  </a:lnTo>
                  <a:lnTo>
                    <a:pt x="1" y="748"/>
                  </a:lnTo>
                  <a:lnTo>
                    <a:pt x="1" y="830"/>
                  </a:lnTo>
                  <a:lnTo>
                    <a:pt x="1" y="911"/>
                  </a:lnTo>
                  <a:lnTo>
                    <a:pt x="15" y="993"/>
                  </a:lnTo>
                  <a:lnTo>
                    <a:pt x="42" y="1075"/>
                  </a:lnTo>
                  <a:lnTo>
                    <a:pt x="69" y="1156"/>
                  </a:lnTo>
                  <a:lnTo>
                    <a:pt x="151" y="1292"/>
                  </a:lnTo>
                  <a:lnTo>
                    <a:pt x="246" y="1415"/>
                  </a:lnTo>
                  <a:lnTo>
                    <a:pt x="368" y="1523"/>
                  </a:lnTo>
                  <a:lnTo>
                    <a:pt x="518" y="1592"/>
                  </a:lnTo>
                  <a:lnTo>
                    <a:pt x="586" y="1619"/>
                  </a:lnTo>
                  <a:lnTo>
                    <a:pt x="667" y="1646"/>
                  </a:lnTo>
                  <a:lnTo>
                    <a:pt x="749" y="1660"/>
                  </a:lnTo>
                  <a:lnTo>
                    <a:pt x="12692" y="1660"/>
                  </a:lnTo>
                  <a:lnTo>
                    <a:pt x="12774" y="1646"/>
                  </a:lnTo>
                  <a:lnTo>
                    <a:pt x="12855" y="1619"/>
                  </a:lnTo>
                  <a:lnTo>
                    <a:pt x="12937" y="1592"/>
                  </a:lnTo>
                  <a:lnTo>
                    <a:pt x="13073" y="1523"/>
                  </a:lnTo>
                  <a:lnTo>
                    <a:pt x="13195" y="1415"/>
                  </a:lnTo>
                  <a:lnTo>
                    <a:pt x="13304" y="1292"/>
                  </a:lnTo>
                  <a:lnTo>
                    <a:pt x="13386" y="1156"/>
                  </a:lnTo>
                  <a:lnTo>
                    <a:pt x="13413" y="1075"/>
                  </a:lnTo>
                  <a:lnTo>
                    <a:pt x="13427" y="993"/>
                  </a:lnTo>
                  <a:lnTo>
                    <a:pt x="13440" y="911"/>
                  </a:lnTo>
                  <a:lnTo>
                    <a:pt x="13440" y="830"/>
                  </a:lnTo>
                  <a:lnTo>
                    <a:pt x="13440" y="748"/>
                  </a:lnTo>
                  <a:lnTo>
                    <a:pt x="13427" y="653"/>
                  </a:lnTo>
                  <a:lnTo>
                    <a:pt x="13413" y="585"/>
                  </a:lnTo>
                  <a:lnTo>
                    <a:pt x="13386" y="503"/>
                  </a:lnTo>
                  <a:lnTo>
                    <a:pt x="13304" y="367"/>
                  </a:lnTo>
                  <a:lnTo>
                    <a:pt x="13195" y="245"/>
                  </a:lnTo>
                  <a:lnTo>
                    <a:pt x="13073" y="136"/>
                  </a:lnTo>
                  <a:lnTo>
                    <a:pt x="12937" y="54"/>
                  </a:lnTo>
                  <a:lnTo>
                    <a:pt x="12855" y="27"/>
                  </a:lnTo>
                  <a:lnTo>
                    <a:pt x="12774" y="14"/>
                  </a:lnTo>
                  <a:lnTo>
                    <a:pt x="12692" y="0"/>
                  </a:lnTo>
                  <a:close/>
                </a:path>
              </a:pathLst>
            </a:custGeom>
            <a:solidFill>
              <a:srgbClr val="FC80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18"/>
            <p:cNvSpPr/>
            <p:nvPr/>
          </p:nvSpPr>
          <p:spPr>
            <a:xfrm>
              <a:off x="3751797" y="4294005"/>
              <a:ext cx="475039" cy="58669"/>
            </a:xfrm>
            <a:custGeom>
              <a:rect b="b" l="l" r="r" t="t"/>
              <a:pathLst>
                <a:path extrusionOk="0" h="1660" w="13441">
                  <a:moveTo>
                    <a:pt x="749" y="0"/>
                  </a:moveTo>
                  <a:lnTo>
                    <a:pt x="667" y="14"/>
                  </a:lnTo>
                  <a:lnTo>
                    <a:pt x="586" y="27"/>
                  </a:lnTo>
                  <a:lnTo>
                    <a:pt x="518" y="68"/>
                  </a:lnTo>
                  <a:lnTo>
                    <a:pt x="368" y="136"/>
                  </a:lnTo>
                  <a:lnTo>
                    <a:pt x="246" y="245"/>
                  </a:lnTo>
                  <a:lnTo>
                    <a:pt x="151" y="367"/>
                  </a:lnTo>
                  <a:lnTo>
                    <a:pt x="69" y="503"/>
                  </a:lnTo>
                  <a:lnTo>
                    <a:pt x="42" y="585"/>
                  </a:lnTo>
                  <a:lnTo>
                    <a:pt x="15" y="667"/>
                  </a:lnTo>
                  <a:lnTo>
                    <a:pt x="1" y="748"/>
                  </a:lnTo>
                  <a:lnTo>
                    <a:pt x="1" y="830"/>
                  </a:lnTo>
                  <a:lnTo>
                    <a:pt x="1" y="911"/>
                  </a:lnTo>
                  <a:lnTo>
                    <a:pt x="15" y="993"/>
                  </a:lnTo>
                  <a:lnTo>
                    <a:pt x="42" y="1075"/>
                  </a:lnTo>
                  <a:lnTo>
                    <a:pt x="69" y="1156"/>
                  </a:lnTo>
                  <a:lnTo>
                    <a:pt x="151" y="1292"/>
                  </a:lnTo>
                  <a:lnTo>
                    <a:pt x="246" y="1415"/>
                  </a:lnTo>
                  <a:lnTo>
                    <a:pt x="368" y="1524"/>
                  </a:lnTo>
                  <a:lnTo>
                    <a:pt x="518" y="1592"/>
                  </a:lnTo>
                  <a:lnTo>
                    <a:pt x="586" y="1619"/>
                  </a:lnTo>
                  <a:lnTo>
                    <a:pt x="667" y="1646"/>
                  </a:lnTo>
                  <a:lnTo>
                    <a:pt x="749" y="1660"/>
                  </a:lnTo>
                  <a:lnTo>
                    <a:pt x="12692" y="1660"/>
                  </a:lnTo>
                  <a:lnTo>
                    <a:pt x="12774" y="1646"/>
                  </a:lnTo>
                  <a:lnTo>
                    <a:pt x="12855" y="1619"/>
                  </a:lnTo>
                  <a:lnTo>
                    <a:pt x="12937" y="1592"/>
                  </a:lnTo>
                  <a:lnTo>
                    <a:pt x="13073" y="1524"/>
                  </a:lnTo>
                  <a:lnTo>
                    <a:pt x="13195" y="1415"/>
                  </a:lnTo>
                  <a:lnTo>
                    <a:pt x="13304" y="1292"/>
                  </a:lnTo>
                  <a:lnTo>
                    <a:pt x="13386" y="1156"/>
                  </a:lnTo>
                  <a:lnTo>
                    <a:pt x="13413" y="1075"/>
                  </a:lnTo>
                  <a:lnTo>
                    <a:pt x="13427" y="993"/>
                  </a:lnTo>
                  <a:lnTo>
                    <a:pt x="13440" y="911"/>
                  </a:lnTo>
                  <a:lnTo>
                    <a:pt x="13440" y="830"/>
                  </a:lnTo>
                  <a:lnTo>
                    <a:pt x="13440" y="748"/>
                  </a:lnTo>
                  <a:lnTo>
                    <a:pt x="13427" y="667"/>
                  </a:lnTo>
                  <a:lnTo>
                    <a:pt x="13413" y="585"/>
                  </a:lnTo>
                  <a:lnTo>
                    <a:pt x="13386" y="503"/>
                  </a:lnTo>
                  <a:lnTo>
                    <a:pt x="13304" y="367"/>
                  </a:lnTo>
                  <a:lnTo>
                    <a:pt x="13195" y="245"/>
                  </a:lnTo>
                  <a:lnTo>
                    <a:pt x="13073" y="136"/>
                  </a:lnTo>
                  <a:lnTo>
                    <a:pt x="12937" y="68"/>
                  </a:lnTo>
                  <a:lnTo>
                    <a:pt x="12855" y="27"/>
                  </a:lnTo>
                  <a:lnTo>
                    <a:pt x="12774" y="14"/>
                  </a:lnTo>
                  <a:lnTo>
                    <a:pt x="12692" y="0"/>
                  </a:lnTo>
                  <a:close/>
                </a:path>
              </a:pathLst>
            </a:custGeom>
            <a:solidFill>
              <a:srgbClr val="FC80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18"/>
            <p:cNvSpPr/>
            <p:nvPr/>
          </p:nvSpPr>
          <p:spPr>
            <a:xfrm>
              <a:off x="3751797" y="4428132"/>
              <a:ext cx="475039" cy="58669"/>
            </a:xfrm>
            <a:custGeom>
              <a:rect b="b" l="l" r="r" t="t"/>
              <a:pathLst>
                <a:path extrusionOk="0" h="1660" w="13441">
                  <a:moveTo>
                    <a:pt x="749" y="0"/>
                  </a:moveTo>
                  <a:lnTo>
                    <a:pt x="667" y="14"/>
                  </a:lnTo>
                  <a:lnTo>
                    <a:pt x="586" y="41"/>
                  </a:lnTo>
                  <a:lnTo>
                    <a:pt x="518" y="68"/>
                  </a:lnTo>
                  <a:lnTo>
                    <a:pt x="368" y="136"/>
                  </a:lnTo>
                  <a:lnTo>
                    <a:pt x="246" y="245"/>
                  </a:lnTo>
                  <a:lnTo>
                    <a:pt x="151" y="367"/>
                  </a:lnTo>
                  <a:lnTo>
                    <a:pt x="69" y="504"/>
                  </a:lnTo>
                  <a:lnTo>
                    <a:pt x="42" y="585"/>
                  </a:lnTo>
                  <a:lnTo>
                    <a:pt x="15" y="667"/>
                  </a:lnTo>
                  <a:lnTo>
                    <a:pt x="1" y="748"/>
                  </a:lnTo>
                  <a:lnTo>
                    <a:pt x="1" y="830"/>
                  </a:lnTo>
                  <a:lnTo>
                    <a:pt x="1" y="912"/>
                  </a:lnTo>
                  <a:lnTo>
                    <a:pt x="15" y="993"/>
                  </a:lnTo>
                  <a:lnTo>
                    <a:pt x="42" y="1075"/>
                  </a:lnTo>
                  <a:lnTo>
                    <a:pt x="69" y="1156"/>
                  </a:lnTo>
                  <a:lnTo>
                    <a:pt x="151" y="1292"/>
                  </a:lnTo>
                  <a:lnTo>
                    <a:pt x="246" y="1415"/>
                  </a:lnTo>
                  <a:lnTo>
                    <a:pt x="368" y="1524"/>
                  </a:lnTo>
                  <a:lnTo>
                    <a:pt x="518" y="1605"/>
                  </a:lnTo>
                  <a:lnTo>
                    <a:pt x="586" y="1633"/>
                  </a:lnTo>
                  <a:lnTo>
                    <a:pt x="667" y="1646"/>
                  </a:lnTo>
                  <a:lnTo>
                    <a:pt x="749" y="1660"/>
                  </a:lnTo>
                  <a:lnTo>
                    <a:pt x="12692" y="1660"/>
                  </a:lnTo>
                  <a:lnTo>
                    <a:pt x="12774" y="1646"/>
                  </a:lnTo>
                  <a:lnTo>
                    <a:pt x="12855" y="1633"/>
                  </a:lnTo>
                  <a:lnTo>
                    <a:pt x="12937" y="1605"/>
                  </a:lnTo>
                  <a:lnTo>
                    <a:pt x="13073" y="1524"/>
                  </a:lnTo>
                  <a:lnTo>
                    <a:pt x="13195" y="1415"/>
                  </a:lnTo>
                  <a:lnTo>
                    <a:pt x="13304" y="1292"/>
                  </a:lnTo>
                  <a:lnTo>
                    <a:pt x="13386" y="1156"/>
                  </a:lnTo>
                  <a:lnTo>
                    <a:pt x="13413" y="1075"/>
                  </a:lnTo>
                  <a:lnTo>
                    <a:pt x="13427" y="993"/>
                  </a:lnTo>
                  <a:lnTo>
                    <a:pt x="13440" y="912"/>
                  </a:lnTo>
                  <a:lnTo>
                    <a:pt x="13440" y="830"/>
                  </a:lnTo>
                  <a:lnTo>
                    <a:pt x="13440" y="748"/>
                  </a:lnTo>
                  <a:lnTo>
                    <a:pt x="13427" y="667"/>
                  </a:lnTo>
                  <a:lnTo>
                    <a:pt x="13413" y="585"/>
                  </a:lnTo>
                  <a:lnTo>
                    <a:pt x="13386" y="504"/>
                  </a:lnTo>
                  <a:lnTo>
                    <a:pt x="13304" y="367"/>
                  </a:lnTo>
                  <a:lnTo>
                    <a:pt x="13195" y="245"/>
                  </a:lnTo>
                  <a:lnTo>
                    <a:pt x="13073" y="136"/>
                  </a:lnTo>
                  <a:lnTo>
                    <a:pt x="12937" y="68"/>
                  </a:lnTo>
                  <a:lnTo>
                    <a:pt x="12855" y="41"/>
                  </a:lnTo>
                  <a:lnTo>
                    <a:pt x="12774" y="14"/>
                  </a:lnTo>
                  <a:lnTo>
                    <a:pt x="12692" y="0"/>
                  </a:lnTo>
                  <a:close/>
                </a:path>
              </a:pathLst>
            </a:custGeom>
            <a:solidFill>
              <a:srgbClr val="FC80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18"/>
            <p:cNvSpPr/>
            <p:nvPr/>
          </p:nvSpPr>
          <p:spPr>
            <a:xfrm>
              <a:off x="3667681" y="3622843"/>
              <a:ext cx="25517" cy="25517"/>
            </a:xfrm>
            <a:custGeom>
              <a:rect b="b" l="l" r="r" t="t"/>
              <a:pathLst>
                <a:path extrusionOk="0" h="722" w="722">
                  <a:moveTo>
                    <a:pt x="354" y="1"/>
                  </a:moveTo>
                  <a:lnTo>
                    <a:pt x="286" y="15"/>
                  </a:lnTo>
                  <a:lnTo>
                    <a:pt x="218" y="28"/>
                  </a:lnTo>
                  <a:lnTo>
                    <a:pt x="164" y="69"/>
                  </a:lnTo>
                  <a:lnTo>
                    <a:pt x="109" y="110"/>
                  </a:lnTo>
                  <a:lnTo>
                    <a:pt x="69" y="164"/>
                  </a:lnTo>
                  <a:lnTo>
                    <a:pt x="28" y="219"/>
                  </a:lnTo>
                  <a:lnTo>
                    <a:pt x="14" y="287"/>
                  </a:lnTo>
                  <a:lnTo>
                    <a:pt x="1" y="355"/>
                  </a:lnTo>
                  <a:lnTo>
                    <a:pt x="14" y="436"/>
                  </a:lnTo>
                  <a:lnTo>
                    <a:pt x="28" y="491"/>
                  </a:lnTo>
                  <a:lnTo>
                    <a:pt x="69" y="559"/>
                  </a:lnTo>
                  <a:lnTo>
                    <a:pt x="109" y="613"/>
                  </a:lnTo>
                  <a:lnTo>
                    <a:pt x="164" y="654"/>
                  </a:lnTo>
                  <a:lnTo>
                    <a:pt x="218" y="681"/>
                  </a:lnTo>
                  <a:lnTo>
                    <a:pt x="286" y="708"/>
                  </a:lnTo>
                  <a:lnTo>
                    <a:pt x="354" y="722"/>
                  </a:lnTo>
                  <a:lnTo>
                    <a:pt x="436" y="708"/>
                  </a:lnTo>
                  <a:lnTo>
                    <a:pt x="504" y="681"/>
                  </a:lnTo>
                  <a:lnTo>
                    <a:pt x="558" y="654"/>
                  </a:lnTo>
                  <a:lnTo>
                    <a:pt x="613" y="613"/>
                  </a:lnTo>
                  <a:lnTo>
                    <a:pt x="653" y="559"/>
                  </a:lnTo>
                  <a:lnTo>
                    <a:pt x="681" y="491"/>
                  </a:lnTo>
                  <a:lnTo>
                    <a:pt x="708" y="436"/>
                  </a:lnTo>
                  <a:lnTo>
                    <a:pt x="721" y="355"/>
                  </a:lnTo>
                  <a:lnTo>
                    <a:pt x="708" y="287"/>
                  </a:lnTo>
                  <a:lnTo>
                    <a:pt x="681" y="219"/>
                  </a:lnTo>
                  <a:lnTo>
                    <a:pt x="653" y="164"/>
                  </a:lnTo>
                  <a:lnTo>
                    <a:pt x="613" y="110"/>
                  </a:lnTo>
                  <a:lnTo>
                    <a:pt x="558" y="69"/>
                  </a:lnTo>
                  <a:lnTo>
                    <a:pt x="504" y="28"/>
                  </a:lnTo>
                  <a:lnTo>
                    <a:pt x="436" y="15"/>
                  </a:lnTo>
                  <a:lnTo>
                    <a:pt x="354" y="1"/>
                  </a:lnTo>
                  <a:close/>
                </a:path>
              </a:pathLst>
            </a:custGeom>
            <a:solidFill>
              <a:srgbClr val="1739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18"/>
            <p:cNvSpPr/>
            <p:nvPr/>
          </p:nvSpPr>
          <p:spPr>
            <a:xfrm>
              <a:off x="3667681" y="3656525"/>
              <a:ext cx="25517" cy="25517"/>
            </a:xfrm>
            <a:custGeom>
              <a:rect b="b" l="l" r="r" t="t"/>
              <a:pathLst>
                <a:path extrusionOk="0" h="722" w="722">
                  <a:moveTo>
                    <a:pt x="354" y="0"/>
                  </a:moveTo>
                  <a:lnTo>
                    <a:pt x="286" y="14"/>
                  </a:lnTo>
                  <a:lnTo>
                    <a:pt x="218" y="27"/>
                  </a:lnTo>
                  <a:lnTo>
                    <a:pt x="164" y="68"/>
                  </a:lnTo>
                  <a:lnTo>
                    <a:pt x="109" y="109"/>
                  </a:lnTo>
                  <a:lnTo>
                    <a:pt x="69" y="163"/>
                  </a:lnTo>
                  <a:lnTo>
                    <a:pt x="28" y="218"/>
                  </a:lnTo>
                  <a:lnTo>
                    <a:pt x="14" y="286"/>
                  </a:lnTo>
                  <a:lnTo>
                    <a:pt x="1" y="354"/>
                  </a:lnTo>
                  <a:lnTo>
                    <a:pt x="14" y="435"/>
                  </a:lnTo>
                  <a:lnTo>
                    <a:pt x="28" y="503"/>
                  </a:lnTo>
                  <a:lnTo>
                    <a:pt x="69" y="558"/>
                  </a:lnTo>
                  <a:lnTo>
                    <a:pt x="109" y="612"/>
                  </a:lnTo>
                  <a:lnTo>
                    <a:pt x="164" y="653"/>
                  </a:lnTo>
                  <a:lnTo>
                    <a:pt x="218" y="694"/>
                  </a:lnTo>
                  <a:lnTo>
                    <a:pt x="286" y="707"/>
                  </a:lnTo>
                  <a:lnTo>
                    <a:pt x="354" y="721"/>
                  </a:lnTo>
                  <a:lnTo>
                    <a:pt x="436" y="707"/>
                  </a:lnTo>
                  <a:lnTo>
                    <a:pt x="504" y="694"/>
                  </a:lnTo>
                  <a:lnTo>
                    <a:pt x="558" y="653"/>
                  </a:lnTo>
                  <a:lnTo>
                    <a:pt x="613" y="612"/>
                  </a:lnTo>
                  <a:lnTo>
                    <a:pt x="653" y="558"/>
                  </a:lnTo>
                  <a:lnTo>
                    <a:pt x="681" y="503"/>
                  </a:lnTo>
                  <a:lnTo>
                    <a:pt x="708" y="435"/>
                  </a:lnTo>
                  <a:lnTo>
                    <a:pt x="721" y="354"/>
                  </a:lnTo>
                  <a:lnTo>
                    <a:pt x="708" y="286"/>
                  </a:lnTo>
                  <a:lnTo>
                    <a:pt x="681" y="218"/>
                  </a:lnTo>
                  <a:lnTo>
                    <a:pt x="653" y="163"/>
                  </a:lnTo>
                  <a:lnTo>
                    <a:pt x="613" y="109"/>
                  </a:lnTo>
                  <a:lnTo>
                    <a:pt x="558" y="68"/>
                  </a:lnTo>
                  <a:lnTo>
                    <a:pt x="504" y="27"/>
                  </a:lnTo>
                  <a:lnTo>
                    <a:pt x="436" y="14"/>
                  </a:lnTo>
                  <a:lnTo>
                    <a:pt x="354" y="0"/>
                  </a:lnTo>
                  <a:close/>
                </a:path>
              </a:pathLst>
            </a:custGeom>
            <a:solidFill>
              <a:srgbClr val="FC80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18"/>
            <p:cNvSpPr/>
            <p:nvPr/>
          </p:nvSpPr>
          <p:spPr>
            <a:xfrm>
              <a:off x="3667681" y="3757005"/>
              <a:ext cx="25517" cy="25517"/>
            </a:xfrm>
            <a:custGeom>
              <a:rect b="b" l="l" r="r" t="t"/>
              <a:pathLst>
                <a:path extrusionOk="0" h="722" w="722">
                  <a:moveTo>
                    <a:pt x="354" y="0"/>
                  </a:moveTo>
                  <a:lnTo>
                    <a:pt x="286" y="14"/>
                  </a:lnTo>
                  <a:lnTo>
                    <a:pt x="218" y="27"/>
                  </a:lnTo>
                  <a:lnTo>
                    <a:pt x="164" y="68"/>
                  </a:lnTo>
                  <a:lnTo>
                    <a:pt x="109" y="109"/>
                  </a:lnTo>
                  <a:lnTo>
                    <a:pt x="69" y="163"/>
                  </a:lnTo>
                  <a:lnTo>
                    <a:pt x="28" y="218"/>
                  </a:lnTo>
                  <a:lnTo>
                    <a:pt x="14" y="286"/>
                  </a:lnTo>
                  <a:lnTo>
                    <a:pt x="1" y="354"/>
                  </a:lnTo>
                  <a:lnTo>
                    <a:pt x="14" y="435"/>
                  </a:lnTo>
                  <a:lnTo>
                    <a:pt x="28" y="503"/>
                  </a:lnTo>
                  <a:lnTo>
                    <a:pt x="69" y="558"/>
                  </a:lnTo>
                  <a:lnTo>
                    <a:pt x="109" y="612"/>
                  </a:lnTo>
                  <a:lnTo>
                    <a:pt x="164" y="653"/>
                  </a:lnTo>
                  <a:lnTo>
                    <a:pt x="218" y="694"/>
                  </a:lnTo>
                  <a:lnTo>
                    <a:pt x="286" y="707"/>
                  </a:lnTo>
                  <a:lnTo>
                    <a:pt x="354" y="721"/>
                  </a:lnTo>
                  <a:lnTo>
                    <a:pt x="436" y="707"/>
                  </a:lnTo>
                  <a:lnTo>
                    <a:pt x="504" y="694"/>
                  </a:lnTo>
                  <a:lnTo>
                    <a:pt x="558" y="653"/>
                  </a:lnTo>
                  <a:lnTo>
                    <a:pt x="613" y="612"/>
                  </a:lnTo>
                  <a:lnTo>
                    <a:pt x="653" y="558"/>
                  </a:lnTo>
                  <a:lnTo>
                    <a:pt x="681" y="503"/>
                  </a:lnTo>
                  <a:lnTo>
                    <a:pt x="708" y="435"/>
                  </a:lnTo>
                  <a:lnTo>
                    <a:pt x="721" y="354"/>
                  </a:lnTo>
                  <a:lnTo>
                    <a:pt x="708" y="286"/>
                  </a:lnTo>
                  <a:lnTo>
                    <a:pt x="681" y="218"/>
                  </a:lnTo>
                  <a:lnTo>
                    <a:pt x="653" y="163"/>
                  </a:lnTo>
                  <a:lnTo>
                    <a:pt x="613" y="109"/>
                  </a:lnTo>
                  <a:lnTo>
                    <a:pt x="558" y="68"/>
                  </a:lnTo>
                  <a:lnTo>
                    <a:pt x="504" y="27"/>
                  </a:lnTo>
                  <a:lnTo>
                    <a:pt x="436" y="14"/>
                  </a:lnTo>
                  <a:lnTo>
                    <a:pt x="35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18"/>
            <p:cNvSpPr/>
            <p:nvPr/>
          </p:nvSpPr>
          <p:spPr>
            <a:xfrm>
              <a:off x="3667681" y="3790652"/>
              <a:ext cx="25517" cy="25517"/>
            </a:xfrm>
            <a:custGeom>
              <a:rect b="b" l="l" r="r" t="t"/>
              <a:pathLst>
                <a:path extrusionOk="0" h="722" w="722">
                  <a:moveTo>
                    <a:pt x="354" y="0"/>
                  </a:moveTo>
                  <a:lnTo>
                    <a:pt x="286" y="14"/>
                  </a:lnTo>
                  <a:lnTo>
                    <a:pt x="218" y="27"/>
                  </a:lnTo>
                  <a:lnTo>
                    <a:pt x="164" y="68"/>
                  </a:lnTo>
                  <a:lnTo>
                    <a:pt x="109" y="109"/>
                  </a:lnTo>
                  <a:lnTo>
                    <a:pt x="69" y="163"/>
                  </a:lnTo>
                  <a:lnTo>
                    <a:pt x="28" y="218"/>
                  </a:lnTo>
                  <a:lnTo>
                    <a:pt x="14" y="286"/>
                  </a:lnTo>
                  <a:lnTo>
                    <a:pt x="1" y="354"/>
                  </a:lnTo>
                  <a:lnTo>
                    <a:pt x="14" y="436"/>
                  </a:lnTo>
                  <a:lnTo>
                    <a:pt x="28" y="504"/>
                  </a:lnTo>
                  <a:lnTo>
                    <a:pt x="69" y="558"/>
                  </a:lnTo>
                  <a:lnTo>
                    <a:pt x="109" y="612"/>
                  </a:lnTo>
                  <a:lnTo>
                    <a:pt x="164" y="653"/>
                  </a:lnTo>
                  <a:lnTo>
                    <a:pt x="218" y="694"/>
                  </a:lnTo>
                  <a:lnTo>
                    <a:pt x="286" y="708"/>
                  </a:lnTo>
                  <a:lnTo>
                    <a:pt x="354" y="721"/>
                  </a:lnTo>
                  <a:lnTo>
                    <a:pt x="436" y="708"/>
                  </a:lnTo>
                  <a:lnTo>
                    <a:pt x="504" y="694"/>
                  </a:lnTo>
                  <a:lnTo>
                    <a:pt x="558" y="653"/>
                  </a:lnTo>
                  <a:lnTo>
                    <a:pt x="613" y="612"/>
                  </a:lnTo>
                  <a:lnTo>
                    <a:pt x="653" y="558"/>
                  </a:lnTo>
                  <a:lnTo>
                    <a:pt x="681" y="504"/>
                  </a:lnTo>
                  <a:lnTo>
                    <a:pt x="708" y="436"/>
                  </a:lnTo>
                  <a:lnTo>
                    <a:pt x="721" y="354"/>
                  </a:lnTo>
                  <a:lnTo>
                    <a:pt x="708" y="286"/>
                  </a:lnTo>
                  <a:lnTo>
                    <a:pt x="681" y="218"/>
                  </a:lnTo>
                  <a:lnTo>
                    <a:pt x="653" y="163"/>
                  </a:lnTo>
                  <a:lnTo>
                    <a:pt x="613" y="109"/>
                  </a:lnTo>
                  <a:lnTo>
                    <a:pt x="558" y="68"/>
                  </a:lnTo>
                  <a:lnTo>
                    <a:pt x="504" y="27"/>
                  </a:lnTo>
                  <a:lnTo>
                    <a:pt x="436" y="14"/>
                  </a:lnTo>
                  <a:lnTo>
                    <a:pt x="354" y="0"/>
                  </a:lnTo>
                  <a:close/>
                </a:path>
              </a:pathLst>
            </a:custGeom>
            <a:solidFill>
              <a:srgbClr val="FC80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18"/>
            <p:cNvSpPr/>
            <p:nvPr/>
          </p:nvSpPr>
          <p:spPr>
            <a:xfrm>
              <a:off x="3667681" y="4025258"/>
              <a:ext cx="25517" cy="25517"/>
            </a:xfrm>
            <a:custGeom>
              <a:rect b="b" l="l" r="r" t="t"/>
              <a:pathLst>
                <a:path extrusionOk="0" h="722" w="722">
                  <a:moveTo>
                    <a:pt x="354" y="0"/>
                  </a:moveTo>
                  <a:lnTo>
                    <a:pt x="286" y="14"/>
                  </a:lnTo>
                  <a:lnTo>
                    <a:pt x="218" y="41"/>
                  </a:lnTo>
                  <a:lnTo>
                    <a:pt x="164" y="68"/>
                  </a:lnTo>
                  <a:lnTo>
                    <a:pt x="109" y="109"/>
                  </a:lnTo>
                  <a:lnTo>
                    <a:pt x="69" y="164"/>
                  </a:lnTo>
                  <a:lnTo>
                    <a:pt x="28" y="218"/>
                  </a:lnTo>
                  <a:lnTo>
                    <a:pt x="14" y="286"/>
                  </a:lnTo>
                  <a:lnTo>
                    <a:pt x="1" y="368"/>
                  </a:lnTo>
                  <a:lnTo>
                    <a:pt x="14" y="436"/>
                  </a:lnTo>
                  <a:lnTo>
                    <a:pt x="28" y="504"/>
                  </a:lnTo>
                  <a:lnTo>
                    <a:pt x="69" y="558"/>
                  </a:lnTo>
                  <a:lnTo>
                    <a:pt x="109" y="612"/>
                  </a:lnTo>
                  <a:lnTo>
                    <a:pt x="164" y="653"/>
                  </a:lnTo>
                  <a:lnTo>
                    <a:pt x="218" y="694"/>
                  </a:lnTo>
                  <a:lnTo>
                    <a:pt x="286" y="708"/>
                  </a:lnTo>
                  <a:lnTo>
                    <a:pt x="354" y="721"/>
                  </a:lnTo>
                  <a:lnTo>
                    <a:pt x="436" y="708"/>
                  </a:lnTo>
                  <a:lnTo>
                    <a:pt x="504" y="694"/>
                  </a:lnTo>
                  <a:lnTo>
                    <a:pt x="558" y="653"/>
                  </a:lnTo>
                  <a:lnTo>
                    <a:pt x="613" y="612"/>
                  </a:lnTo>
                  <a:lnTo>
                    <a:pt x="653" y="558"/>
                  </a:lnTo>
                  <a:lnTo>
                    <a:pt x="681" y="504"/>
                  </a:lnTo>
                  <a:lnTo>
                    <a:pt x="708" y="436"/>
                  </a:lnTo>
                  <a:lnTo>
                    <a:pt x="721" y="368"/>
                  </a:lnTo>
                  <a:lnTo>
                    <a:pt x="708" y="286"/>
                  </a:lnTo>
                  <a:lnTo>
                    <a:pt x="681" y="218"/>
                  </a:lnTo>
                  <a:lnTo>
                    <a:pt x="653" y="164"/>
                  </a:lnTo>
                  <a:lnTo>
                    <a:pt x="613" y="109"/>
                  </a:lnTo>
                  <a:lnTo>
                    <a:pt x="558" y="68"/>
                  </a:lnTo>
                  <a:lnTo>
                    <a:pt x="504" y="41"/>
                  </a:lnTo>
                  <a:lnTo>
                    <a:pt x="436" y="14"/>
                  </a:lnTo>
                  <a:lnTo>
                    <a:pt x="35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18"/>
            <p:cNvSpPr/>
            <p:nvPr/>
          </p:nvSpPr>
          <p:spPr>
            <a:xfrm>
              <a:off x="3667681" y="4059399"/>
              <a:ext cx="25517" cy="25022"/>
            </a:xfrm>
            <a:custGeom>
              <a:rect b="b" l="l" r="r" t="t"/>
              <a:pathLst>
                <a:path extrusionOk="0" h="708" w="722">
                  <a:moveTo>
                    <a:pt x="286" y="0"/>
                  </a:moveTo>
                  <a:lnTo>
                    <a:pt x="218" y="27"/>
                  </a:lnTo>
                  <a:lnTo>
                    <a:pt x="164" y="54"/>
                  </a:lnTo>
                  <a:lnTo>
                    <a:pt x="109" y="95"/>
                  </a:lnTo>
                  <a:lnTo>
                    <a:pt x="69" y="150"/>
                  </a:lnTo>
                  <a:lnTo>
                    <a:pt x="28" y="218"/>
                  </a:lnTo>
                  <a:lnTo>
                    <a:pt x="14" y="272"/>
                  </a:lnTo>
                  <a:lnTo>
                    <a:pt x="1" y="354"/>
                  </a:lnTo>
                  <a:lnTo>
                    <a:pt x="14" y="422"/>
                  </a:lnTo>
                  <a:lnTo>
                    <a:pt x="28" y="490"/>
                  </a:lnTo>
                  <a:lnTo>
                    <a:pt x="69" y="544"/>
                  </a:lnTo>
                  <a:lnTo>
                    <a:pt x="109" y="599"/>
                  </a:lnTo>
                  <a:lnTo>
                    <a:pt x="164" y="653"/>
                  </a:lnTo>
                  <a:lnTo>
                    <a:pt x="218" y="680"/>
                  </a:lnTo>
                  <a:lnTo>
                    <a:pt x="286" y="694"/>
                  </a:lnTo>
                  <a:lnTo>
                    <a:pt x="354" y="707"/>
                  </a:lnTo>
                  <a:lnTo>
                    <a:pt x="436" y="694"/>
                  </a:lnTo>
                  <a:lnTo>
                    <a:pt x="504" y="680"/>
                  </a:lnTo>
                  <a:lnTo>
                    <a:pt x="558" y="653"/>
                  </a:lnTo>
                  <a:lnTo>
                    <a:pt x="613" y="599"/>
                  </a:lnTo>
                  <a:lnTo>
                    <a:pt x="653" y="544"/>
                  </a:lnTo>
                  <a:lnTo>
                    <a:pt x="681" y="490"/>
                  </a:lnTo>
                  <a:lnTo>
                    <a:pt x="708" y="422"/>
                  </a:lnTo>
                  <a:lnTo>
                    <a:pt x="721" y="354"/>
                  </a:lnTo>
                  <a:lnTo>
                    <a:pt x="708" y="272"/>
                  </a:lnTo>
                  <a:lnTo>
                    <a:pt x="681" y="218"/>
                  </a:lnTo>
                  <a:lnTo>
                    <a:pt x="653" y="150"/>
                  </a:lnTo>
                  <a:lnTo>
                    <a:pt x="613" y="95"/>
                  </a:lnTo>
                  <a:lnTo>
                    <a:pt x="558" y="54"/>
                  </a:lnTo>
                  <a:lnTo>
                    <a:pt x="504" y="27"/>
                  </a:lnTo>
                  <a:lnTo>
                    <a:pt x="436" y="0"/>
                  </a:lnTo>
                  <a:close/>
                </a:path>
              </a:pathLst>
            </a:custGeom>
            <a:solidFill>
              <a:srgbClr val="FC80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18"/>
            <p:cNvSpPr/>
            <p:nvPr/>
          </p:nvSpPr>
          <p:spPr>
            <a:xfrm>
              <a:off x="3667681" y="3891131"/>
              <a:ext cx="25517" cy="25517"/>
            </a:xfrm>
            <a:custGeom>
              <a:rect b="b" l="l" r="r" t="t"/>
              <a:pathLst>
                <a:path extrusionOk="0" h="722" w="722">
                  <a:moveTo>
                    <a:pt x="354" y="0"/>
                  </a:moveTo>
                  <a:lnTo>
                    <a:pt x="286" y="14"/>
                  </a:lnTo>
                  <a:lnTo>
                    <a:pt x="218" y="27"/>
                  </a:lnTo>
                  <a:lnTo>
                    <a:pt x="164" y="68"/>
                  </a:lnTo>
                  <a:lnTo>
                    <a:pt x="109" y="109"/>
                  </a:lnTo>
                  <a:lnTo>
                    <a:pt x="69" y="163"/>
                  </a:lnTo>
                  <a:lnTo>
                    <a:pt x="28" y="218"/>
                  </a:lnTo>
                  <a:lnTo>
                    <a:pt x="14" y="286"/>
                  </a:lnTo>
                  <a:lnTo>
                    <a:pt x="1" y="367"/>
                  </a:lnTo>
                  <a:lnTo>
                    <a:pt x="14" y="435"/>
                  </a:lnTo>
                  <a:lnTo>
                    <a:pt x="28" y="503"/>
                  </a:lnTo>
                  <a:lnTo>
                    <a:pt x="69" y="558"/>
                  </a:lnTo>
                  <a:lnTo>
                    <a:pt x="109" y="612"/>
                  </a:lnTo>
                  <a:lnTo>
                    <a:pt x="164" y="653"/>
                  </a:lnTo>
                  <a:lnTo>
                    <a:pt x="218" y="694"/>
                  </a:lnTo>
                  <a:lnTo>
                    <a:pt x="286" y="708"/>
                  </a:lnTo>
                  <a:lnTo>
                    <a:pt x="354" y="721"/>
                  </a:lnTo>
                  <a:lnTo>
                    <a:pt x="436" y="708"/>
                  </a:lnTo>
                  <a:lnTo>
                    <a:pt x="504" y="694"/>
                  </a:lnTo>
                  <a:lnTo>
                    <a:pt x="558" y="653"/>
                  </a:lnTo>
                  <a:lnTo>
                    <a:pt x="613" y="612"/>
                  </a:lnTo>
                  <a:lnTo>
                    <a:pt x="653" y="558"/>
                  </a:lnTo>
                  <a:lnTo>
                    <a:pt x="681" y="503"/>
                  </a:lnTo>
                  <a:lnTo>
                    <a:pt x="708" y="435"/>
                  </a:lnTo>
                  <a:lnTo>
                    <a:pt x="721" y="367"/>
                  </a:lnTo>
                  <a:lnTo>
                    <a:pt x="708" y="286"/>
                  </a:lnTo>
                  <a:lnTo>
                    <a:pt x="681" y="218"/>
                  </a:lnTo>
                  <a:lnTo>
                    <a:pt x="653" y="163"/>
                  </a:lnTo>
                  <a:lnTo>
                    <a:pt x="613" y="109"/>
                  </a:lnTo>
                  <a:lnTo>
                    <a:pt x="558" y="68"/>
                  </a:lnTo>
                  <a:lnTo>
                    <a:pt x="504" y="27"/>
                  </a:lnTo>
                  <a:lnTo>
                    <a:pt x="436" y="14"/>
                  </a:lnTo>
                  <a:lnTo>
                    <a:pt x="354" y="0"/>
                  </a:lnTo>
                  <a:close/>
                </a:path>
              </a:pathLst>
            </a:custGeom>
            <a:solidFill>
              <a:srgbClr val="1739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18"/>
            <p:cNvSpPr/>
            <p:nvPr/>
          </p:nvSpPr>
          <p:spPr>
            <a:xfrm>
              <a:off x="3667681" y="3924778"/>
              <a:ext cx="25517" cy="25517"/>
            </a:xfrm>
            <a:custGeom>
              <a:rect b="b" l="l" r="r" t="t"/>
              <a:pathLst>
                <a:path extrusionOk="0" h="722" w="722">
                  <a:moveTo>
                    <a:pt x="354" y="0"/>
                  </a:moveTo>
                  <a:lnTo>
                    <a:pt x="286" y="14"/>
                  </a:lnTo>
                  <a:lnTo>
                    <a:pt x="218" y="28"/>
                  </a:lnTo>
                  <a:lnTo>
                    <a:pt x="164" y="68"/>
                  </a:lnTo>
                  <a:lnTo>
                    <a:pt x="109" y="109"/>
                  </a:lnTo>
                  <a:lnTo>
                    <a:pt x="69" y="164"/>
                  </a:lnTo>
                  <a:lnTo>
                    <a:pt x="28" y="218"/>
                  </a:lnTo>
                  <a:lnTo>
                    <a:pt x="14" y="286"/>
                  </a:lnTo>
                  <a:lnTo>
                    <a:pt x="1" y="368"/>
                  </a:lnTo>
                  <a:lnTo>
                    <a:pt x="14" y="436"/>
                  </a:lnTo>
                  <a:lnTo>
                    <a:pt x="28" y="504"/>
                  </a:lnTo>
                  <a:lnTo>
                    <a:pt x="69" y="558"/>
                  </a:lnTo>
                  <a:lnTo>
                    <a:pt x="109" y="612"/>
                  </a:lnTo>
                  <a:lnTo>
                    <a:pt x="164" y="653"/>
                  </a:lnTo>
                  <a:lnTo>
                    <a:pt x="218" y="694"/>
                  </a:lnTo>
                  <a:lnTo>
                    <a:pt x="286" y="708"/>
                  </a:lnTo>
                  <a:lnTo>
                    <a:pt x="354" y="721"/>
                  </a:lnTo>
                  <a:lnTo>
                    <a:pt x="436" y="708"/>
                  </a:lnTo>
                  <a:lnTo>
                    <a:pt x="504" y="694"/>
                  </a:lnTo>
                  <a:lnTo>
                    <a:pt x="558" y="653"/>
                  </a:lnTo>
                  <a:lnTo>
                    <a:pt x="613" y="612"/>
                  </a:lnTo>
                  <a:lnTo>
                    <a:pt x="653" y="558"/>
                  </a:lnTo>
                  <a:lnTo>
                    <a:pt x="681" y="504"/>
                  </a:lnTo>
                  <a:lnTo>
                    <a:pt x="708" y="436"/>
                  </a:lnTo>
                  <a:lnTo>
                    <a:pt x="721" y="368"/>
                  </a:lnTo>
                  <a:lnTo>
                    <a:pt x="708" y="286"/>
                  </a:lnTo>
                  <a:lnTo>
                    <a:pt x="681" y="218"/>
                  </a:lnTo>
                  <a:lnTo>
                    <a:pt x="653" y="164"/>
                  </a:lnTo>
                  <a:lnTo>
                    <a:pt x="613" y="109"/>
                  </a:lnTo>
                  <a:lnTo>
                    <a:pt x="558" y="68"/>
                  </a:lnTo>
                  <a:lnTo>
                    <a:pt x="504" y="28"/>
                  </a:lnTo>
                  <a:lnTo>
                    <a:pt x="436" y="14"/>
                  </a:lnTo>
                  <a:lnTo>
                    <a:pt x="354" y="0"/>
                  </a:lnTo>
                  <a:close/>
                </a:path>
              </a:pathLst>
            </a:custGeom>
            <a:solidFill>
              <a:srgbClr val="FC80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18"/>
            <p:cNvSpPr/>
            <p:nvPr/>
          </p:nvSpPr>
          <p:spPr>
            <a:xfrm>
              <a:off x="3667681" y="4159879"/>
              <a:ext cx="25517" cy="25022"/>
            </a:xfrm>
            <a:custGeom>
              <a:rect b="b" l="l" r="r" t="t"/>
              <a:pathLst>
                <a:path extrusionOk="0" h="708" w="722">
                  <a:moveTo>
                    <a:pt x="286" y="0"/>
                  </a:moveTo>
                  <a:lnTo>
                    <a:pt x="218" y="27"/>
                  </a:lnTo>
                  <a:lnTo>
                    <a:pt x="164" y="54"/>
                  </a:lnTo>
                  <a:lnTo>
                    <a:pt x="109" y="95"/>
                  </a:lnTo>
                  <a:lnTo>
                    <a:pt x="69" y="150"/>
                  </a:lnTo>
                  <a:lnTo>
                    <a:pt x="28" y="218"/>
                  </a:lnTo>
                  <a:lnTo>
                    <a:pt x="14" y="286"/>
                  </a:lnTo>
                  <a:lnTo>
                    <a:pt x="1" y="354"/>
                  </a:lnTo>
                  <a:lnTo>
                    <a:pt x="14" y="422"/>
                  </a:lnTo>
                  <a:lnTo>
                    <a:pt x="28" y="490"/>
                  </a:lnTo>
                  <a:lnTo>
                    <a:pt x="69" y="544"/>
                  </a:lnTo>
                  <a:lnTo>
                    <a:pt x="109" y="599"/>
                  </a:lnTo>
                  <a:lnTo>
                    <a:pt x="164" y="653"/>
                  </a:lnTo>
                  <a:lnTo>
                    <a:pt x="218" y="680"/>
                  </a:lnTo>
                  <a:lnTo>
                    <a:pt x="286" y="707"/>
                  </a:lnTo>
                  <a:lnTo>
                    <a:pt x="436" y="707"/>
                  </a:lnTo>
                  <a:lnTo>
                    <a:pt x="504" y="680"/>
                  </a:lnTo>
                  <a:lnTo>
                    <a:pt x="558" y="653"/>
                  </a:lnTo>
                  <a:lnTo>
                    <a:pt x="613" y="599"/>
                  </a:lnTo>
                  <a:lnTo>
                    <a:pt x="653" y="544"/>
                  </a:lnTo>
                  <a:lnTo>
                    <a:pt x="681" y="490"/>
                  </a:lnTo>
                  <a:lnTo>
                    <a:pt x="708" y="422"/>
                  </a:lnTo>
                  <a:lnTo>
                    <a:pt x="721" y="354"/>
                  </a:lnTo>
                  <a:lnTo>
                    <a:pt x="708" y="286"/>
                  </a:lnTo>
                  <a:lnTo>
                    <a:pt x="681" y="218"/>
                  </a:lnTo>
                  <a:lnTo>
                    <a:pt x="653" y="150"/>
                  </a:lnTo>
                  <a:lnTo>
                    <a:pt x="613" y="95"/>
                  </a:lnTo>
                  <a:lnTo>
                    <a:pt x="558" y="54"/>
                  </a:lnTo>
                  <a:lnTo>
                    <a:pt x="504" y="27"/>
                  </a:lnTo>
                  <a:lnTo>
                    <a:pt x="436" y="0"/>
                  </a:lnTo>
                  <a:close/>
                </a:path>
              </a:pathLst>
            </a:custGeom>
            <a:solidFill>
              <a:srgbClr val="1739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18"/>
            <p:cNvSpPr/>
            <p:nvPr/>
          </p:nvSpPr>
          <p:spPr>
            <a:xfrm>
              <a:off x="3667681" y="4193526"/>
              <a:ext cx="25517" cy="25022"/>
            </a:xfrm>
            <a:custGeom>
              <a:rect b="b" l="l" r="r" t="t"/>
              <a:pathLst>
                <a:path extrusionOk="0" h="708" w="722">
                  <a:moveTo>
                    <a:pt x="286" y="0"/>
                  </a:moveTo>
                  <a:lnTo>
                    <a:pt x="218" y="27"/>
                  </a:lnTo>
                  <a:lnTo>
                    <a:pt x="164" y="55"/>
                  </a:lnTo>
                  <a:lnTo>
                    <a:pt x="109" y="95"/>
                  </a:lnTo>
                  <a:lnTo>
                    <a:pt x="69" y="150"/>
                  </a:lnTo>
                  <a:lnTo>
                    <a:pt x="28" y="218"/>
                  </a:lnTo>
                  <a:lnTo>
                    <a:pt x="14" y="286"/>
                  </a:lnTo>
                  <a:lnTo>
                    <a:pt x="1" y="354"/>
                  </a:lnTo>
                  <a:lnTo>
                    <a:pt x="14" y="422"/>
                  </a:lnTo>
                  <a:lnTo>
                    <a:pt x="28" y="490"/>
                  </a:lnTo>
                  <a:lnTo>
                    <a:pt x="69" y="558"/>
                  </a:lnTo>
                  <a:lnTo>
                    <a:pt x="109" y="599"/>
                  </a:lnTo>
                  <a:lnTo>
                    <a:pt x="164" y="653"/>
                  </a:lnTo>
                  <a:lnTo>
                    <a:pt x="218" y="680"/>
                  </a:lnTo>
                  <a:lnTo>
                    <a:pt x="286" y="708"/>
                  </a:lnTo>
                  <a:lnTo>
                    <a:pt x="436" y="708"/>
                  </a:lnTo>
                  <a:lnTo>
                    <a:pt x="504" y="680"/>
                  </a:lnTo>
                  <a:lnTo>
                    <a:pt x="558" y="653"/>
                  </a:lnTo>
                  <a:lnTo>
                    <a:pt x="613" y="599"/>
                  </a:lnTo>
                  <a:lnTo>
                    <a:pt x="653" y="558"/>
                  </a:lnTo>
                  <a:lnTo>
                    <a:pt x="681" y="490"/>
                  </a:lnTo>
                  <a:lnTo>
                    <a:pt x="708" y="422"/>
                  </a:lnTo>
                  <a:lnTo>
                    <a:pt x="721" y="354"/>
                  </a:lnTo>
                  <a:lnTo>
                    <a:pt x="708" y="286"/>
                  </a:lnTo>
                  <a:lnTo>
                    <a:pt x="681" y="218"/>
                  </a:lnTo>
                  <a:lnTo>
                    <a:pt x="653" y="150"/>
                  </a:lnTo>
                  <a:lnTo>
                    <a:pt x="613" y="95"/>
                  </a:lnTo>
                  <a:lnTo>
                    <a:pt x="558" y="55"/>
                  </a:lnTo>
                  <a:lnTo>
                    <a:pt x="504" y="27"/>
                  </a:lnTo>
                  <a:lnTo>
                    <a:pt x="436" y="0"/>
                  </a:lnTo>
                  <a:close/>
                </a:path>
              </a:pathLst>
            </a:custGeom>
            <a:solidFill>
              <a:srgbClr val="FC80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18"/>
            <p:cNvSpPr/>
            <p:nvPr/>
          </p:nvSpPr>
          <p:spPr>
            <a:xfrm>
              <a:off x="3667681" y="4294005"/>
              <a:ext cx="25517" cy="25022"/>
            </a:xfrm>
            <a:custGeom>
              <a:rect b="b" l="l" r="r" t="t"/>
              <a:pathLst>
                <a:path extrusionOk="0" h="708" w="722">
                  <a:moveTo>
                    <a:pt x="286" y="0"/>
                  </a:moveTo>
                  <a:lnTo>
                    <a:pt x="218" y="27"/>
                  </a:lnTo>
                  <a:lnTo>
                    <a:pt x="164" y="55"/>
                  </a:lnTo>
                  <a:lnTo>
                    <a:pt x="109" y="95"/>
                  </a:lnTo>
                  <a:lnTo>
                    <a:pt x="69" y="150"/>
                  </a:lnTo>
                  <a:lnTo>
                    <a:pt x="28" y="218"/>
                  </a:lnTo>
                  <a:lnTo>
                    <a:pt x="14" y="286"/>
                  </a:lnTo>
                  <a:lnTo>
                    <a:pt x="1" y="354"/>
                  </a:lnTo>
                  <a:lnTo>
                    <a:pt x="14" y="422"/>
                  </a:lnTo>
                  <a:lnTo>
                    <a:pt x="28" y="490"/>
                  </a:lnTo>
                  <a:lnTo>
                    <a:pt x="69" y="558"/>
                  </a:lnTo>
                  <a:lnTo>
                    <a:pt x="109" y="599"/>
                  </a:lnTo>
                  <a:lnTo>
                    <a:pt x="164" y="653"/>
                  </a:lnTo>
                  <a:lnTo>
                    <a:pt x="218" y="680"/>
                  </a:lnTo>
                  <a:lnTo>
                    <a:pt x="286" y="707"/>
                  </a:lnTo>
                  <a:lnTo>
                    <a:pt x="436" y="707"/>
                  </a:lnTo>
                  <a:lnTo>
                    <a:pt x="504" y="680"/>
                  </a:lnTo>
                  <a:lnTo>
                    <a:pt x="558" y="653"/>
                  </a:lnTo>
                  <a:lnTo>
                    <a:pt x="613" y="599"/>
                  </a:lnTo>
                  <a:lnTo>
                    <a:pt x="653" y="558"/>
                  </a:lnTo>
                  <a:lnTo>
                    <a:pt x="681" y="490"/>
                  </a:lnTo>
                  <a:lnTo>
                    <a:pt x="708" y="422"/>
                  </a:lnTo>
                  <a:lnTo>
                    <a:pt x="721" y="354"/>
                  </a:lnTo>
                  <a:lnTo>
                    <a:pt x="708" y="286"/>
                  </a:lnTo>
                  <a:lnTo>
                    <a:pt x="681" y="218"/>
                  </a:lnTo>
                  <a:lnTo>
                    <a:pt x="653" y="150"/>
                  </a:lnTo>
                  <a:lnTo>
                    <a:pt x="613" y="95"/>
                  </a:lnTo>
                  <a:lnTo>
                    <a:pt x="558" y="55"/>
                  </a:lnTo>
                  <a:lnTo>
                    <a:pt x="504" y="27"/>
                  </a:lnTo>
                  <a:lnTo>
                    <a:pt x="4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18"/>
            <p:cNvSpPr/>
            <p:nvPr/>
          </p:nvSpPr>
          <p:spPr>
            <a:xfrm>
              <a:off x="3667681" y="4327652"/>
              <a:ext cx="25517" cy="25022"/>
            </a:xfrm>
            <a:custGeom>
              <a:rect b="b" l="l" r="r" t="t"/>
              <a:pathLst>
                <a:path extrusionOk="0" h="708" w="722">
                  <a:moveTo>
                    <a:pt x="286" y="0"/>
                  </a:moveTo>
                  <a:lnTo>
                    <a:pt x="218" y="27"/>
                  </a:lnTo>
                  <a:lnTo>
                    <a:pt x="164" y="55"/>
                  </a:lnTo>
                  <a:lnTo>
                    <a:pt x="109" y="96"/>
                  </a:lnTo>
                  <a:lnTo>
                    <a:pt x="69" y="150"/>
                  </a:lnTo>
                  <a:lnTo>
                    <a:pt x="28" y="218"/>
                  </a:lnTo>
                  <a:lnTo>
                    <a:pt x="14" y="286"/>
                  </a:lnTo>
                  <a:lnTo>
                    <a:pt x="1" y="354"/>
                  </a:lnTo>
                  <a:lnTo>
                    <a:pt x="14" y="422"/>
                  </a:lnTo>
                  <a:lnTo>
                    <a:pt x="28" y="490"/>
                  </a:lnTo>
                  <a:lnTo>
                    <a:pt x="69" y="558"/>
                  </a:lnTo>
                  <a:lnTo>
                    <a:pt x="109" y="612"/>
                  </a:lnTo>
                  <a:lnTo>
                    <a:pt x="164" y="653"/>
                  </a:lnTo>
                  <a:lnTo>
                    <a:pt x="218" y="680"/>
                  </a:lnTo>
                  <a:lnTo>
                    <a:pt x="286" y="708"/>
                  </a:lnTo>
                  <a:lnTo>
                    <a:pt x="436" y="708"/>
                  </a:lnTo>
                  <a:lnTo>
                    <a:pt x="504" y="680"/>
                  </a:lnTo>
                  <a:lnTo>
                    <a:pt x="558" y="653"/>
                  </a:lnTo>
                  <a:lnTo>
                    <a:pt x="613" y="612"/>
                  </a:lnTo>
                  <a:lnTo>
                    <a:pt x="653" y="558"/>
                  </a:lnTo>
                  <a:lnTo>
                    <a:pt x="681" y="490"/>
                  </a:lnTo>
                  <a:lnTo>
                    <a:pt x="708" y="422"/>
                  </a:lnTo>
                  <a:lnTo>
                    <a:pt x="721" y="354"/>
                  </a:lnTo>
                  <a:lnTo>
                    <a:pt x="708" y="286"/>
                  </a:lnTo>
                  <a:lnTo>
                    <a:pt x="681" y="218"/>
                  </a:lnTo>
                  <a:lnTo>
                    <a:pt x="653" y="150"/>
                  </a:lnTo>
                  <a:lnTo>
                    <a:pt x="613" y="96"/>
                  </a:lnTo>
                  <a:lnTo>
                    <a:pt x="558" y="55"/>
                  </a:lnTo>
                  <a:lnTo>
                    <a:pt x="504" y="27"/>
                  </a:lnTo>
                  <a:lnTo>
                    <a:pt x="436" y="0"/>
                  </a:lnTo>
                  <a:close/>
                </a:path>
              </a:pathLst>
            </a:custGeom>
            <a:solidFill>
              <a:srgbClr val="FC80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18"/>
            <p:cNvSpPr/>
            <p:nvPr/>
          </p:nvSpPr>
          <p:spPr>
            <a:xfrm>
              <a:off x="3667681" y="4428132"/>
              <a:ext cx="25517" cy="25022"/>
            </a:xfrm>
            <a:custGeom>
              <a:rect b="b" l="l" r="r" t="t"/>
              <a:pathLst>
                <a:path extrusionOk="0" h="708" w="722">
                  <a:moveTo>
                    <a:pt x="286" y="0"/>
                  </a:moveTo>
                  <a:lnTo>
                    <a:pt x="218" y="27"/>
                  </a:lnTo>
                  <a:lnTo>
                    <a:pt x="164" y="55"/>
                  </a:lnTo>
                  <a:lnTo>
                    <a:pt x="109" y="109"/>
                  </a:lnTo>
                  <a:lnTo>
                    <a:pt x="69" y="150"/>
                  </a:lnTo>
                  <a:lnTo>
                    <a:pt x="28" y="218"/>
                  </a:lnTo>
                  <a:lnTo>
                    <a:pt x="14" y="286"/>
                  </a:lnTo>
                  <a:lnTo>
                    <a:pt x="1" y="354"/>
                  </a:lnTo>
                  <a:lnTo>
                    <a:pt x="14" y="422"/>
                  </a:lnTo>
                  <a:lnTo>
                    <a:pt x="28" y="490"/>
                  </a:lnTo>
                  <a:lnTo>
                    <a:pt x="69" y="558"/>
                  </a:lnTo>
                  <a:lnTo>
                    <a:pt x="109" y="612"/>
                  </a:lnTo>
                  <a:lnTo>
                    <a:pt x="164" y="653"/>
                  </a:lnTo>
                  <a:lnTo>
                    <a:pt x="218" y="680"/>
                  </a:lnTo>
                  <a:lnTo>
                    <a:pt x="286" y="708"/>
                  </a:lnTo>
                  <a:lnTo>
                    <a:pt x="436" y="708"/>
                  </a:lnTo>
                  <a:lnTo>
                    <a:pt x="504" y="680"/>
                  </a:lnTo>
                  <a:lnTo>
                    <a:pt x="558" y="653"/>
                  </a:lnTo>
                  <a:lnTo>
                    <a:pt x="613" y="612"/>
                  </a:lnTo>
                  <a:lnTo>
                    <a:pt x="653" y="558"/>
                  </a:lnTo>
                  <a:lnTo>
                    <a:pt x="681" y="490"/>
                  </a:lnTo>
                  <a:lnTo>
                    <a:pt x="708" y="422"/>
                  </a:lnTo>
                  <a:lnTo>
                    <a:pt x="721" y="354"/>
                  </a:lnTo>
                  <a:lnTo>
                    <a:pt x="708" y="286"/>
                  </a:lnTo>
                  <a:lnTo>
                    <a:pt x="681" y="218"/>
                  </a:lnTo>
                  <a:lnTo>
                    <a:pt x="653" y="150"/>
                  </a:lnTo>
                  <a:lnTo>
                    <a:pt x="613" y="109"/>
                  </a:lnTo>
                  <a:lnTo>
                    <a:pt x="558" y="55"/>
                  </a:lnTo>
                  <a:lnTo>
                    <a:pt x="504" y="27"/>
                  </a:lnTo>
                  <a:lnTo>
                    <a:pt x="436" y="0"/>
                  </a:lnTo>
                  <a:close/>
                </a:path>
              </a:pathLst>
            </a:custGeom>
            <a:solidFill>
              <a:srgbClr val="1739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18"/>
            <p:cNvSpPr/>
            <p:nvPr/>
          </p:nvSpPr>
          <p:spPr>
            <a:xfrm>
              <a:off x="3667681" y="4461778"/>
              <a:ext cx="25517" cy="25022"/>
            </a:xfrm>
            <a:custGeom>
              <a:rect b="b" l="l" r="r" t="t"/>
              <a:pathLst>
                <a:path extrusionOk="0" h="708" w="722">
                  <a:moveTo>
                    <a:pt x="286" y="0"/>
                  </a:moveTo>
                  <a:lnTo>
                    <a:pt x="218" y="28"/>
                  </a:lnTo>
                  <a:lnTo>
                    <a:pt x="164" y="55"/>
                  </a:lnTo>
                  <a:lnTo>
                    <a:pt x="109" y="109"/>
                  </a:lnTo>
                  <a:lnTo>
                    <a:pt x="69" y="150"/>
                  </a:lnTo>
                  <a:lnTo>
                    <a:pt x="28" y="218"/>
                  </a:lnTo>
                  <a:lnTo>
                    <a:pt x="14" y="286"/>
                  </a:lnTo>
                  <a:lnTo>
                    <a:pt x="1" y="354"/>
                  </a:lnTo>
                  <a:lnTo>
                    <a:pt x="14" y="422"/>
                  </a:lnTo>
                  <a:lnTo>
                    <a:pt x="28" y="490"/>
                  </a:lnTo>
                  <a:lnTo>
                    <a:pt x="69" y="558"/>
                  </a:lnTo>
                  <a:lnTo>
                    <a:pt x="109" y="613"/>
                  </a:lnTo>
                  <a:lnTo>
                    <a:pt x="164" y="653"/>
                  </a:lnTo>
                  <a:lnTo>
                    <a:pt x="218" y="681"/>
                  </a:lnTo>
                  <a:lnTo>
                    <a:pt x="286" y="708"/>
                  </a:lnTo>
                  <a:lnTo>
                    <a:pt x="436" y="708"/>
                  </a:lnTo>
                  <a:lnTo>
                    <a:pt x="504" y="681"/>
                  </a:lnTo>
                  <a:lnTo>
                    <a:pt x="558" y="653"/>
                  </a:lnTo>
                  <a:lnTo>
                    <a:pt x="613" y="613"/>
                  </a:lnTo>
                  <a:lnTo>
                    <a:pt x="653" y="558"/>
                  </a:lnTo>
                  <a:lnTo>
                    <a:pt x="681" y="490"/>
                  </a:lnTo>
                  <a:lnTo>
                    <a:pt x="708" y="422"/>
                  </a:lnTo>
                  <a:lnTo>
                    <a:pt x="721" y="354"/>
                  </a:lnTo>
                  <a:lnTo>
                    <a:pt x="708" y="286"/>
                  </a:lnTo>
                  <a:lnTo>
                    <a:pt x="681" y="218"/>
                  </a:lnTo>
                  <a:lnTo>
                    <a:pt x="653" y="150"/>
                  </a:lnTo>
                  <a:lnTo>
                    <a:pt x="613" y="109"/>
                  </a:lnTo>
                  <a:lnTo>
                    <a:pt x="558" y="55"/>
                  </a:lnTo>
                  <a:lnTo>
                    <a:pt x="504" y="28"/>
                  </a:lnTo>
                  <a:lnTo>
                    <a:pt x="436" y="0"/>
                  </a:lnTo>
                  <a:close/>
                </a:path>
              </a:pathLst>
            </a:custGeom>
            <a:solidFill>
              <a:srgbClr val="FC80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18"/>
            <p:cNvSpPr/>
            <p:nvPr/>
          </p:nvSpPr>
          <p:spPr>
            <a:xfrm>
              <a:off x="3722497" y="3425736"/>
              <a:ext cx="438459" cy="48596"/>
            </a:xfrm>
            <a:custGeom>
              <a:rect b="b" l="l" r="r" t="t"/>
              <a:pathLst>
                <a:path extrusionOk="0" h="1375" w="12406">
                  <a:moveTo>
                    <a:pt x="1374" y="1"/>
                  </a:moveTo>
                  <a:lnTo>
                    <a:pt x="1224" y="15"/>
                  </a:lnTo>
                  <a:lnTo>
                    <a:pt x="1088" y="28"/>
                  </a:lnTo>
                  <a:lnTo>
                    <a:pt x="966" y="69"/>
                  </a:lnTo>
                  <a:lnTo>
                    <a:pt x="830" y="110"/>
                  </a:lnTo>
                  <a:lnTo>
                    <a:pt x="708" y="164"/>
                  </a:lnTo>
                  <a:lnTo>
                    <a:pt x="599" y="246"/>
                  </a:lnTo>
                  <a:lnTo>
                    <a:pt x="490" y="314"/>
                  </a:lnTo>
                  <a:lnTo>
                    <a:pt x="395" y="409"/>
                  </a:lnTo>
                  <a:lnTo>
                    <a:pt x="313" y="504"/>
                  </a:lnTo>
                  <a:lnTo>
                    <a:pt x="231" y="613"/>
                  </a:lnTo>
                  <a:lnTo>
                    <a:pt x="163" y="722"/>
                  </a:lnTo>
                  <a:lnTo>
                    <a:pt x="109" y="844"/>
                  </a:lnTo>
                  <a:lnTo>
                    <a:pt x="55" y="967"/>
                  </a:lnTo>
                  <a:lnTo>
                    <a:pt x="27" y="1103"/>
                  </a:lnTo>
                  <a:lnTo>
                    <a:pt x="0" y="1239"/>
                  </a:lnTo>
                  <a:lnTo>
                    <a:pt x="0" y="1375"/>
                  </a:lnTo>
                  <a:lnTo>
                    <a:pt x="12406" y="1375"/>
                  </a:lnTo>
                  <a:lnTo>
                    <a:pt x="12392" y="1239"/>
                  </a:lnTo>
                  <a:lnTo>
                    <a:pt x="12379" y="1103"/>
                  </a:lnTo>
                  <a:lnTo>
                    <a:pt x="12338" y="967"/>
                  </a:lnTo>
                  <a:lnTo>
                    <a:pt x="12297" y="844"/>
                  </a:lnTo>
                  <a:lnTo>
                    <a:pt x="12229" y="722"/>
                  </a:lnTo>
                  <a:lnTo>
                    <a:pt x="12161" y="613"/>
                  </a:lnTo>
                  <a:lnTo>
                    <a:pt x="12093" y="504"/>
                  </a:lnTo>
                  <a:lnTo>
                    <a:pt x="11998" y="409"/>
                  </a:lnTo>
                  <a:lnTo>
                    <a:pt x="11902" y="314"/>
                  </a:lnTo>
                  <a:lnTo>
                    <a:pt x="11794" y="246"/>
                  </a:lnTo>
                  <a:lnTo>
                    <a:pt x="11685" y="164"/>
                  </a:lnTo>
                  <a:lnTo>
                    <a:pt x="11562" y="110"/>
                  </a:lnTo>
                  <a:lnTo>
                    <a:pt x="11440" y="69"/>
                  </a:lnTo>
                  <a:lnTo>
                    <a:pt x="11304" y="28"/>
                  </a:lnTo>
                  <a:lnTo>
                    <a:pt x="11168" y="15"/>
                  </a:lnTo>
                  <a:lnTo>
                    <a:pt x="11032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19"/>
          <p:cNvSpPr txBox="1"/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4. Presentation of my code with </a:t>
            </a:r>
            <a:endParaRPr/>
          </a:p>
        </p:txBody>
      </p:sp>
      <p:sp>
        <p:nvSpPr>
          <p:cNvPr id="575" name="Google Shape;575;p19"/>
          <p:cNvSpPr txBox="1"/>
          <p:nvPr/>
        </p:nvSpPr>
        <p:spPr>
          <a:xfrm>
            <a:off x="4095763" y="1047750"/>
            <a:ext cx="952500" cy="42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800">
              <a:solidFill>
                <a:schemeClr val="accent6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pic>
        <p:nvPicPr>
          <p:cNvPr id="576" name="Google Shape;57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417505"/>
            <a:ext cx="9143999" cy="11685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77" name="Google Shape;577;p19"/>
          <p:cNvGrpSpPr/>
          <p:nvPr/>
        </p:nvGrpSpPr>
        <p:grpSpPr>
          <a:xfrm>
            <a:off x="6438550" y="2501337"/>
            <a:ext cx="1857600" cy="2354488"/>
            <a:chOff x="3657525" y="1700087"/>
            <a:chExt cx="1857600" cy="2354488"/>
          </a:xfrm>
        </p:grpSpPr>
        <p:sp>
          <p:nvSpPr>
            <p:cNvPr id="578" name="Google Shape;578;p19"/>
            <p:cNvSpPr/>
            <p:nvPr/>
          </p:nvSpPr>
          <p:spPr>
            <a:xfrm>
              <a:off x="3657525" y="3876675"/>
              <a:ext cx="1857600" cy="177900"/>
            </a:xfrm>
            <a:prstGeom prst="ellipse">
              <a:avLst/>
            </a:prstGeom>
            <a:solidFill>
              <a:srgbClr val="666666">
                <a:alpha val="12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79" name="Google Shape;579;p19"/>
            <p:cNvGrpSpPr/>
            <p:nvPr/>
          </p:nvGrpSpPr>
          <p:grpSpPr>
            <a:xfrm>
              <a:off x="3914644" y="1700087"/>
              <a:ext cx="1314414" cy="2297556"/>
              <a:chOff x="5672100" y="1487825"/>
              <a:chExt cx="1557363" cy="2722223"/>
            </a:xfrm>
          </p:grpSpPr>
          <p:sp>
            <p:nvSpPr>
              <p:cNvPr id="580" name="Google Shape;580;p19"/>
              <p:cNvSpPr/>
              <p:nvPr/>
            </p:nvSpPr>
            <p:spPr>
              <a:xfrm>
                <a:off x="6396824" y="1958728"/>
                <a:ext cx="129354" cy="452692"/>
              </a:xfrm>
              <a:custGeom>
                <a:rect b="b" l="l" r="r" t="t"/>
                <a:pathLst>
                  <a:path extrusionOk="0" h="14345" w="4099">
                    <a:moveTo>
                      <a:pt x="2050" y="0"/>
                    </a:moveTo>
                    <a:lnTo>
                      <a:pt x="0" y="14345"/>
                    </a:lnTo>
                    <a:lnTo>
                      <a:pt x="4099" y="14345"/>
                    </a:lnTo>
                    <a:lnTo>
                      <a:pt x="205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1" name="Google Shape;581;p19"/>
              <p:cNvSpPr/>
              <p:nvPr/>
            </p:nvSpPr>
            <p:spPr>
              <a:xfrm>
                <a:off x="6221394" y="2363297"/>
                <a:ext cx="480210" cy="55825"/>
              </a:xfrm>
              <a:custGeom>
                <a:rect b="b" l="l" r="r" t="t"/>
                <a:pathLst>
                  <a:path extrusionOk="0" h="1769" w="15217">
                    <a:moveTo>
                      <a:pt x="718" y="1"/>
                    </a:moveTo>
                    <a:lnTo>
                      <a:pt x="1" y="1768"/>
                    </a:lnTo>
                    <a:lnTo>
                      <a:pt x="15217" y="1768"/>
                    </a:lnTo>
                    <a:lnTo>
                      <a:pt x="1449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2" name="Google Shape;582;p19"/>
              <p:cNvSpPr/>
              <p:nvPr/>
            </p:nvSpPr>
            <p:spPr>
              <a:xfrm>
                <a:off x="6345479" y="3269506"/>
                <a:ext cx="230023" cy="498766"/>
              </a:xfrm>
              <a:custGeom>
                <a:rect b="b" l="l" r="r" t="t"/>
                <a:pathLst>
                  <a:path extrusionOk="0" h="15805" w="7289">
                    <a:moveTo>
                      <a:pt x="1" y="0"/>
                    </a:moveTo>
                    <a:lnTo>
                      <a:pt x="1" y="15805"/>
                    </a:lnTo>
                    <a:lnTo>
                      <a:pt x="7289" y="15805"/>
                    </a:lnTo>
                    <a:lnTo>
                      <a:pt x="728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3" name="Google Shape;583;p19"/>
              <p:cNvSpPr/>
              <p:nvPr/>
            </p:nvSpPr>
            <p:spPr>
              <a:xfrm>
                <a:off x="6292147" y="3768243"/>
                <a:ext cx="336719" cy="90191"/>
              </a:xfrm>
              <a:custGeom>
                <a:rect b="b" l="l" r="r" t="t"/>
                <a:pathLst>
                  <a:path extrusionOk="0" h="2858" w="10670">
                    <a:moveTo>
                      <a:pt x="2049" y="1"/>
                    </a:moveTo>
                    <a:lnTo>
                      <a:pt x="1832" y="14"/>
                    </a:lnTo>
                    <a:lnTo>
                      <a:pt x="1640" y="39"/>
                    </a:lnTo>
                    <a:lnTo>
                      <a:pt x="1435" y="91"/>
                    </a:lnTo>
                    <a:lnTo>
                      <a:pt x="1255" y="155"/>
                    </a:lnTo>
                    <a:lnTo>
                      <a:pt x="1076" y="244"/>
                    </a:lnTo>
                    <a:lnTo>
                      <a:pt x="897" y="347"/>
                    </a:lnTo>
                    <a:lnTo>
                      <a:pt x="743" y="462"/>
                    </a:lnTo>
                    <a:lnTo>
                      <a:pt x="602" y="603"/>
                    </a:lnTo>
                    <a:lnTo>
                      <a:pt x="474" y="744"/>
                    </a:lnTo>
                    <a:lnTo>
                      <a:pt x="346" y="898"/>
                    </a:lnTo>
                    <a:lnTo>
                      <a:pt x="244" y="1064"/>
                    </a:lnTo>
                    <a:lnTo>
                      <a:pt x="167" y="1243"/>
                    </a:lnTo>
                    <a:lnTo>
                      <a:pt x="90" y="1435"/>
                    </a:lnTo>
                    <a:lnTo>
                      <a:pt x="39" y="1628"/>
                    </a:lnTo>
                    <a:lnTo>
                      <a:pt x="13" y="1833"/>
                    </a:lnTo>
                    <a:lnTo>
                      <a:pt x="0" y="2050"/>
                    </a:lnTo>
                    <a:lnTo>
                      <a:pt x="0" y="2857"/>
                    </a:lnTo>
                    <a:lnTo>
                      <a:pt x="10669" y="2857"/>
                    </a:lnTo>
                    <a:lnTo>
                      <a:pt x="10669" y="2050"/>
                    </a:lnTo>
                    <a:lnTo>
                      <a:pt x="10656" y="1833"/>
                    </a:lnTo>
                    <a:lnTo>
                      <a:pt x="10618" y="1628"/>
                    </a:lnTo>
                    <a:lnTo>
                      <a:pt x="10567" y="1435"/>
                    </a:lnTo>
                    <a:lnTo>
                      <a:pt x="10503" y="1243"/>
                    </a:lnTo>
                    <a:lnTo>
                      <a:pt x="10413" y="1064"/>
                    </a:lnTo>
                    <a:lnTo>
                      <a:pt x="10311" y="898"/>
                    </a:lnTo>
                    <a:lnTo>
                      <a:pt x="10195" y="744"/>
                    </a:lnTo>
                    <a:lnTo>
                      <a:pt x="10067" y="603"/>
                    </a:lnTo>
                    <a:lnTo>
                      <a:pt x="9913" y="462"/>
                    </a:lnTo>
                    <a:lnTo>
                      <a:pt x="9760" y="347"/>
                    </a:lnTo>
                    <a:lnTo>
                      <a:pt x="9593" y="244"/>
                    </a:lnTo>
                    <a:lnTo>
                      <a:pt x="9414" y="155"/>
                    </a:lnTo>
                    <a:lnTo>
                      <a:pt x="9222" y="91"/>
                    </a:lnTo>
                    <a:lnTo>
                      <a:pt x="9030" y="39"/>
                    </a:lnTo>
                    <a:lnTo>
                      <a:pt x="8825" y="14"/>
                    </a:lnTo>
                    <a:lnTo>
                      <a:pt x="8620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4" name="Google Shape;584;p19"/>
              <p:cNvSpPr/>
              <p:nvPr/>
            </p:nvSpPr>
            <p:spPr>
              <a:xfrm>
                <a:off x="5809944" y="3820818"/>
                <a:ext cx="1300705" cy="389230"/>
              </a:xfrm>
              <a:custGeom>
                <a:rect b="b" l="l" r="r" t="t"/>
                <a:pathLst>
                  <a:path extrusionOk="0" h="12334" w="41217">
                    <a:moveTo>
                      <a:pt x="5162" y="0"/>
                    </a:moveTo>
                    <a:lnTo>
                      <a:pt x="5162" y="1204"/>
                    </a:lnTo>
                    <a:lnTo>
                      <a:pt x="2959" y="1947"/>
                    </a:lnTo>
                    <a:lnTo>
                      <a:pt x="1973" y="1255"/>
                    </a:lnTo>
                    <a:lnTo>
                      <a:pt x="0" y="4060"/>
                    </a:lnTo>
                    <a:lnTo>
                      <a:pt x="961" y="4739"/>
                    </a:lnTo>
                    <a:lnTo>
                      <a:pt x="871" y="5085"/>
                    </a:lnTo>
                    <a:lnTo>
                      <a:pt x="807" y="5431"/>
                    </a:lnTo>
                    <a:lnTo>
                      <a:pt x="769" y="5802"/>
                    </a:lnTo>
                    <a:lnTo>
                      <a:pt x="743" y="6173"/>
                    </a:lnTo>
                    <a:lnTo>
                      <a:pt x="769" y="6545"/>
                    </a:lnTo>
                    <a:lnTo>
                      <a:pt x="807" y="6903"/>
                    </a:lnTo>
                    <a:lnTo>
                      <a:pt x="871" y="7262"/>
                    </a:lnTo>
                    <a:lnTo>
                      <a:pt x="961" y="7608"/>
                    </a:lnTo>
                    <a:lnTo>
                      <a:pt x="0" y="8274"/>
                    </a:lnTo>
                    <a:lnTo>
                      <a:pt x="1973" y="11079"/>
                    </a:lnTo>
                    <a:lnTo>
                      <a:pt x="2959" y="10387"/>
                    </a:lnTo>
                    <a:lnTo>
                      <a:pt x="5098" y="11130"/>
                    </a:lnTo>
                    <a:lnTo>
                      <a:pt x="5098" y="12334"/>
                    </a:lnTo>
                    <a:lnTo>
                      <a:pt x="8530" y="12334"/>
                    </a:lnTo>
                    <a:lnTo>
                      <a:pt x="8530" y="11130"/>
                    </a:lnTo>
                    <a:lnTo>
                      <a:pt x="11950" y="11130"/>
                    </a:lnTo>
                    <a:lnTo>
                      <a:pt x="11950" y="12334"/>
                    </a:lnTo>
                    <a:lnTo>
                      <a:pt x="15383" y="12334"/>
                    </a:lnTo>
                    <a:lnTo>
                      <a:pt x="15383" y="11130"/>
                    </a:lnTo>
                    <a:lnTo>
                      <a:pt x="18930" y="11130"/>
                    </a:lnTo>
                    <a:lnTo>
                      <a:pt x="18930" y="12334"/>
                    </a:lnTo>
                    <a:lnTo>
                      <a:pt x="22350" y="12334"/>
                    </a:lnTo>
                    <a:lnTo>
                      <a:pt x="22350" y="11130"/>
                    </a:lnTo>
                    <a:lnTo>
                      <a:pt x="25783" y="11130"/>
                    </a:lnTo>
                    <a:lnTo>
                      <a:pt x="25783" y="12334"/>
                    </a:lnTo>
                    <a:lnTo>
                      <a:pt x="29215" y="12334"/>
                    </a:lnTo>
                    <a:lnTo>
                      <a:pt x="29215" y="11130"/>
                    </a:lnTo>
                    <a:lnTo>
                      <a:pt x="32635" y="11130"/>
                    </a:lnTo>
                    <a:lnTo>
                      <a:pt x="32635" y="12334"/>
                    </a:lnTo>
                    <a:lnTo>
                      <a:pt x="36067" y="12334"/>
                    </a:lnTo>
                    <a:lnTo>
                      <a:pt x="36067" y="11130"/>
                    </a:lnTo>
                    <a:lnTo>
                      <a:pt x="38270" y="10387"/>
                    </a:lnTo>
                    <a:lnTo>
                      <a:pt x="39257" y="11079"/>
                    </a:lnTo>
                    <a:lnTo>
                      <a:pt x="41216" y="8274"/>
                    </a:lnTo>
                    <a:lnTo>
                      <a:pt x="40268" y="7608"/>
                    </a:lnTo>
                    <a:lnTo>
                      <a:pt x="40358" y="7262"/>
                    </a:lnTo>
                    <a:lnTo>
                      <a:pt x="40422" y="6903"/>
                    </a:lnTo>
                    <a:lnTo>
                      <a:pt x="40460" y="6545"/>
                    </a:lnTo>
                    <a:lnTo>
                      <a:pt x="40473" y="6173"/>
                    </a:lnTo>
                    <a:lnTo>
                      <a:pt x="40460" y="5802"/>
                    </a:lnTo>
                    <a:lnTo>
                      <a:pt x="40422" y="5431"/>
                    </a:lnTo>
                    <a:lnTo>
                      <a:pt x="40358" y="5085"/>
                    </a:lnTo>
                    <a:lnTo>
                      <a:pt x="40268" y="4739"/>
                    </a:lnTo>
                    <a:lnTo>
                      <a:pt x="41216" y="4060"/>
                    </a:lnTo>
                    <a:lnTo>
                      <a:pt x="39257" y="1255"/>
                    </a:lnTo>
                    <a:lnTo>
                      <a:pt x="38270" y="1947"/>
                    </a:lnTo>
                    <a:lnTo>
                      <a:pt x="36131" y="1204"/>
                    </a:lnTo>
                    <a:lnTo>
                      <a:pt x="36131" y="0"/>
                    </a:lnTo>
                    <a:lnTo>
                      <a:pt x="32699" y="0"/>
                    </a:lnTo>
                    <a:lnTo>
                      <a:pt x="32699" y="1204"/>
                    </a:lnTo>
                    <a:lnTo>
                      <a:pt x="29266" y="1204"/>
                    </a:lnTo>
                    <a:lnTo>
                      <a:pt x="29266" y="0"/>
                    </a:lnTo>
                    <a:lnTo>
                      <a:pt x="25847" y="0"/>
                    </a:lnTo>
                    <a:lnTo>
                      <a:pt x="25847" y="1204"/>
                    </a:lnTo>
                    <a:lnTo>
                      <a:pt x="22414" y="1204"/>
                    </a:lnTo>
                    <a:lnTo>
                      <a:pt x="22414" y="0"/>
                    </a:lnTo>
                    <a:lnTo>
                      <a:pt x="18994" y="0"/>
                    </a:lnTo>
                    <a:lnTo>
                      <a:pt x="18994" y="1204"/>
                    </a:lnTo>
                    <a:lnTo>
                      <a:pt x="15434" y="1204"/>
                    </a:lnTo>
                    <a:lnTo>
                      <a:pt x="15434" y="0"/>
                    </a:lnTo>
                    <a:lnTo>
                      <a:pt x="12014" y="0"/>
                    </a:lnTo>
                    <a:lnTo>
                      <a:pt x="12014" y="1204"/>
                    </a:lnTo>
                    <a:lnTo>
                      <a:pt x="8582" y="1204"/>
                    </a:lnTo>
                    <a:lnTo>
                      <a:pt x="858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5" name="Google Shape;585;p19"/>
              <p:cNvSpPr/>
              <p:nvPr/>
            </p:nvSpPr>
            <p:spPr>
              <a:xfrm>
                <a:off x="5864918" y="3889929"/>
                <a:ext cx="1191169" cy="251008"/>
              </a:xfrm>
              <a:custGeom>
                <a:rect b="b" l="l" r="r" t="t"/>
                <a:pathLst>
                  <a:path extrusionOk="0" h="7954" w="37746">
                    <a:moveTo>
                      <a:pt x="3971" y="0"/>
                    </a:moveTo>
                    <a:lnTo>
                      <a:pt x="3766" y="13"/>
                    </a:lnTo>
                    <a:lnTo>
                      <a:pt x="3561" y="26"/>
                    </a:lnTo>
                    <a:lnTo>
                      <a:pt x="3369" y="51"/>
                    </a:lnTo>
                    <a:lnTo>
                      <a:pt x="3177" y="90"/>
                    </a:lnTo>
                    <a:lnTo>
                      <a:pt x="2985" y="128"/>
                    </a:lnTo>
                    <a:lnTo>
                      <a:pt x="2792" y="179"/>
                    </a:lnTo>
                    <a:lnTo>
                      <a:pt x="2600" y="244"/>
                    </a:lnTo>
                    <a:lnTo>
                      <a:pt x="2421" y="320"/>
                    </a:lnTo>
                    <a:lnTo>
                      <a:pt x="2255" y="397"/>
                    </a:lnTo>
                    <a:lnTo>
                      <a:pt x="2075" y="487"/>
                    </a:lnTo>
                    <a:lnTo>
                      <a:pt x="1909" y="577"/>
                    </a:lnTo>
                    <a:lnTo>
                      <a:pt x="1755" y="679"/>
                    </a:lnTo>
                    <a:lnTo>
                      <a:pt x="1601" y="794"/>
                    </a:lnTo>
                    <a:lnTo>
                      <a:pt x="1448" y="910"/>
                    </a:lnTo>
                    <a:lnTo>
                      <a:pt x="1307" y="1038"/>
                    </a:lnTo>
                    <a:lnTo>
                      <a:pt x="1166" y="1166"/>
                    </a:lnTo>
                    <a:lnTo>
                      <a:pt x="1038" y="1307"/>
                    </a:lnTo>
                    <a:lnTo>
                      <a:pt x="910" y="1447"/>
                    </a:lnTo>
                    <a:lnTo>
                      <a:pt x="794" y="1601"/>
                    </a:lnTo>
                    <a:lnTo>
                      <a:pt x="679" y="1755"/>
                    </a:lnTo>
                    <a:lnTo>
                      <a:pt x="577" y="1921"/>
                    </a:lnTo>
                    <a:lnTo>
                      <a:pt x="474" y="2088"/>
                    </a:lnTo>
                    <a:lnTo>
                      <a:pt x="397" y="2254"/>
                    </a:lnTo>
                    <a:lnTo>
                      <a:pt x="308" y="2434"/>
                    </a:lnTo>
                    <a:lnTo>
                      <a:pt x="244" y="2613"/>
                    </a:lnTo>
                    <a:lnTo>
                      <a:pt x="180" y="2792"/>
                    </a:lnTo>
                    <a:lnTo>
                      <a:pt x="128" y="2984"/>
                    </a:lnTo>
                    <a:lnTo>
                      <a:pt x="77" y="3177"/>
                    </a:lnTo>
                    <a:lnTo>
                      <a:pt x="52" y="3369"/>
                    </a:lnTo>
                    <a:lnTo>
                      <a:pt x="26" y="3574"/>
                    </a:lnTo>
                    <a:lnTo>
                      <a:pt x="0" y="3778"/>
                    </a:lnTo>
                    <a:lnTo>
                      <a:pt x="0" y="3983"/>
                    </a:lnTo>
                    <a:lnTo>
                      <a:pt x="0" y="4188"/>
                    </a:lnTo>
                    <a:lnTo>
                      <a:pt x="26" y="4380"/>
                    </a:lnTo>
                    <a:lnTo>
                      <a:pt x="52" y="4585"/>
                    </a:lnTo>
                    <a:lnTo>
                      <a:pt x="77" y="4777"/>
                    </a:lnTo>
                    <a:lnTo>
                      <a:pt x="128" y="4970"/>
                    </a:lnTo>
                    <a:lnTo>
                      <a:pt x="180" y="5162"/>
                    </a:lnTo>
                    <a:lnTo>
                      <a:pt x="244" y="5341"/>
                    </a:lnTo>
                    <a:lnTo>
                      <a:pt x="308" y="5520"/>
                    </a:lnTo>
                    <a:lnTo>
                      <a:pt x="397" y="5700"/>
                    </a:lnTo>
                    <a:lnTo>
                      <a:pt x="474" y="5866"/>
                    </a:lnTo>
                    <a:lnTo>
                      <a:pt x="577" y="6033"/>
                    </a:lnTo>
                    <a:lnTo>
                      <a:pt x="679" y="6199"/>
                    </a:lnTo>
                    <a:lnTo>
                      <a:pt x="794" y="6353"/>
                    </a:lnTo>
                    <a:lnTo>
                      <a:pt x="910" y="6507"/>
                    </a:lnTo>
                    <a:lnTo>
                      <a:pt x="1038" y="6647"/>
                    </a:lnTo>
                    <a:lnTo>
                      <a:pt x="1166" y="6788"/>
                    </a:lnTo>
                    <a:lnTo>
                      <a:pt x="1307" y="6916"/>
                    </a:lnTo>
                    <a:lnTo>
                      <a:pt x="1448" y="7044"/>
                    </a:lnTo>
                    <a:lnTo>
                      <a:pt x="1601" y="7160"/>
                    </a:lnTo>
                    <a:lnTo>
                      <a:pt x="1755" y="7275"/>
                    </a:lnTo>
                    <a:lnTo>
                      <a:pt x="1909" y="7378"/>
                    </a:lnTo>
                    <a:lnTo>
                      <a:pt x="2075" y="7467"/>
                    </a:lnTo>
                    <a:lnTo>
                      <a:pt x="2255" y="7557"/>
                    </a:lnTo>
                    <a:lnTo>
                      <a:pt x="2421" y="7634"/>
                    </a:lnTo>
                    <a:lnTo>
                      <a:pt x="2600" y="7711"/>
                    </a:lnTo>
                    <a:lnTo>
                      <a:pt x="2792" y="7775"/>
                    </a:lnTo>
                    <a:lnTo>
                      <a:pt x="2985" y="7826"/>
                    </a:lnTo>
                    <a:lnTo>
                      <a:pt x="3177" y="7877"/>
                    </a:lnTo>
                    <a:lnTo>
                      <a:pt x="3369" y="7903"/>
                    </a:lnTo>
                    <a:lnTo>
                      <a:pt x="3561" y="7928"/>
                    </a:lnTo>
                    <a:lnTo>
                      <a:pt x="3766" y="7941"/>
                    </a:lnTo>
                    <a:lnTo>
                      <a:pt x="3971" y="7954"/>
                    </a:lnTo>
                    <a:lnTo>
                      <a:pt x="33762" y="7954"/>
                    </a:lnTo>
                    <a:lnTo>
                      <a:pt x="33967" y="7941"/>
                    </a:lnTo>
                    <a:lnTo>
                      <a:pt x="34172" y="7928"/>
                    </a:lnTo>
                    <a:lnTo>
                      <a:pt x="34377" y="7903"/>
                    </a:lnTo>
                    <a:lnTo>
                      <a:pt x="34569" y="7877"/>
                    </a:lnTo>
                    <a:lnTo>
                      <a:pt x="34761" y="7826"/>
                    </a:lnTo>
                    <a:lnTo>
                      <a:pt x="34953" y="7775"/>
                    </a:lnTo>
                    <a:lnTo>
                      <a:pt x="35132" y="7711"/>
                    </a:lnTo>
                    <a:lnTo>
                      <a:pt x="35312" y="7634"/>
                    </a:lnTo>
                    <a:lnTo>
                      <a:pt x="35491" y="7557"/>
                    </a:lnTo>
                    <a:lnTo>
                      <a:pt x="35657" y="7467"/>
                    </a:lnTo>
                    <a:lnTo>
                      <a:pt x="35824" y="7378"/>
                    </a:lnTo>
                    <a:lnTo>
                      <a:pt x="35990" y="7275"/>
                    </a:lnTo>
                    <a:lnTo>
                      <a:pt x="36144" y="7160"/>
                    </a:lnTo>
                    <a:lnTo>
                      <a:pt x="36298" y="7044"/>
                    </a:lnTo>
                    <a:lnTo>
                      <a:pt x="36439" y="6916"/>
                    </a:lnTo>
                    <a:lnTo>
                      <a:pt x="36580" y="6788"/>
                    </a:lnTo>
                    <a:lnTo>
                      <a:pt x="36708" y="6647"/>
                    </a:lnTo>
                    <a:lnTo>
                      <a:pt x="36836" y="6507"/>
                    </a:lnTo>
                    <a:lnTo>
                      <a:pt x="36951" y="6353"/>
                    </a:lnTo>
                    <a:lnTo>
                      <a:pt x="37066" y="6199"/>
                    </a:lnTo>
                    <a:lnTo>
                      <a:pt x="37169" y="6033"/>
                    </a:lnTo>
                    <a:lnTo>
                      <a:pt x="37258" y="5866"/>
                    </a:lnTo>
                    <a:lnTo>
                      <a:pt x="37348" y="5700"/>
                    </a:lnTo>
                    <a:lnTo>
                      <a:pt x="37425" y="5520"/>
                    </a:lnTo>
                    <a:lnTo>
                      <a:pt x="37502" y="5341"/>
                    </a:lnTo>
                    <a:lnTo>
                      <a:pt x="37566" y="5162"/>
                    </a:lnTo>
                    <a:lnTo>
                      <a:pt x="37617" y="4970"/>
                    </a:lnTo>
                    <a:lnTo>
                      <a:pt x="37655" y="4777"/>
                    </a:lnTo>
                    <a:lnTo>
                      <a:pt x="37694" y="4585"/>
                    </a:lnTo>
                    <a:lnTo>
                      <a:pt x="37719" y="4380"/>
                    </a:lnTo>
                    <a:lnTo>
                      <a:pt x="37732" y="4188"/>
                    </a:lnTo>
                    <a:lnTo>
                      <a:pt x="37745" y="3983"/>
                    </a:lnTo>
                    <a:lnTo>
                      <a:pt x="37732" y="3778"/>
                    </a:lnTo>
                    <a:lnTo>
                      <a:pt x="37719" y="3574"/>
                    </a:lnTo>
                    <a:lnTo>
                      <a:pt x="37694" y="3369"/>
                    </a:lnTo>
                    <a:lnTo>
                      <a:pt x="37655" y="3177"/>
                    </a:lnTo>
                    <a:lnTo>
                      <a:pt x="37617" y="2984"/>
                    </a:lnTo>
                    <a:lnTo>
                      <a:pt x="37566" y="2792"/>
                    </a:lnTo>
                    <a:lnTo>
                      <a:pt x="37502" y="2613"/>
                    </a:lnTo>
                    <a:lnTo>
                      <a:pt x="37425" y="2434"/>
                    </a:lnTo>
                    <a:lnTo>
                      <a:pt x="37348" y="2254"/>
                    </a:lnTo>
                    <a:lnTo>
                      <a:pt x="37258" y="2088"/>
                    </a:lnTo>
                    <a:lnTo>
                      <a:pt x="37169" y="1921"/>
                    </a:lnTo>
                    <a:lnTo>
                      <a:pt x="37066" y="1755"/>
                    </a:lnTo>
                    <a:lnTo>
                      <a:pt x="36951" y="1601"/>
                    </a:lnTo>
                    <a:lnTo>
                      <a:pt x="36836" y="1447"/>
                    </a:lnTo>
                    <a:lnTo>
                      <a:pt x="36708" y="1307"/>
                    </a:lnTo>
                    <a:lnTo>
                      <a:pt x="36580" y="1166"/>
                    </a:lnTo>
                    <a:lnTo>
                      <a:pt x="36439" y="1038"/>
                    </a:lnTo>
                    <a:lnTo>
                      <a:pt x="36298" y="910"/>
                    </a:lnTo>
                    <a:lnTo>
                      <a:pt x="36144" y="794"/>
                    </a:lnTo>
                    <a:lnTo>
                      <a:pt x="35990" y="679"/>
                    </a:lnTo>
                    <a:lnTo>
                      <a:pt x="35824" y="577"/>
                    </a:lnTo>
                    <a:lnTo>
                      <a:pt x="35657" y="487"/>
                    </a:lnTo>
                    <a:lnTo>
                      <a:pt x="35491" y="397"/>
                    </a:lnTo>
                    <a:lnTo>
                      <a:pt x="35312" y="320"/>
                    </a:lnTo>
                    <a:lnTo>
                      <a:pt x="35132" y="244"/>
                    </a:lnTo>
                    <a:lnTo>
                      <a:pt x="34953" y="179"/>
                    </a:lnTo>
                    <a:lnTo>
                      <a:pt x="34761" y="128"/>
                    </a:lnTo>
                    <a:lnTo>
                      <a:pt x="34569" y="90"/>
                    </a:lnTo>
                    <a:lnTo>
                      <a:pt x="34377" y="51"/>
                    </a:lnTo>
                    <a:lnTo>
                      <a:pt x="34172" y="26"/>
                    </a:lnTo>
                    <a:lnTo>
                      <a:pt x="33967" y="13"/>
                    </a:lnTo>
                    <a:lnTo>
                      <a:pt x="3376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6" name="Google Shape;586;p19"/>
              <p:cNvSpPr/>
              <p:nvPr/>
            </p:nvSpPr>
            <p:spPr>
              <a:xfrm>
                <a:off x="5896444" y="3921455"/>
                <a:ext cx="1128118" cy="187956"/>
              </a:xfrm>
              <a:custGeom>
                <a:rect b="b" l="l" r="r" t="t"/>
                <a:pathLst>
                  <a:path extrusionOk="0" h="5956" w="35748">
                    <a:moveTo>
                      <a:pt x="2818" y="0"/>
                    </a:moveTo>
                    <a:lnTo>
                      <a:pt x="2664" y="13"/>
                    </a:lnTo>
                    <a:lnTo>
                      <a:pt x="2370" y="64"/>
                    </a:lnTo>
                    <a:lnTo>
                      <a:pt x="2088" y="128"/>
                    </a:lnTo>
                    <a:lnTo>
                      <a:pt x="1819" y="231"/>
                    </a:lnTo>
                    <a:lnTo>
                      <a:pt x="1550" y="359"/>
                    </a:lnTo>
                    <a:lnTo>
                      <a:pt x="1307" y="512"/>
                    </a:lnTo>
                    <a:lnTo>
                      <a:pt x="1076" y="679"/>
                    </a:lnTo>
                    <a:lnTo>
                      <a:pt x="871" y="871"/>
                    </a:lnTo>
                    <a:lnTo>
                      <a:pt x="679" y="1089"/>
                    </a:lnTo>
                    <a:lnTo>
                      <a:pt x="500" y="1319"/>
                    </a:lnTo>
                    <a:lnTo>
                      <a:pt x="359" y="1563"/>
                    </a:lnTo>
                    <a:lnTo>
                      <a:pt x="231" y="1819"/>
                    </a:lnTo>
                    <a:lnTo>
                      <a:pt x="128" y="2088"/>
                    </a:lnTo>
                    <a:lnTo>
                      <a:pt x="52" y="2382"/>
                    </a:lnTo>
                    <a:lnTo>
                      <a:pt x="13" y="2677"/>
                    </a:lnTo>
                    <a:lnTo>
                      <a:pt x="0" y="2831"/>
                    </a:lnTo>
                    <a:lnTo>
                      <a:pt x="0" y="2984"/>
                    </a:lnTo>
                    <a:lnTo>
                      <a:pt x="0" y="3138"/>
                    </a:lnTo>
                    <a:lnTo>
                      <a:pt x="13" y="3279"/>
                    </a:lnTo>
                    <a:lnTo>
                      <a:pt x="52" y="3586"/>
                    </a:lnTo>
                    <a:lnTo>
                      <a:pt x="128" y="3868"/>
                    </a:lnTo>
                    <a:lnTo>
                      <a:pt x="231" y="4137"/>
                    </a:lnTo>
                    <a:lnTo>
                      <a:pt x="359" y="4406"/>
                    </a:lnTo>
                    <a:lnTo>
                      <a:pt x="500" y="4649"/>
                    </a:lnTo>
                    <a:lnTo>
                      <a:pt x="679" y="4880"/>
                    </a:lnTo>
                    <a:lnTo>
                      <a:pt x="871" y="5085"/>
                    </a:lnTo>
                    <a:lnTo>
                      <a:pt x="1076" y="5277"/>
                    </a:lnTo>
                    <a:lnTo>
                      <a:pt x="1307" y="5456"/>
                    </a:lnTo>
                    <a:lnTo>
                      <a:pt x="1550" y="5597"/>
                    </a:lnTo>
                    <a:lnTo>
                      <a:pt x="1819" y="5725"/>
                    </a:lnTo>
                    <a:lnTo>
                      <a:pt x="2088" y="5828"/>
                    </a:lnTo>
                    <a:lnTo>
                      <a:pt x="2370" y="5905"/>
                    </a:lnTo>
                    <a:lnTo>
                      <a:pt x="2664" y="5943"/>
                    </a:lnTo>
                    <a:lnTo>
                      <a:pt x="2818" y="5956"/>
                    </a:lnTo>
                    <a:lnTo>
                      <a:pt x="32917" y="5956"/>
                    </a:lnTo>
                    <a:lnTo>
                      <a:pt x="33070" y="5943"/>
                    </a:lnTo>
                    <a:lnTo>
                      <a:pt x="33365" y="5905"/>
                    </a:lnTo>
                    <a:lnTo>
                      <a:pt x="33659" y="5828"/>
                    </a:lnTo>
                    <a:lnTo>
                      <a:pt x="33928" y="5725"/>
                    </a:lnTo>
                    <a:lnTo>
                      <a:pt x="34184" y="5597"/>
                    </a:lnTo>
                    <a:lnTo>
                      <a:pt x="34428" y="5456"/>
                    </a:lnTo>
                    <a:lnTo>
                      <a:pt x="34658" y="5277"/>
                    </a:lnTo>
                    <a:lnTo>
                      <a:pt x="34876" y="5085"/>
                    </a:lnTo>
                    <a:lnTo>
                      <a:pt x="35068" y="4880"/>
                    </a:lnTo>
                    <a:lnTo>
                      <a:pt x="35235" y="4649"/>
                    </a:lnTo>
                    <a:lnTo>
                      <a:pt x="35388" y="4406"/>
                    </a:lnTo>
                    <a:lnTo>
                      <a:pt x="35517" y="4137"/>
                    </a:lnTo>
                    <a:lnTo>
                      <a:pt x="35619" y="3868"/>
                    </a:lnTo>
                    <a:lnTo>
                      <a:pt x="35683" y="3586"/>
                    </a:lnTo>
                    <a:lnTo>
                      <a:pt x="35734" y="3279"/>
                    </a:lnTo>
                    <a:lnTo>
                      <a:pt x="35747" y="3138"/>
                    </a:lnTo>
                    <a:lnTo>
                      <a:pt x="35747" y="2984"/>
                    </a:lnTo>
                    <a:lnTo>
                      <a:pt x="35747" y="2831"/>
                    </a:lnTo>
                    <a:lnTo>
                      <a:pt x="35734" y="2677"/>
                    </a:lnTo>
                    <a:lnTo>
                      <a:pt x="35683" y="2382"/>
                    </a:lnTo>
                    <a:lnTo>
                      <a:pt x="35619" y="2088"/>
                    </a:lnTo>
                    <a:lnTo>
                      <a:pt x="35517" y="1819"/>
                    </a:lnTo>
                    <a:lnTo>
                      <a:pt x="35388" y="1563"/>
                    </a:lnTo>
                    <a:lnTo>
                      <a:pt x="35235" y="1319"/>
                    </a:lnTo>
                    <a:lnTo>
                      <a:pt x="35068" y="1089"/>
                    </a:lnTo>
                    <a:lnTo>
                      <a:pt x="34876" y="871"/>
                    </a:lnTo>
                    <a:lnTo>
                      <a:pt x="34658" y="679"/>
                    </a:lnTo>
                    <a:lnTo>
                      <a:pt x="34428" y="512"/>
                    </a:lnTo>
                    <a:lnTo>
                      <a:pt x="34184" y="359"/>
                    </a:lnTo>
                    <a:lnTo>
                      <a:pt x="33928" y="231"/>
                    </a:lnTo>
                    <a:lnTo>
                      <a:pt x="33659" y="128"/>
                    </a:lnTo>
                    <a:lnTo>
                      <a:pt x="33365" y="64"/>
                    </a:lnTo>
                    <a:lnTo>
                      <a:pt x="33070" y="13"/>
                    </a:lnTo>
                    <a:lnTo>
                      <a:pt x="329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7" name="Google Shape;587;p19"/>
              <p:cNvSpPr/>
              <p:nvPr/>
            </p:nvSpPr>
            <p:spPr>
              <a:xfrm>
                <a:off x="5693528" y="2429189"/>
                <a:ext cx="1535935" cy="1155194"/>
              </a:xfrm>
              <a:custGeom>
                <a:rect b="b" l="l" r="r" t="t"/>
                <a:pathLst>
                  <a:path extrusionOk="0" h="36606" w="48671">
                    <a:moveTo>
                      <a:pt x="18162" y="0"/>
                    </a:moveTo>
                    <a:lnTo>
                      <a:pt x="17881" y="13"/>
                    </a:lnTo>
                    <a:lnTo>
                      <a:pt x="17599" y="39"/>
                    </a:lnTo>
                    <a:lnTo>
                      <a:pt x="17330" y="77"/>
                    </a:lnTo>
                    <a:lnTo>
                      <a:pt x="17048" y="116"/>
                    </a:lnTo>
                    <a:lnTo>
                      <a:pt x="16779" y="167"/>
                    </a:lnTo>
                    <a:lnTo>
                      <a:pt x="16510" y="218"/>
                    </a:lnTo>
                    <a:lnTo>
                      <a:pt x="16241" y="282"/>
                    </a:lnTo>
                    <a:lnTo>
                      <a:pt x="15985" y="359"/>
                    </a:lnTo>
                    <a:lnTo>
                      <a:pt x="15729" y="449"/>
                    </a:lnTo>
                    <a:lnTo>
                      <a:pt x="15473" y="538"/>
                    </a:lnTo>
                    <a:lnTo>
                      <a:pt x="15217" y="628"/>
                    </a:lnTo>
                    <a:lnTo>
                      <a:pt x="14973" y="743"/>
                    </a:lnTo>
                    <a:lnTo>
                      <a:pt x="14730" y="846"/>
                    </a:lnTo>
                    <a:lnTo>
                      <a:pt x="14486" y="974"/>
                    </a:lnTo>
                    <a:lnTo>
                      <a:pt x="14256" y="1102"/>
                    </a:lnTo>
                    <a:lnTo>
                      <a:pt x="14025" y="1230"/>
                    </a:lnTo>
                    <a:lnTo>
                      <a:pt x="13795" y="1371"/>
                    </a:lnTo>
                    <a:lnTo>
                      <a:pt x="13577" y="1525"/>
                    </a:lnTo>
                    <a:lnTo>
                      <a:pt x="13359" y="1678"/>
                    </a:lnTo>
                    <a:lnTo>
                      <a:pt x="13154" y="1845"/>
                    </a:lnTo>
                    <a:lnTo>
                      <a:pt x="12950" y="2011"/>
                    </a:lnTo>
                    <a:lnTo>
                      <a:pt x="12745" y="2178"/>
                    </a:lnTo>
                    <a:lnTo>
                      <a:pt x="12552" y="2357"/>
                    </a:lnTo>
                    <a:lnTo>
                      <a:pt x="12360" y="2549"/>
                    </a:lnTo>
                    <a:lnTo>
                      <a:pt x="12181" y="2741"/>
                    </a:lnTo>
                    <a:lnTo>
                      <a:pt x="12002" y="2933"/>
                    </a:lnTo>
                    <a:lnTo>
                      <a:pt x="11835" y="3138"/>
                    </a:lnTo>
                    <a:lnTo>
                      <a:pt x="11669" y="3343"/>
                    </a:lnTo>
                    <a:lnTo>
                      <a:pt x="11502" y="3561"/>
                    </a:lnTo>
                    <a:lnTo>
                      <a:pt x="11361" y="3779"/>
                    </a:lnTo>
                    <a:lnTo>
                      <a:pt x="11208" y="3996"/>
                    </a:lnTo>
                    <a:lnTo>
                      <a:pt x="10990" y="3971"/>
                    </a:lnTo>
                    <a:lnTo>
                      <a:pt x="10772" y="3945"/>
                    </a:lnTo>
                    <a:lnTo>
                      <a:pt x="10542" y="3932"/>
                    </a:lnTo>
                    <a:lnTo>
                      <a:pt x="10311" y="3920"/>
                    </a:lnTo>
                    <a:lnTo>
                      <a:pt x="10017" y="3932"/>
                    </a:lnTo>
                    <a:lnTo>
                      <a:pt x="9722" y="3958"/>
                    </a:lnTo>
                    <a:lnTo>
                      <a:pt x="9427" y="3984"/>
                    </a:lnTo>
                    <a:lnTo>
                      <a:pt x="9146" y="4035"/>
                    </a:lnTo>
                    <a:lnTo>
                      <a:pt x="8864" y="4099"/>
                    </a:lnTo>
                    <a:lnTo>
                      <a:pt x="8582" y="4189"/>
                    </a:lnTo>
                    <a:lnTo>
                      <a:pt x="8313" y="4278"/>
                    </a:lnTo>
                    <a:lnTo>
                      <a:pt x="8057" y="4381"/>
                    </a:lnTo>
                    <a:lnTo>
                      <a:pt x="7801" y="4496"/>
                    </a:lnTo>
                    <a:lnTo>
                      <a:pt x="7545" y="4624"/>
                    </a:lnTo>
                    <a:lnTo>
                      <a:pt x="7301" y="4765"/>
                    </a:lnTo>
                    <a:lnTo>
                      <a:pt x="7071" y="4919"/>
                    </a:lnTo>
                    <a:lnTo>
                      <a:pt x="6840" y="5072"/>
                    </a:lnTo>
                    <a:lnTo>
                      <a:pt x="6622" y="5252"/>
                    </a:lnTo>
                    <a:lnTo>
                      <a:pt x="6405" y="5431"/>
                    </a:lnTo>
                    <a:lnTo>
                      <a:pt x="6213" y="5623"/>
                    </a:lnTo>
                    <a:lnTo>
                      <a:pt x="6008" y="5828"/>
                    </a:lnTo>
                    <a:lnTo>
                      <a:pt x="5828" y="6033"/>
                    </a:lnTo>
                    <a:lnTo>
                      <a:pt x="5662" y="6251"/>
                    </a:lnTo>
                    <a:lnTo>
                      <a:pt x="5495" y="6481"/>
                    </a:lnTo>
                    <a:lnTo>
                      <a:pt x="5342" y="6725"/>
                    </a:lnTo>
                    <a:lnTo>
                      <a:pt x="5201" y="6968"/>
                    </a:lnTo>
                    <a:lnTo>
                      <a:pt x="5073" y="7211"/>
                    </a:lnTo>
                    <a:lnTo>
                      <a:pt x="4957" y="7467"/>
                    </a:lnTo>
                    <a:lnTo>
                      <a:pt x="4855" y="7736"/>
                    </a:lnTo>
                    <a:lnTo>
                      <a:pt x="4765" y="8005"/>
                    </a:lnTo>
                    <a:lnTo>
                      <a:pt x="4688" y="8287"/>
                    </a:lnTo>
                    <a:lnTo>
                      <a:pt x="4624" y="8556"/>
                    </a:lnTo>
                    <a:lnTo>
                      <a:pt x="4573" y="8851"/>
                    </a:lnTo>
                    <a:lnTo>
                      <a:pt x="4535" y="9145"/>
                    </a:lnTo>
                    <a:lnTo>
                      <a:pt x="4509" y="9440"/>
                    </a:lnTo>
                    <a:lnTo>
                      <a:pt x="4509" y="9734"/>
                    </a:lnTo>
                    <a:lnTo>
                      <a:pt x="4509" y="9978"/>
                    </a:lnTo>
                    <a:lnTo>
                      <a:pt x="4535" y="10234"/>
                    </a:lnTo>
                    <a:lnTo>
                      <a:pt x="4560" y="10477"/>
                    </a:lnTo>
                    <a:lnTo>
                      <a:pt x="4599" y="10721"/>
                    </a:lnTo>
                    <a:lnTo>
                      <a:pt x="4343" y="10849"/>
                    </a:lnTo>
                    <a:lnTo>
                      <a:pt x="4086" y="11002"/>
                    </a:lnTo>
                    <a:lnTo>
                      <a:pt x="3856" y="11156"/>
                    </a:lnTo>
                    <a:lnTo>
                      <a:pt x="3613" y="11323"/>
                    </a:lnTo>
                    <a:lnTo>
                      <a:pt x="3382" y="11489"/>
                    </a:lnTo>
                    <a:lnTo>
                      <a:pt x="3152" y="11668"/>
                    </a:lnTo>
                    <a:lnTo>
                      <a:pt x="2934" y="11848"/>
                    </a:lnTo>
                    <a:lnTo>
                      <a:pt x="2729" y="12040"/>
                    </a:lnTo>
                    <a:lnTo>
                      <a:pt x="2524" y="12245"/>
                    </a:lnTo>
                    <a:lnTo>
                      <a:pt x="2319" y="12450"/>
                    </a:lnTo>
                    <a:lnTo>
                      <a:pt x="2127" y="12655"/>
                    </a:lnTo>
                    <a:lnTo>
                      <a:pt x="1935" y="12872"/>
                    </a:lnTo>
                    <a:lnTo>
                      <a:pt x="1768" y="13103"/>
                    </a:lnTo>
                    <a:lnTo>
                      <a:pt x="1589" y="13333"/>
                    </a:lnTo>
                    <a:lnTo>
                      <a:pt x="1422" y="13564"/>
                    </a:lnTo>
                    <a:lnTo>
                      <a:pt x="1269" y="13807"/>
                    </a:lnTo>
                    <a:lnTo>
                      <a:pt x="1128" y="14063"/>
                    </a:lnTo>
                    <a:lnTo>
                      <a:pt x="987" y="14307"/>
                    </a:lnTo>
                    <a:lnTo>
                      <a:pt x="859" y="14576"/>
                    </a:lnTo>
                    <a:lnTo>
                      <a:pt x="731" y="14832"/>
                    </a:lnTo>
                    <a:lnTo>
                      <a:pt x="616" y="15101"/>
                    </a:lnTo>
                    <a:lnTo>
                      <a:pt x="513" y="15370"/>
                    </a:lnTo>
                    <a:lnTo>
                      <a:pt x="423" y="15652"/>
                    </a:lnTo>
                    <a:lnTo>
                      <a:pt x="334" y="15933"/>
                    </a:lnTo>
                    <a:lnTo>
                      <a:pt x="257" y="16215"/>
                    </a:lnTo>
                    <a:lnTo>
                      <a:pt x="193" y="16497"/>
                    </a:lnTo>
                    <a:lnTo>
                      <a:pt x="129" y="16792"/>
                    </a:lnTo>
                    <a:lnTo>
                      <a:pt x="90" y="17086"/>
                    </a:lnTo>
                    <a:lnTo>
                      <a:pt x="52" y="17394"/>
                    </a:lnTo>
                    <a:lnTo>
                      <a:pt x="26" y="17688"/>
                    </a:lnTo>
                    <a:lnTo>
                      <a:pt x="1" y="17996"/>
                    </a:lnTo>
                    <a:lnTo>
                      <a:pt x="1" y="18303"/>
                    </a:lnTo>
                    <a:lnTo>
                      <a:pt x="1" y="18610"/>
                    </a:lnTo>
                    <a:lnTo>
                      <a:pt x="26" y="18918"/>
                    </a:lnTo>
                    <a:lnTo>
                      <a:pt x="52" y="19225"/>
                    </a:lnTo>
                    <a:lnTo>
                      <a:pt x="90" y="19520"/>
                    </a:lnTo>
                    <a:lnTo>
                      <a:pt x="129" y="19814"/>
                    </a:lnTo>
                    <a:lnTo>
                      <a:pt x="193" y="20109"/>
                    </a:lnTo>
                    <a:lnTo>
                      <a:pt x="257" y="20391"/>
                    </a:lnTo>
                    <a:lnTo>
                      <a:pt x="334" y="20685"/>
                    </a:lnTo>
                    <a:lnTo>
                      <a:pt x="423" y="20967"/>
                    </a:lnTo>
                    <a:lnTo>
                      <a:pt x="513" y="21236"/>
                    </a:lnTo>
                    <a:lnTo>
                      <a:pt x="616" y="21505"/>
                    </a:lnTo>
                    <a:lnTo>
                      <a:pt x="731" y="21774"/>
                    </a:lnTo>
                    <a:lnTo>
                      <a:pt x="859" y="22043"/>
                    </a:lnTo>
                    <a:lnTo>
                      <a:pt x="987" y="22299"/>
                    </a:lnTo>
                    <a:lnTo>
                      <a:pt x="1128" y="22555"/>
                    </a:lnTo>
                    <a:lnTo>
                      <a:pt x="1269" y="22798"/>
                    </a:lnTo>
                    <a:lnTo>
                      <a:pt x="1422" y="23042"/>
                    </a:lnTo>
                    <a:lnTo>
                      <a:pt x="1589" y="23272"/>
                    </a:lnTo>
                    <a:lnTo>
                      <a:pt x="1768" y="23503"/>
                    </a:lnTo>
                    <a:lnTo>
                      <a:pt x="1935" y="23733"/>
                    </a:lnTo>
                    <a:lnTo>
                      <a:pt x="2127" y="23951"/>
                    </a:lnTo>
                    <a:lnTo>
                      <a:pt x="2319" y="24156"/>
                    </a:lnTo>
                    <a:lnTo>
                      <a:pt x="2524" y="24374"/>
                    </a:lnTo>
                    <a:lnTo>
                      <a:pt x="2729" y="24566"/>
                    </a:lnTo>
                    <a:lnTo>
                      <a:pt x="2934" y="24758"/>
                    </a:lnTo>
                    <a:lnTo>
                      <a:pt x="3152" y="24937"/>
                    </a:lnTo>
                    <a:lnTo>
                      <a:pt x="3382" y="25117"/>
                    </a:lnTo>
                    <a:lnTo>
                      <a:pt x="3613" y="25296"/>
                    </a:lnTo>
                    <a:lnTo>
                      <a:pt x="3856" y="25450"/>
                    </a:lnTo>
                    <a:lnTo>
                      <a:pt x="4086" y="25603"/>
                    </a:lnTo>
                    <a:lnTo>
                      <a:pt x="4343" y="25757"/>
                    </a:lnTo>
                    <a:lnTo>
                      <a:pt x="4599" y="25898"/>
                    </a:lnTo>
                    <a:lnTo>
                      <a:pt x="4560" y="26141"/>
                    </a:lnTo>
                    <a:lnTo>
                      <a:pt x="4535" y="26385"/>
                    </a:lnTo>
                    <a:lnTo>
                      <a:pt x="4509" y="26628"/>
                    </a:lnTo>
                    <a:lnTo>
                      <a:pt x="4509" y="26871"/>
                    </a:lnTo>
                    <a:lnTo>
                      <a:pt x="4509" y="27179"/>
                    </a:lnTo>
                    <a:lnTo>
                      <a:pt x="4535" y="27473"/>
                    </a:lnTo>
                    <a:lnTo>
                      <a:pt x="4573" y="27768"/>
                    </a:lnTo>
                    <a:lnTo>
                      <a:pt x="4624" y="28050"/>
                    </a:lnTo>
                    <a:lnTo>
                      <a:pt x="4688" y="28331"/>
                    </a:lnTo>
                    <a:lnTo>
                      <a:pt x="4765" y="28600"/>
                    </a:lnTo>
                    <a:lnTo>
                      <a:pt x="4855" y="28869"/>
                    </a:lnTo>
                    <a:lnTo>
                      <a:pt x="4957" y="29138"/>
                    </a:lnTo>
                    <a:lnTo>
                      <a:pt x="5073" y="29395"/>
                    </a:lnTo>
                    <a:lnTo>
                      <a:pt x="5201" y="29651"/>
                    </a:lnTo>
                    <a:lnTo>
                      <a:pt x="5342" y="29894"/>
                    </a:lnTo>
                    <a:lnTo>
                      <a:pt x="5495" y="30125"/>
                    </a:lnTo>
                    <a:lnTo>
                      <a:pt x="5662" y="30355"/>
                    </a:lnTo>
                    <a:lnTo>
                      <a:pt x="5828" y="30573"/>
                    </a:lnTo>
                    <a:lnTo>
                      <a:pt x="6008" y="30791"/>
                    </a:lnTo>
                    <a:lnTo>
                      <a:pt x="6213" y="30983"/>
                    </a:lnTo>
                    <a:lnTo>
                      <a:pt x="6405" y="31175"/>
                    </a:lnTo>
                    <a:lnTo>
                      <a:pt x="6622" y="31367"/>
                    </a:lnTo>
                    <a:lnTo>
                      <a:pt x="6840" y="31533"/>
                    </a:lnTo>
                    <a:lnTo>
                      <a:pt x="7071" y="31700"/>
                    </a:lnTo>
                    <a:lnTo>
                      <a:pt x="7301" y="31841"/>
                    </a:lnTo>
                    <a:lnTo>
                      <a:pt x="7545" y="31982"/>
                    </a:lnTo>
                    <a:lnTo>
                      <a:pt x="7801" y="32110"/>
                    </a:lnTo>
                    <a:lnTo>
                      <a:pt x="8057" y="32238"/>
                    </a:lnTo>
                    <a:lnTo>
                      <a:pt x="8313" y="32340"/>
                    </a:lnTo>
                    <a:lnTo>
                      <a:pt x="8582" y="32430"/>
                    </a:lnTo>
                    <a:lnTo>
                      <a:pt x="8864" y="32507"/>
                    </a:lnTo>
                    <a:lnTo>
                      <a:pt x="9146" y="32571"/>
                    </a:lnTo>
                    <a:lnTo>
                      <a:pt x="9427" y="32622"/>
                    </a:lnTo>
                    <a:lnTo>
                      <a:pt x="9722" y="32661"/>
                    </a:lnTo>
                    <a:lnTo>
                      <a:pt x="10017" y="32686"/>
                    </a:lnTo>
                    <a:lnTo>
                      <a:pt x="10542" y="32686"/>
                    </a:lnTo>
                    <a:lnTo>
                      <a:pt x="10772" y="32673"/>
                    </a:lnTo>
                    <a:lnTo>
                      <a:pt x="10990" y="32648"/>
                    </a:lnTo>
                    <a:lnTo>
                      <a:pt x="11208" y="32609"/>
                    </a:lnTo>
                    <a:lnTo>
                      <a:pt x="11361" y="32840"/>
                    </a:lnTo>
                    <a:lnTo>
                      <a:pt x="11502" y="33058"/>
                    </a:lnTo>
                    <a:lnTo>
                      <a:pt x="11669" y="33263"/>
                    </a:lnTo>
                    <a:lnTo>
                      <a:pt x="11835" y="33467"/>
                    </a:lnTo>
                    <a:lnTo>
                      <a:pt x="12002" y="33672"/>
                    </a:lnTo>
                    <a:lnTo>
                      <a:pt x="12181" y="33877"/>
                    </a:lnTo>
                    <a:lnTo>
                      <a:pt x="12360" y="34069"/>
                    </a:lnTo>
                    <a:lnTo>
                      <a:pt x="12552" y="34249"/>
                    </a:lnTo>
                    <a:lnTo>
                      <a:pt x="12745" y="34428"/>
                    </a:lnTo>
                    <a:lnTo>
                      <a:pt x="12950" y="34607"/>
                    </a:lnTo>
                    <a:lnTo>
                      <a:pt x="13154" y="34774"/>
                    </a:lnTo>
                    <a:lnTo>
                      <a:pt x="13359" y="34928"/>
                    </a:lnTo>
                    <a:lnTo>
                      <a:pt x="13577" y="35081"/>
                    </a:lnTo>
                    <a:lnTo>
                      <a:pt x="13795" y="35235"/>
                    </a:lnTo>
                    <a:lnTo>
                      <a:pt x="14025" y="35376"/>
                    </a:lnTo>
                    <a:lnTo>
                      <a:pt x="14256" y="35517"/>
                    </a:lnTo>
                    <a:lnTo>
                      <a:pt x="14486" y="35645"/>
                    </a:lnTo>
                    <a:lnTo>
                      <a:pt x="14730" y="35760"/>
                    </a:lnTo>
                    <a:lnTo>
                      <a:pt x="14973" y="35875"/>
                    </a:lnTo>
                    <a:lnTo>
                      <a:pt x="15217" y="35978"/>
                    </a:lnTo>
                    <a:lnTo>
                      <a:pt x="15473" y="36080"/>
                    </a:lnTo>
                    <a:lnTo>
                      <a:pt x="15729" y="36170"/>
                    </a:lnTo>
                    <a:lnTo>
                      <a:pt x="15985" y="36247"/>
                    </a:lnTo>
                    <a:lnTo>
                      <a:pt x="16241" y="36324"/>
                    </a:lnTo>
                    <a:lnTo>
                      <a:pt x="16510" y="36388"/>
                    </a:lnTo>
                    <a:lnTo>
                      <a:pt x="16779" y="36452"/>
                    </a:lnTo>
                    <a:lnTo>
                      <a:pt x="17048" y="36503"/>
                    </a:lnTo>
                    <a:lnTo>
                      <a:pt x="17330" y="36541"/>
                    </a:lnTo>
                    <a:lnTo>
                      <a:pt x="17599" y="36567"/>
                    </a:lnTo>
                    <a:lnTo>
                      <a:pt x="17881" y="36593"/>
                    </a:lnTo>
                    <a:lnTo>
                      <a:pt x="18162" y="36605"/>
                    </a:lnTo>
                    <a:lnTo>
                      <a:pt x="18790" y="36605"/>
                    </a:lnTo>
                    <a:lnTo>
                      <a:pt x="19123" y="36580"/>
                    </a:lnTo>
                    <a:lnTo>
                      <a:pt x="19456" y="36554"/>
                    </a:lnTo>
                    <a:lnTo>
                      <a:pt x="19789" y="36503"/>
                    </a:lnTo>
                    <a:lnTo>
                      <a:pt x="20109" y="36452"/>
                    </a:lnTo>
                    <a:lnTo>
                      <a:pt x="20429" y="36375"/>
                    </a:lnTo>
                    <a:lnTo>
                      <a:pt x="20750" y="36298"/>
                    </a:lnTo>
                    <a:lnTo>
                      <a:pt x="21057" y="36208"/>
                    </a:lnTo>
                    <a:lnTo>
                      <a:pt x="21364" y="36106"/>
                    </a:lnTo>
                    <a:lnTo>
                      <a:pt x="21659" y="35991"/>
                    </a:lnTo>
                    <a:lnTo>
                      <a:pt x="21953" y="35863"/>
                    </a:lnTo>
                    <a:lnTo>
                      <a:pt x="22248" y="35722"/>
                    </a:lnTo>
                    <a:lnTo>
                      <a:pt x="22530" y="35581"/>
                    </a:lnTo>
                    <a:lnTo>
                      <a:pt x="22812" y="35427"/>
                    </a:lnTo>
                    <a:lnTo>
                      <a:pt x="23081" y="35248"/>
                    </a:lnTo>
                    <a:lnTo>
                      <a:pt x="23337" y="35081"/>
                    </a:lnTo>
                    <a:lnTo>
                      <a:pt x="23593" y="34889"/>
                    </a:lnTo>
                    <a:lnTo>
                      <a:pt x="23849" y="34697"/>
                    </a:lnTo>
                    <a:lnTo>
                      <a:pt x="24080" y="34492"/>
                    </a:lnTo>
                    <a:lnTo>
                      <a:pt x="24323" y="34274"/>
                    </a:lnTo>
                    <a:lnTo>
                      <a:pt x="24541" y="34057"/>
                    </a:lnTo>
                    <a:lnTo>
                      <a:pt x="24758" y="33826"/>
                    </a:lnTo>
                    <a:lnTo>
                      <a:pt x="24976" y="33596"/>
                    </a:lnTo>
                    <a:lnTo>
                      <a:pt x="25168" y="33352"/>
                    </a:lnTo>
                    <a:lnTo>
                      <a:pt x="25360" y="33096"/>
                    </a:lnTo>
                    <a:lnTo>
                      <a:pt x="25540" y="32840"/>
                    </a:lnTo>
                    <a:lnTo>
                      <a:pt x="25719" y="32571"/>
                    </a:lnTo>
                    <a:lnTo>
                      <a:pt x="25885" y="32302"/>
                    </a:lnTo>
                    <a:lnTo>
                      <a:pt x="26039" y="32020"/>
                    </a:lnTo>
                    <a:lnTo>
                      <a:pt x="26180" y="31738"/>
                    </a:lnTo>
                    <a:lnTo>
                      <a:pt x="26308" y="31444"/>
                    </a:lnTo>
                    <a:lnTo>
                      <a:pt x="26436" y="31149"/>
                    </a:lnTo>
                    <a:lnTo>
                      <a:pt x="26628" y="31316"/>
                    </a:lnTo>
                    <a:lnTo>
                      <a:pt x="26833" y="31482"/>
                    </a:lnTo>
                    <a:lnTo>
                      <a:pt x="27051" y="31649"/>
                    </a:lnTo>
                    <a:lnTo>
                      <a:pt x="27269" y="31790"/>
                    </a:lnTo>
                    <a:lnTo>
                      <a:pt x="27499" y="31931"/>
                    </a:lnTo>
                    <a:lnTo>
                      <a:pt x="27730" y="32059"/>
                    </a:lnTo>
                    <a:lnTo>
                      <a:pt x="27973" y="32174"/>
                    </a:lnTo>
                    <a:lnTo>
                      <a:pt x="28216" y="32276"/>
                    </a:lnTo>
                    <a:lnTo>
                      <a:pt x="28473" y="32366"/>
                    </a:lnTo>
                    <a:lnTo>
                      <a:pt x="28729" y="32456"/>
                    </a:lnTo>
                    <a:lnTo>
                      <a:pt x="28985" y="32520"/>
                    </a:lnTo>
                    <a:lnTo>
                      <a:pt x="29254" y="32584"/>
                    </a:lnTo>
                    <a:lnTo>
                      <a:pt x="29523" y="32622"/>
                    </a:lnTo>
                    <a:lnTo>
                      <a:pt x="29805" y="32661"/>
                    </a:lnTo>
                    <a:lnTo>
                      <a:pt x="30086" y="32686"/>
                    </a:lnTo>
                    <a:lnTo>
                      <a:pt x="30368" y="32686"/>
                    </a:lnTo>
                    <a:lnTo>
                      <a:pt x="30688" y="32673"/>
                    </a:lnTo>
                    <a:lnTo>
                      <a:pt x="31009" y="32648"/>
                    </a:lnTo>
                    <a:lnTo>
                      <a:pt x="31329" y="32609"/>
                    </a:lnTo>
                    <a:lnTo>
                      <a:pt x="31636" y="32545"/>
                    </a:lnTo>
                    <a:lnTo>
                      <a:pt x="31931" y="32468"/>
                    </a:lnTo>
                    <a:lnTo>
                      <a:pt x="32238" y="32379"/>
                    </a:lnTo>
                    <a:lnTo>
                      <a:pt x="32520" y="32276"/>
                    </a:lnTo>
                    <a:lnTo>
                      <a:pt x="32802" y="32148"/>
                    </a:lnTo>
                    <a:lnTo>
                      <a:pt x="33083" y="32020"/>
                    </a:lnTo>
                    <a:lnTo>
                      <a:pt x="33340" y="31866"/>
                    </a:lnTo>
                    <a:lnTo>
                      <a:pt x="33596" y="31700"/>
                    </a:lnTo>
                    <a:lnTo>
                      <a:pt x="33852" y="31521"/>
                    </a:lnTo>
                    <a:lnTo>
                      <a:pt x="34082" y="31341"/>
                    </a:lnTo>
                    <a:lnTo>
                      <a:pt x="34313" y="31136"/>
                    </a:lnTo>
                    <a:lnTo>
                      <a:pt x="34531" y="30919"/>
                    </a:lnTo>
                    <a:lnTo>
                      <a:pt x="34736" y="30701"/>
                    </a:lnTo>
                    <a:lnTo>
                      <a:pt x="34915" y="30867"/>
                    </a:lnTo>
                    <a:lnTo>
                      <a:pt x="35107" y="31021"/>
                    </a:lnTo>
                    <a:lnTo>
                      <a:pt x="35299" y="31162"/>
                    </a:lnTo>
                    <a:lnTo>
                      <a:pt x="35504" y="31303"/>
                    </a:lnTo>
                    <a:lnTo>
                      <a:pt x="35709" y="31431"/>
                    </a:lnTo>
                    <a:lnTo>
                      <a:pt x="35927" y="31546"/>
                    </a:lnTo>
                    <a:lnTo>
                      <a:pt x="36145" y="31662"/>
                    </a:lnTo>
                    <a:lnTo>
                      <a:pt x="36375" y="31764"/>
                    </a:lnTo>
                    <a:lnTo>
                      <a:pt x="36606" y="31854"/>
                    </a:lnTo>
                    <a:lnTo>
                      <a:pt x="36836" y="31931"/>
                    </a:lnTo>
                    <a:lnTo>
                      <a:pt x="37080" y="31995"/>
                    </a:lnTo>
                    <a:lnTo>
                      <a:pt x="37336" y="32046"/>
                    </a:lnTo>
                    <a:lnTo>
                      <a:pt x="37579" y="32097"/>
                    </a:lnTo>
                    <a:lnTo>
                      <a:pt x="37835" y="32123"/>
                    </a:lnTo>
                    <a:lnTo>
                      <a:pt x="38091" y="32135"/>
                    </a:lnTo>
                    <a:lnTo>
                      <a:pt x="38360" y="32148"/>
                    </a:lnTo>
                    <a:lnTo>
                      <a:pt x="38629" y="32135"/>
                    </a:lnTo>
                    <a:lnTo>
                      <a:pt x="38898" y="32123"/>
                    </a:lnTo>
                    <a:lnTo>
                      <a:pt x="39154" y="32084"/>
                    </a:lnTo>
                    <a:lnTo>
                      <a:pt x="39423" y="32046"/>
                    </a:lnTo>
                    <a:lnTo>
                      <a:pt x="39667" y="31982"/>
                    </a:lnTo>
                    <a:lnTo>
                      <a:pt x="39923" y="31905"/>
                    </a:lnTo>
                    <a:lnTo>
                      <a:pt x="40166" y="31828"/>
                    </a:lnTo>
                    <a:lnTo>
                      <a:pt x="40410" y="31738"/>
                    </a:lnTo>
                    <a:lnTo>
                      <a:pt x="40640" y="31623"/>
                    </a:lnTo>
                    <a:lnTo>
                      <a:pt x="40871" y="31508"/>
                    </a:lnTo>
                    <a:lnTo>
                      <a:pt x="41088" y="31380"/>
                    </a:lnTo>
                    <a:lnTo>
                      <a:pt x="41306" y="31252"/>
                    </a:lnTo>
                    <a:lnTo>
                      <a:pt x="41511" y="31098"/>
                    </a:lnTo>
                    <a:lnTo>
                      <a:pt x="41703" y="30944"/>
                    </a:lnTo>
                    <a:lnTo>
                      <a:pt x="41895" y="30778"/>
                    </a:lnTo>
                    <a:lnTo>
                      <a:pt x="42087" y="30598"/>
                    </a:lnTo>
                    <a:lnTo>
                      <a:pt x="42254" y="30419"/>
                    </a:lnTo>
                    <a:lnTo>
                      <a:pt x="42420" y="30227"/>
                    </a:lnTo>
                    <a:lnTo>
                      <a:pt x="42574" y="30035"/>
                    </a:lnTo>
                    <a:lnTo>
                      <a:pt x="42728" y="29830"/>
                    </a:lnTo>
                    <a:lnTo>
                      <a:pt x="42869" y="29612"/>
                    </a:lnTo>
                    <a:lnTo>
                      <a:pt x="42984" y="29395"/>
                    </a:lnTo>
                    <a:lnTo>
                      <a:pt x="43112" y="29164"/>
                    </a:lnTo>
                    <a:lnTo>
                      <a:pt x="43214" y="28933"/>
                    </a:lnTo>
                    <a:lnTo>
                      <a:pt x="43304" y="28690"/>
                    </a:lnTo>
                    <a:lnTo>
                      <a:pt x="43394" y="28447"/>
                    </a:lnTo>
                    <a:lnTo>
                      <a:pt x="43458" y="28191"/>
                    </a:lnTo>
                    <a:lnTo>
                      <a:pt x="43522" y="27934"/>
                    </a:lnTo>
                    <a:lnTo>
                      <a:pt x="43560" y="27678"/>
                    </a:lnTo>
                    <a:lnTo>
                      <a:pt x="43599" y="27422"/>
                    </a:lnTo>
                    <a:lnTo>
                      <a:pt x="43624" y="27153"/>
                    </a:lnTo>
                    <a:lnTo>
                      <a:pt x="43624" y="26871"/>
                    </a:lnTo>
                    <a:lnTo>
                      <a:pt x="43624" y="26692"/>
                    </a:lnTo>
                    <a:lnTo>
                      <a:pt x="43612" y="26500"/>
                    </a:lnTo>
                    <a:lnTo>
                      <a:pt x="43573" y="26141"/>
                    </a:lnTo>
                    <a:lnTo>
                      <a:pt x="43842" y="26013"/>
                    </a:lnTo>
                    <a:lnTo>
                      <a:pt x="44124" y="25872"/>
                    </a:lnTo>
                    <a:lnTo>
                      <a:pt x="44393" y="25719"/>
                    </a:lnTo>
                    <a:lnTo>
                      <a:pt x="44649" y="25565"/>
                    </a:lnTo>
                    <a:lnTo>
                      <a:pt x="44905" y="25398"/>
                    </a:lnTo>
                    <a:lnTo>
                      <a:pt x="45161" y="25219"/>
                    </a:lnTo>
                    <a:lnTo>
                      <a:pt x="45392" y="25040"/>
                    </a:lnTo>
                    <a:lnTo>
                      <a:pt x="45635" y="24848"/>
                    </a:lnTo>
                    <a:lnTo>
                      <a:pt x="45866" y="24643"/>
                    </a:lnTo>
                    <a:lnTo>
                      <a:pt x="46083" y="24438"/>
                    </a:lnTo>
                    <a:lnTo>
                      <a:pt x="46301" y="24220"/>
                    </a:lnTo>
                    <a:lnTo>
                      <a:pt x="46506" y="24002"/>
                    </a:lnTo>
                    <a:lnTo>
                      <a:pt x="46698" y="23772"/>
                    </a:lnTo>
                    <a:lnTo>
                      <a:pt x="46890" y="23529"/>
                    </a:lnTo>
                    <a:lnTo>
                      <a:pt x="47070" y="23285"/>
                    </a:lnTo>
                    <a:lnTo>
                      <a:pt x="47249" y="23029"/>
                    </a:lnTo>
                    <a:lnTo>
                      <a:pt x="47415" y="22773"/>
                    </a:lnTo>
                    <a:lnTo>
                      <a:pt x="47569" y="22517"/>
                    </a:lnTo>
                    <a:lnTo>
                      <a:pt x="47710" y="22248"/>
                    </a:lnTo>
                    <a:lnTo>
                      <a:pt x="47851" y="21966"/>
                    </a:lnTo>
                    <a:lnTo>
                      <a:pt x="47979" y="21684"/>
                    </a:lnTo>
                    <a:lnTo>
                      <a:pt x="48094" y="21402"/>
                    </a:lnTo>
                    <a:lnTo>
                      <a:pt x="48197" y="21108"/>
                    </a:lnTo>
                    <a:lnTo>
                      <a:pt x="48299" y="20813"/>
                    </a:lnTo>
                    <a:lnTo>
                      <a:pt x="48376" y="20519"/>
                    </a:lnTo>
                    <a:lnTo>
                      <a:pt x="48453" y="20211"/>
                    </a:lnTo>
                    <a:lnTo>
                      <a:pt x="48517" y="19904"/>
                    </a:lnTo>
                    <a:lnTo>
                      <a:pt x="48568" y="19596"/>
                    </a:lnTo>
                    <a:lnTo>
                      <a:pt x="48619" y="19276"/>
                    </a:lnTo>
                    <a:lnTo>
                      <a:pt x="48645" y="18956"/>
                    </a:lnTo>
                    <a:lnTo>
                      <a:pt x="48671" y="18636"/>
                    </a:lnTo>
                    <a:lnTo>
                      <a:pt x="48671" y="18303"/>
                    </a:lnTo>
                    <a:lnTo>
                      <a:pt x="48671" y="17996"/>
                    </a:lnTo>
                    <a:lnTo>
                      <a:pt x="48645" y="17688"/>
                    </a:lnTo>
                    <a:lnTo>
                      <a:pt x="48619" y="17394"/>
                    </a:lnTo>
                    <a:lnTo>
                      <a:pt x="48581" y="17086"/>
                    </a:lnTo>
                    <a:lnTo>
                      <a:pt x="48543" y="16792"/>
                    </a:lnTo>
                    <a:lnTo>
                      <a:pt x="48479" y="16497"/>
                    </a:lnTo>
                    <a:lnTo>
                      <a:pt x="48414" y="16215"/>
                    </a:lnTo>
                    <a:lnTo>
                      <a:pt x="48338" y="15933"/>
                    </a:lnTo>
                    <a:lnTo>
                      <a:pt x="48248" y="15652"/>
                    </a:lnTo>
                    <a:lnTo>
                      <a:pt x="48158" y="15370"/>
                    </a:lnTo>
                    <a:lnTo>
                      <a:pt x="48056" y="15101"/>
                    </a:lnTo>
                    <a:lnTo>
                      <a:pt x="47941" y="14832"/>
                    </a:lnTo>
                    <a:lnTo>
                      <a:pt x="47813" y="14576"/>
                    </a:lnTo>
                    <a:lnTo>
                      <a:pt x="47684" y="14307"/>
                    </a:lnTo>
                    <a:lnTo>
                      <a:pt x="47544" y="14063"/>
                    </a:lnTo>
                    <a:lnTo>
                      <a:pt x="47403" y="13807"/>
                    </a:lnTo>
                    <a:lnTo>
                      <a:pt x="47236" y="13564"/>
                    </a:lnTo>
                    <a:lnTo>
                      <a:pt x="47082" y="13333"/>
                    </a:lnTo>
                    <a:lnTo>
                      <a:pt x="46903" y="13103"/>
                    </a:lnTo>
                    <a:lnTo>
                      <a:pt x="46724" y="12872"/>
                    </a:lnTo>
                    <a:lnTo>
                      <a:pt x="46545" y="12655"/>
                    </a:lnTo>
                    <a:lnTo>
                      <a:pt x="46352" y="12450"/>
                    </a:lnTo>
                    <a:lnTo>
                      <a:pt x="46147" y="12245"/>
                    </a:lnTo>
                    <a:lnTo>
                      <a:pt x="45943" y="12040"/>
                    </a:lnTo>
                    <a:lnTo>
                      <a:pt x="45738" y="11848"/>
                    </a:lnTo>
                    <a:lnTo>
                      <a:pt x="45520" y="11668"/>
                    </a:lnTo>
                    <a:lnTo>
                      <a:pt x="45289" y="11489"/>
                    </a:lnTo>
                    <a:lnTo>
                      <a:pt x="45059" y="11323"/>
                    </a:lnTo>
                    <a:lnTo>
                      <a:pt x="44815" y="11156"/>
                    </a:lnTo>
                    <a:lnTo>
                      <a:pt x="44585" y="11002"/>
                    </a:lnTo>
                    <a:lnTo>
                      <a:pt x="44329" y="10849"/>
                    </a:lnTo>
                    <a:lnTo>
                      <a:pt x="44073" y="10721"/>
                    </a:lnTo>
                    <a:lnTo>
                      <a:pt x="44111" y="10477"/>
                    </a:lnTo>
                    <a:lnTo>
                      <a:pt x="44137" y="10234"/>
                    </a:lnTo>
                    <a:lnTo>
                      <a:pt x="44162" y="9978"/>
                    </a:lnTo>
                    <a:lnTo>
                      <a:pt x="44162" y="9734"/>
                    </a:lnTo>
                    <a:lnTo>
                      <a:pt x="44162" y="9440"/>
                    </a:lnTo>
                    <a:lnTo>
                      <a:pt x="44137" y="9145"/>
                    </a:lnTo>
                    <a:lnTo>
                      <a:pt x="44098" y="8851"/>
                    </a:lnTo>
                    <a:lnTo>
                      <a:pt x="44047" y="8556"/>
                    </a:lnTo>
                    <a:lnTo>
                      <a:pt x="43983" y="8287"/>
                    </a:lnTo>
                    <a:lnTo>
                      <a:pt x="43906" y="8005"/>
                    </a:lnTo>
                    <a:lnTo>
                      <a:pt x="43816" y="7736"/>
                    </a:lnTo>
                    <a:lnTo>
                      <a:pt x="43714" y="7467"/>
                    </a:lnTo>
                    <a:lnTo>
                      <a:pt x="43599" y="7211"/>
                    </a:lnTo>
                    <a:lnTo>
                      <a:pt x="43471" y="6968"/>
                    </a:lnTo>
                    <a:lnTo>
                      <a:pt x="43330" y="6725"/>
                    </a:lnTo>
                    <a:lnTo>
                      <a:pt x="43176" y="6481"/>
                    </a:lnTo>
                    <a:lnTo>
                      <a:pt x="43010" y="6251"/>
                    </a:lnTo>
                    <a:lnTo>
                      <a:pt x="42843" y="6033"/>
                    </a:lnTo>
                    <a:lnTo>
                      <a:pt x="42651" y="5828"/>
                    </a:lnTo>
                    <a:lnTo>
                      <a:pt x="42459" y="5623"/>
                    </a:lnTo>
                    <a:lnTo>
                      <a:pt x="42267" y="5431"/>
                    </a:lnTo>
                    <a:lnTo>
                      <a:pt x="42049" y="5252"/>
                    </a:lnTo>
                    <a:lnTo>
                      <a:pt x="41831" y="5072"/>
                    </a:lnTo>
                    <a:lnTo>
                      <a:pt x="41601" y="4919"/>
                    </a:lnTo>
                    <a:lnTo>
                      <a:pt x="41370" y="4765"/>
                    </a:lnTo>
                    <a:lnTo>
                      <a:pt x="41127" y="4624"/>
                    </a:lnTo>
                    <a:lnTo>
                      <a:pt x="40871" y="4496"/>
                    </a:lnTo>
                    <a:lnTo>
                      <a:pt x="40614" y="4381"/>
                    </a:lnTo>
                    <a:lnTo>
                      <a:pt x="40358" y="4278"/>
                    </a:lnTo>
                    <a:lnTo>
                      <a:pt x="40089" y="4189"/>
                    </a:lnTo>
                    <a:lnTo>
                      <a:pt x="39808" y="4099"/>
                    </a:lnTo>
                    <a:lnTo>
                      <a:pt x="39526" y="4035"/>
                    </a:lnTo>
                    <a:lnTo>
                      <a:pt x="39244" y="3984"/>
                    </a:lnTo>
                    <a:lnTo>
                      <a:pt x="38949" y="3958"/>
                    </a:lnTo>
                    <a:lnTo>
                      <a:pt x="38655" y="3932"/>
                    </a:lnTo>
                    <a:lnTo>
                      <a:pt x="38360" y="3920"/>
                    </a:lnTo>
                    <a:lnTo>
                      <a:pt x="38130" y="3932"/>
                    </a:lnTo>
                    <a:lnTo>
                      <a:pt x="37899" y="3945"/>
                    </a:lnTo>
                    <a:lnTo>
                      <a:pt x="37681" y="3971"/>
                    </a:lnTo>
                    <a:lnTo>
                      <a:pt x="37464" y="3996"/>
                    </a:lnTo>
                    <a:lnTo>
                      <a:pt x="37310" y="3779"/>
                    </a:lnTo>
                    <a:lnTo>
                      <a:pt x="37156" y="3561"/>
                    </a:lnTo>
                    <a:lnTo>
                      <a:pt x="37003" y="3343"/>
                    </a:lnTo>
                    <a:lnTo>
                      <a:pt x="36836" y="3138"/>
                    </a:lnTo>
                    <a:lnTo>
                      <a:pt x="36670" y="2933"/>
                    </a:lnTo>
                    <a:lnTo>
                      <a:pt x="36490" y="2741"/>
                    </a:lnTo>
                    <a:lnTo>
                      <a:pt x="36311" y="2549"/>
                    </a:lnTo>
                    <a:lnTo>
                      <a:pt x="36119" y="2357"/>
                    </a:lnTo>
                    <a:lnTo>
                      <a:pt x="35927" y="2178"/>
                    </a:lnTo>
                    <a:lnTo>
                      <a:pt x="35722" y="2011"/>
                    </a:lnTo>
                    <a:lnTo>
                      <a:pt x="35517" y="1845"/>
                    </a:lnTo>
                    <a:lnTo>
                      <a:pt x="35312" y="1678"/>
                    </a:lnTo>
                    <a:lnTo>
                      <a:pt x="35094" y="1525"/>
                    </a:lnTo>
                    <a:lnTo>
                      <a:pt x="34864" y="1371"/>
                    </a:lnTo>
                    <a:lnTo>
                      <a:pt x="34646" y="1230"/>
                    </a:lnTo>
                    <a:lnTo>
                      <a:pt x="34415" y="1102"/>
                    </a:lnTo>
                    <a:lnTo>
                      <a:pt x="34185" y="974"/>
                    </a:lnTo>
                    <a:lnTo>
                      <a:pt x="33942" y="846"/>
                    </a:lnTo>
                    <a:lnTo>
                      <a:pt x="33698" y="743"/>
                    </a:lnTo>
                    <a:lnTo>
                      <a:pt x="33455" y="628"/>
                    </a:lnTo>
                    <a:lnTo>
                      <a:pt x="33199" y="538"/>
                    </a:lnTo>
                    <a:lnTo>
                      <a:pt x="32943" y="449"/>
                    </a:lnTo>
                    <a:lnTo>
                      <a:pt x="32686" y="359"/>
                    </a:lnTo>
                    <a:lnTo>
                      <a:pt x="32430" y="282"/>
                    </a:lnTo>
                    <a:lnTo>
                      <a:pt x="32161" y="218"/>
                    </a:lnTo>
                    <a:lnTo>
                      <a:pt x="31892" y="167"/>
                    </a:lnTo>
                    <a:lnTo>
                      <a:pt x="31623" y="116"/>
                    </a:lnTo>
                    <a:lnTo>
                      <a:pt x="31342" y="77"/>
                    </a:lnTo>
                    <a:lnTo>
                      <a:pt x="31073" y="39"/>
                    </a:lnTo>
                    <a:lnTo>
                      <a:pt x="30791" y="13"/>
                    </a:lnTo>
                    <a:lnTo>
                      <a:pt x="30509" y="0"/>
                    </a:lnTo>
                    <a:lnTo>
                      <a:pt x="30215" y="0"/>
                    </a:lnTo>
                    <a:lnTo>
                      <a:pt x="29792" y="13"/>
                    </a:lnTo>
                    <a:lnTo>
                      <a:pt x="29369" y="39"/>
                    </a:lnTo>
                    <a:lnTo>
                      <a:pt x="28959" y="90"/>
                    </a:lnTo>
                    <a:lnTo>
                      <a:pt x="28549" y="167"/>
                    </a:lnTo>
                    <a:lnTo>
                      <a:pt x="28152" y="257"/>
                    </a:lnTo>
                    <a:lnTo>
                      <a:pt x="27755" y="359"/>
                    </a:lnTo>
                    <a:lnTo>
                      <a:pt x="27371" y="487"/>
                    </a:lnTo>
                    <a:lnTo>
                      <a:pt x="27000" y="628"/>
                    </a:lnTo>
                    <a:lnTo>
                      <a:pt x="26628" y="795"/>
                    </a:lnTo>
                    <a:lnTo>
                      <a:pt x="26270" y="961"/>
                    </a:lnTo>
                    <a:lnTo>
                      <a:pt x="25924" y="1166"/>
                    </a:lnTo>
                    <a:lnTo>
                      <a:pt x="25578" y="1371"/>
                    </a:lnTo>
                    <a:lnTo>
                      <a:pt x="25258" y="1589"/>
                    </a:lnTo>
                    <a:lnTo>
                      <a:pt x="24938" y="1832"/>
                    </a:lnTo>
                    <a:lnTo>
                      <a:pt x="24630" y="2088"/>
                    </a:lnTo>
                    <a:lnTo>
                      <a:pt x="24336" y="2344"/>
                    </a:lnTo>
                    <a:lnTo>
                      <a:pt x="24041" y="2088"/>
                    </a:lnTo>
                    <a:lnTo>
                      <a:pt x="23734" y="1832"/>
                    </a:lnTo>
                    <a:lnTo>
                      <a:pt x="23414" y="1589"/>
                    </a:lnTo>
                    <a:lnTo>
                      <a:pt x="23093" y="1371"/>
                    </a:lnTo>
                    <a:lnTo>
                      <a:pt x="22748" y="1166"/>
                    </a:lnTo>
                    <a:lnTo>
                      <a:pt x="22402" y="961"/>
                    </a:lnTo>
                    <a:lnTo>
                      <a:pt x="22043" y="795"/>
                    </a:lnTo>
                    <a:lnTo>
                      <a:pt x="21672" y="628"/>
                    </a:lnTo>
                    <a:lnTo>
                      <a:pt x="21300" y="487"/>
                    </a:lnTo>
                    <a:lnTo>
                      <a:pt x="20916" y="359"/>
                    </a:lnTo>
                    <a:lnTo>
                      <a:pt x="20519" y="257"/>
                    </a:lnTo>
                    <a:lnTo>
                      <a:pt x="20122" y="167"/>
                    </a:lnTo>
                    <a:lnTo>
                      <a:pt x="19712" y="90"/>
                    </a:lnTo>
                    <a:lnTo>
                      <a:pt x="19302" y="39"/>
                    </a:lnTo>
                    <a:lnTo>
                      <a:pt x="18880" y="13"/>
                    </a:lnTo>
                    <a:lnTo>
                      <a:pt x="1845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8" name="Google Shape;588;p19"/>
              <p:cNvSpPr/>
              <p:nvPr/>
            </p:nvSpPr>
            <p:spPr>
              <a:xfrm>
                <a:off x="6390765" y="1919092"/>
                <a:ext cx="141504" cy="141914"/>
              </a:xfrm>
              <a:custGeom>
                <a:rect b="b" l="l" r="r" t="t"/>
                <a:pathLst>
                  <a:path extrusionOk="0" h="4497" w="4484">
                    <a:moveTo>
                      <a:pt x="2242" y="1"/>
                    </a:moveTo>
                    <a:lnTo>
                      <a:pt x="2011" y="14"/>
                    </a:lnTo>
                    <a:lnTo>
                      <a:pt x="1793" y="52"/>
                    </a:lnTo>
                    <a:lnTo>
                      <a:pt x="1576" y="103"/>
                    </a:lnTo>
                    <a:lnTo>
                      <a:pt x="1371" y="180"/>
                    </a:lnTo>
                    <a:lnTo>
                      <a:pt x="1166" y="283"/>
                    </a:lnTo>
                    <a:lnTo>
                      <a:pt x="987" y="385"/>
                    </a:lnTo>
                    <a:lnTo>
                      <a:pt x="807" y="526"/>
                    </a:lnTo>
                    <a:lnTo>
                      <a:pt x="654" y="667"/>
                    </a:lnTo>
                    <a:lnTo>
                      <a:pt x="513" y="821"/>
                    </a:lnTo>
                    <a:lnTo>
                      <a:pt x="385" y="1000"/>
                    </a:lnTo>
                    <a:lnTo>
                      <a:pt x="269" y="1179"/>
                    </a:lnTo>
                    <a:lnTo>
                      <a:pt x="167" y="1384"/>
                    </a:lnTo>
                    <a:lnTo>
                      <a:pt x="90" y="1589"/>
                    </a:lnTo>
                    <a:lnTo>
                      <a:pt x="39" y="1807"/>
                    </a:lnTo>
                    <a:lnTo>
                      <a:pt x="0" y="2024"/>
                    </a:lnTo>
                    <a:lnTo>
                      <a:pt x="0" y="2255"/>
                    </a:lnTo>
                    <a:lnTo>
                      <a:pt x="0" y="2486"/>
                    </a:lnTo>
                    <a:lnTo>
                      <a:pt x="39" y="2703"/>
                    </a:lnTo>
                    <a:lnTo>
                      <a:pt x="90" y="2921"/>
                    </a:lnTo>
                    <a:lnTo>
                      <a:pt x="167" y="3126"/>
                    </a:lnTo>
                    <a:lnTo>
                      <a:pt x="269" y="3331"/>
                    </a:lnTo>
                    <a:lnTo>
                      <a:pt x="385" y="3510"/>
                    </a:lnTo>
                    <a:lnTo>
                      <a:pt x="513" y="3677"/>
                    </a:lnTo>
                    <a:lnTo>
                      <a:pt x="654" y="3843"/>
                    </a:lnTo>
                    <a:lnTo>
                      <a:pt x="807" y="3984"/>
                    </a:lnTo>
                    <a:lnTo>
                      <a:pt x="987" y="4112"/>
                    </a:lnTo>
                    <a:lnTo>
                      <a:pt x="1166" y="4227"/>
                    </a:lnTo>
                    <a:lnTo>
                      <a:pt x="1371" y="4330"/>
                    </a:lnTo>
                    <a:lnTo>
                      <a:pt x="1576" y="4394"/>
                    </a:lnTo>
                    <a:lnTo>
                      <a:pt x="1793" y="4458"/>
                    </a:lnTo>
                    <a:lnTo>
                      <a:pt x="2011" y="4484"/>
                    </a:lnTo>
                    <a:lnTo>
                      <a:pt x="2242" y="4496"/>
                    </a:lnTo>
                    <a:lnTo>
                      <a:pt x="2472" y="4484"/>
                    </a:lnTo>
                    <a:lnTo>
                      <a:pt x="2690" y="4458"/>
                    </a:lnTo>
                    <a:lnTo>
                      <a:pt x="2908" y="4394"/>
                    </a:lnTo>
                    <a:lnTo>
                      <a:pt x="3113" y="4330"/>
                    </a:lnTo>
                    <a:lnTo>
                      <a:pt x="3318" y="4227"/>
                    </a:lnTo>
                    <a:lnTo>
                      <a:pt x="3497" y="4112"/>
                    </a:lnTo>
                    <a:lnTo>
                      <a:pt x="3676" y="3984"/>
                    </a:lnTo>
                    <a:lnTo>
                      <a:pt x="3830" y="3843"/>
                    </a:lnTo>
                    <a:lnTo>
                      <a:pt x="3971" y="3677"/>
                    </a:lnTo>
                    <a:lnTo>
                      <a:pt x="4099" y="3510"/>
                    </a:lnTo>
                    <a:lnTo>
                      <a:pt x="4214" y="3331"/>
                    </a:lnTo>
                    <a:lnTo>
                      <a:pt x="4317" y="3126"/>
                    </a:lnTo>
                    <a:lnTo>
                      <a:pt x="4393" y="2921"/>
                    </a:lnTo>
                    <a:lnTo>
                      <a:pt x="4445" y="2703"/>
                    </a:lnTo>
                    <a:lnTo>
                      <a:pt x="4470" y="2486"/>
                    </a:lnTo>
                    <a:lnTo>
                      <a:pt x="4483" y="2255"/>
                    </a:lnTo>
                    <a:lnTo>
                      <a:pt x="4470" y="2024"/>
                    </a:lnTo>
                    <a:lnTo>
                      <a:pt x="4445" y="1807"/>
                    </a:lnTo>
                    <a:lnTo>
                      <a:pt x="4393" y="1589"/>
                    </a:lnTo>
                    <a:lnTo>
                      <a:pt x="4317" y="1384"/>
                    </a:lnTo>
                    <a:lnTo>
                      <a:pt x="4214" y="1179"/>
                    </a:lnTo>
                    <a:lnTo>
                      <a:pt x="4099" y="1000"/>
                    </a:lnTo>
                    <a:lnTo>
                      <a:pt x="3971" y="821"/>
                    </a:lnTo>
                    <a:lnTo>
                      <a:pt x="3830" y="667"/>
                    </a:lnTo>
                    <a:lnTo>
                      <a:pt x="3676" y="526"/>
                    </a:lnTo>
                    <a:lnTo>
                      <a:pt x="3497" y="385"/>
                    </a:lnTo>
                    <a:lnTo>
                      <a:pt x="3318" y="283"/>
                    </a:lnTo>
                    <a:lnTo>
                      <a:pt x="3113" y="180"/>
                    </a:lnTo>
                    <a:lnTo>
                      <a:pt x="2908" y="103"/>
                    </a:lnTo>
                    <a:lnTo>
                      <a:pt x="2690" y="52"/>
                    </a:lnTo>
                    <a:lnTo>
                      <a:pt x="2472" y="14"/>
                    </a:lnTo>
                    <a:lnTo>
                      <a:pt x="2242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9" name="Google Shape;589;p19"/>
              <p:cNvSpPr/>
              <p:nvPr/>
            </p:nvSpPr>
            <p:spPr>
              <a:xfrm>
                <a:off x="6244842" y="2482932"/>
                <a:ext cx="39636" cy="115248"/>
              </a:xfrm>
              <a:custGeom>
                <a:rect b="b" l="l" r="r" t="t"/>
                <a:pathLst>
                  <a:path extrusionOk="0" h="3652" w="1256">
                    <a:moveTo>
                      <a:pt x="1" y="1"/>
                    </a:moveTo>
                    <a:lnTo>
                      <a:pt x="1" y="3651"/>
                    </a:lnTo>
                    <a:lnTo>
                      <a:pt x="1256" y="3651"/>
                    </a:lnTo>
                    <a:lnTo>
                      <a:pt x="1256" y="1"/>
                    </a:lnTo>
                    <a:close/>
                  </a:path>
                </a:pathLst>
              </a:custGeom>
              <a:solidFill>
                <a:srgbClr val="F9CDD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0" name="Google Shape;590;p19"/>
              <p:cNvSpPr/>
              <p:nvPr/>
            </p:nvSpPr>
            <p:spPr>
              <a:xfrm>
                <a:off x="6323673" y="2482932"/>
                <a:ext cx="39226" cy="115248"/>
              </a:xfrm>
              <a:custGeom>
                <a:rect b="b" l="l" r="r" t="t"/>
                <a:pathLst>
                  <a:path extrusionOk="0" h="3652" w="1243">
                    <a:moveTo>
                      <a:pt x="0" y="1"/>
                    </a:moveTo>
                    <a:lnTo>
                      <a:pt x="0" y="3651"/>
                    </a:lnTo>
                    <a:lnTo>
                      <a:pt x="1243" y="3651"/>
                    </a:lnTo>
                    <a:lnTo>
                      <a:pt x="1243" y="1"/>
                    </a:lnTo>
                    <a:close/>
                  </a:path>
                </a:pathLst>
              </a:custGeom>
              <a:solidFill>
                <a:srgbClr val="F9CDD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1" name="Google Shape;591;p19"/>
              <p:cNvSpPr/>
              <p:nvPr/>
            </p:nvSpPr>
            <p:spPr>
              <a:xfrm>
                <a:off x="6402473" y="2482932"/>
                <a:ext cx="39636" cy="115248"/>
              </a:xfrm>
              <a:custGeom>
                <a:rect b="b" l="l" r="r" t="t"/>
                <a:pathLst>
                  <a:path extrusionOk="0" h="3652" w="1256">
                    <a:moveTo>
                      <a:pt x="1" y="1"/>
                    </a:moveTo>
                    <a:lnTo>
                      <a:pt x="1" y="3651"/>
                    </a:lnTo>
                    <a:lnTo>
                      <a:pt x="1256" y="3651"/>
                    </a:lnTo>
                    <a:lnTo>
                      <a:pt x="1256" y="1"/>
                    </a:lnTo>
                    <a:close/>
                  </a:path>
                </a:pathLst>
              </a:custGeom>
              <a:solidFill>
                <a:srgbClr val="F9CDD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2" name="Google Shape;592;p19"/>
              <p:cNvSpPr/>
              <p:nvPr/>
            </p:nvSpPr>
            <p:spPr>
              <a:xfrm>
                <a:off x="6481304" y="2482932"/>
                <a:ext cx="39226" cy="115248"/>
              </a:xfrm>
              <a:custGeom>
                <a:rect b="b" l="l" r="r" t="t"/>
                <a:pathLst>
                  <a:path extrusionOk="0" h="3652" w="1243">
                    <a:moveTo>
                      <a:pt x="0" y="1"/>
                    </a:moveTo>
                    <a:lnTo>
                      <a:pt x="0" y="3651"/>
                    </a:lnTo>
                    <a:lnTo>
                      <a:pt x="1243" y="3651"/>
                    </a:lnTo>
                    <a:lnTo>
                      <a:pt x="1243" y="1"/>
                    </a:lnTo>
                    <a:close/>
                  </a:path>
                </a:pathLst>
              </a:custGeom>
              <a:solidFill>
                <a:srgbClr val="F9CDD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3" name="Google Shape;593;p19"/>
              <p:cNvSpPr/>
              <p:nvPr/>
            </p:nvSpPr>
            <p:spPr>
              <a:xfrm>
                <a:off x="6560104" y="2482932"/>
                <a:ext cx="39258" cy="115248"/>
              </a:xfrm>
              <a:custGeom>
                <a:rect b="b" l="l" r="r" t="t"/>
                <a:pathLst>
                  <a:path extrusionOk="0" h="3652" w="1244">
                    <a:moveTo>
                      <a:pt x="1" y="1"/>
                    </a:moveTo>
                    <a:lnTo>
                      <a:pt x="1" y="3651"/>
                    </a:lnTo>
                    <a:lnTo>
                      <a:pt x="1243" y="3651"/>
                    </a:lnTo>
                    <a:lnTo>
                      <a:pt x="1243" y="1"/>
                    </a:lnTo>
                    <a:close/>
                  </a:path>
                </a:pathLst>
              </a:custGeom>
              <a:solidFill>
                <a:srgbClr val="F9CDD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4" name="Google Shape;594;p19"/>
              <p:cNvSpPr/>
              <p:nvPr/>
            </p:nvSpPr>
            <p:spPr>
              <a:xfrm>
                <a:off x="6638525" y="2482932"/>
                <a:ext cx="39636" cy="115248"/>
              </a:xfrm>
              <a:custGeom>
                <a:rect b="b" l="l" r="r" t="t"/>
                <a:pathLst>
                  <a:path extrusionOk="0" h="3652" w="1256">
                    <a:moveTo>
                      <a:pt x="1" y="1"/>
                    </a:moveTo>
                    <a:lnTo>
                      <a:pt x="1" y="3651"/>
                    </a:lnTo>
                    <a:lnTo>
                      <a:pt x="1256" y="3651"/>
                    </a:lnTo>
                    <a:lnTo>
                      <a:pt x="1256" y="1"/>
                    </a:lnTo>
                    <a:close/>
                  </a:path>
                </a:pathLst>
              </a:custGeom>
              <a:solidFill>
                <a:srgbClr val="F9CDD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5" name="Google Shape;595;p19"/>
              <p:cNvSpPr/>
              <p:nvPr/>
            </p:nvSpPr>
            <p:spPr>
              <a:xfrm>
                <a:off x="6659542" y="1637787"/>
                <a:ext cx="263978" cy="391692"/>
              </a:xfrm>
              <a:custGeom>
                <a:rect b="b" l="l" r="r" t="t"/>
                <a:pathLst>
                  <a:path extrusionOk="0" h="12412" w="8365">
                    <a:moveTo>
                      <a:pt x="8364" y="1"/>
                    </a:moveTo>
                    <a:lnTo>
                      <a:pt x="1" y="6200"/>
                    </a:lnTo>
                    <a:lnTo>
                      <a:pt x="3062" y="6200"/>
                    </a:lnTo>
                    <a:lnTo>
                      <a:pt x="1" y="12411"/>
                    </a:lnTo>
                    <a:lnTo>
                      <a:pt x="8364" y="6200"/>
                    </a:lnTo>
                    <a:lnTo>
                      <a:pt x="5303" y="6200"/>
                    </a:lnTo>
                    <a:lnTo>
                      <a:pt x="8364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6" name="Google Shape;596;p19"/>
              <p:cNvSpPr/>
              <p:nvPr/>
            </p:nvSpPr>
            <p:spPr>
              <a:xfrm>
                <a:off x="6034667" y="1487825"/>
                <a:ext cx="264357" cy="392102"/>
              </a:xfrm>
              <a:custGeom>
                <a:rect b="b" l="l" r="r" t="t"/>
                <a:pathLst>
                  <a:path extrusionOk="0" h="12425" w="8377">
                    <a:moveTo>
                      <a:pt x="1" y="1"/>
                    </a:moveTo>
                    <a:lnTo>
                      <a:pt x="3075" y="6213"/>
                    </a:lnTo>
                    <a:lnTo>
                      <a:pt x="1" y="6213"/>
                    </a:lnTo>
                    <a:lnTo>
                      <a:pt x="8377" y="12424"/>
                    </a:lnTo>
                    <a:lnTo>
                      <a:pt x="5316" y="6213"/>
                    </a:lnTo>
                    <a:lnTo>
                      <a:pt x="8377" y="6213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7" name="Google Shape;597;p19"/>
              <p:cNvSpPr/>
              <p:nvPr/>
            </p:nvSpPr>
            <p:spPr>
              <a:xfrm>
                <a:off x="5816003" y="2744860"/>
                <a:ext cx="603474" cy="155231"/>
              </a:xfrm>
              <a:custGeom>
                <a:rect b="b" l="l" r="r" t="t"/>
                <a:pathLst>
                  <a:path extrusionOk="0" h="4919" w="19123">
                    <a:moveTo>
                      <a:pt x="718" y="0"/>
                    </a:moveTo>
                    <a:lnTo>
                      <a:pt x="564" y="13"/>
                    </a:lnTo>
                    <a:lnTo>
                      <a:pt x="436" y="52"/>
                    </a:lnTo>
                    <a:lnTo>
                      <a:pt x="308" y="116"/>
                    </a:lnTo>
                    <a:lnTo>
                      <a:pt x="205" y="205"/>
                    </a:lnTo>
                    <a:lnTo>
                      <a:pt x="116" y="308"/>
                    </a:lnTo>
                    <a:lnTo>
                      <a:pt x="52" y="436"/>
                    </a:lnTo>
                    <a:lnTo>
                      <a:pt x="13" y="564"/>
                    </a:lnTo>
                    <a:lnTo>
                      <a:pt x="1" y="718"/>
                    </a:lnTo>
                    <a:lnTo>
                      <a:pt x="13" y="859"/>
                    </a:lnTo>
                    <a:lnTo>
                      <a:pt x="52" y="987"/>
                    </a:lnTo>
                    <a:lnTo>
                      <a:pt x="116" y="1115"/>
                    </a:lnTo>
                    <a:lnTo>
                      <a:pt x="205" y="1217"/>
                    </a:lnTo>
                    <a:lnTo>
                      <a:pt x="308" y="1307"/>
                    </a:lnTo>
                    <a:lnTo>
                      <a:pt x="436" y="1371"/>
                    </a:lnTo>
                    <a:lnTo>
                      <a:pt x="564" y="1409"/>
                    </a:lnTo>
                    <a:lnTo>
                      <a:pt x="718" y="1435"/>
                    </a:lnTo>
                    <a:lnTo>
                      <a:pt x="14550" y="1435"/>
                    </a:lnTo>
                    <a:lnTo>
                      <a:pt x="17906" y="4714"/>
                    </a:lnTo>
                    <a:lnTo>
                      <a:pt x="18021" y="4803"/>
                    </a:lnTo>
                    <a:lnTo>
                      <a:pt x="18136" y="4867"/>
                    </a:lnTo>
                    <a:lnTo>
                      <a:pt x="18277" y="4906"/>
                    </a:lnTo>
                    <a:lnTo>
                      <a:pt x="18405" y="4919"/>
                    </a:lnTo>
                    <a:lnTo>
                      <a:pt x="18546" y="4906"/>
                    </a:lnTo>
                    <a:lnTo>
                      <a:pt x="18674" y="4867"/>
                    </a:lnTo>
                    <a:lnTo>
                      <a:pt x="18802" y="4803"/>
                    </a:lnTo>
                    <a:lnTo>
                      <a:pt x="18918" y="4701"/>
                    </a:lnTo>
                    <a:lnTo>
                      <a:pt x="19007" y="4598"/>
                    </a:lnTo>
                    <a:lnTo>
                      <a:pt x="19071" y="4470"/>
                    </a:lnTo>
                    <a:lnTo>
                      <a:pt x="19110" y="4329"/>
                    </a:lnTo>
                    <a:lnTo>
                      <a:pt x="19123" y="4201"/>
                    </a:lnTo>
                    <a:lnTo>
                      <a:pt x="19110" y="4060"/>
                    </a:lnTo>
                    <a:lnTo>
                      <a:pt x="19071" y="3932"/>
                    </a:lnTo>
                    <a:lnTo>
                      <a:pt x="18995" y="3804"/>
                    </a:lnTo>
                    <a:lnTo>
                      <a:pt x="18905" y="3689"/>
                    </a:lnTo>
                    <a:lnTo>
                      <a:pt x="15344" y="205"/>
                    </a:lnTo>
                    <a:lnTo>
                      <a:pt x="15229" y="116"/>
                    </a:lnTo>
                    <a:lnTo>
                      <a:pt x="15114" y="52"/>
                    </a:lnTo>
                    <a:lnTo>
                      <a:pt x="14973" y="13"/>
                    </a:lnTo>
                    <a:lnTo>
                      <a:pt x="1484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8" name="Google Shape;598;p19"/>
              <p:cNvSpPr/>
              <p:nvPr/>
            </p:nvSpPr>
            <p:spPr>
              <a:xfrm>
                <a:off x="5672100" y="3007988"/>
                <a:ext cx="371495" cy="44875"/>
              </a:xfrm>
              <a:custGeom>
                <a:rect b="b" l="l" r="r" t="t"/>
                <a:pathLst>
                  <a:path extrusionOk="0" h="1422" w="11772">
                    <a:moveTo>
                      <a:pt x="718" y="0"/>
                    </a:moveTo>
                    <a:lnTo>
                      <a:pt x="577" y="13"/>
                    </a:lnTo>
                    <a:lnTo>
                      <a:pt x="436" y="52"/>
                    </a:lnTo>
                    <a:lnTo>
                      <a:pt x="321" y="116"/>
                    </a:lnTo>
                    <a:lnTo>
                      <a:pt x="206" y="205"/>
                    </a:lnTo>
                    <a:lnTo>
                      <a:pt x="116" y="308"/>
                    </a:lnTo>
                    <a:lnTo>
                      <a:pt x="52" y="436"/>
                    </a:lnTo>
                    <a:lnTo>
                      <a:pt x="14" y="564"/>
                    </a:lnTo>
                    <a:lnTo>
                      <a:pt x="1" y="718"/>
                    </a:lnTo>
                    <a:lnTo>
                      <a:pt x="14" y="858"/>
                    </a:lnTo>
                    <a:lnTo>
                      <a:pt x="52" y="987"/>
                    </a:lnTo>
                    <a:lnTo>
                      <a:pt x="116" y="1115"/>
                    </a:lnTo>
                    <a:lnTo>
                      <a:pt x="206" y="1217"/>
                    </a:lnTo>
                    <a:lnTo>
                      <a:pt x="321" y="1307"/>
                    </a:lnTo>
                    <a:lnTo>
                      <a:pt x="436" y="1371"/>
                    </a:lnTo>
                    <a:lnTo>
                      <a:pt x="577" y="1409"/>
                    </a:lnTo>
                    <a:lnTo>
                      <a:pt x="718" y="1422"/>
                    </a:lnTo>
                    <a:lnTo>
                      <a:pt x="11054" y="1422"/>
                    </a:lnTo>
                    <a:lnTo>
                      <a:pt x="11195" y="1409"/>
                    </a:lnTo>
                    <a:lnTo>
                      <a:pt x="11323" y="1371"/>
                    </a:lnTo>
                    <a:lnTo>
                      <a:pt x="11451" y="1307"/>
                    </a:lnTo>
                    <a:lnTo>
                      <a:pt x="11554" y="1217"/>
                    </a:lnTo>
                    <a:lnTo>
                      <a:pt x="11643" y="1115"/>
                    </a:lnTo>
                    <a:lnTo>
                      <a:pt x="11707" y="987"/>
                    </a:lnTo>
                    <a:lnTo>
                      <a:pt x="11746" y="858"/>
                    </a:lnTo>
                    <a:lnTo>
                      <a:pt x="11771" y="718"/>
                    </a:lnTo>
                    <a:lnTo>
                      <a:pt x="11746" y="564"/>
                    </a:lnTo>
                    <a:lnTo>
                      <a:pt x="11707" y="436"/>
                    </a:lnTo>
                    <a:lnTo>
                      <a:pt x="11643" y="308"/>
                    </a:lnTo>
                    <a:lnTo>
                      <a:pt x="11554" y="205"/>
                    </a:lnTo>
                    <a:lnTo>
                      <a:pt x="11451" y="116"/>
                    </a:lnTo>
                    <a:lnTo>
                      <a:pt x="11323" y="52"/>
                    </a:lnTo>
                    <a:lnTo>
                      <a:pt x="11195" y="13"/>
                    </a:lnTo>
                    <a:lnTo>
                      <a:pt x="1105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9" name="Google Shape;599;p19"/>
              <p:cNvSpPr/>
              <p:nvPr/>
            </p:nvSpPr>
            <p:spPr>
              <a:xfrm>
                <a:off x="5816003" y="3109824"/>
                <a:ext cx="405419" cy="159302"/>
              </a:xfrm>
              <a:custGeom>
                <a:rect b="b" l="l" r="r" t="t"/>
                <a:pathLst>
                  <a:path extrusionOk="0" h="5048" w="12847">
                    <a:moveTo>
                      <a:pt x="12078" y="1"/>
                    </a:moveTo>
                    <a:lnTo>
                      <a:pt x="11937" y="14"/>
                    </a:lnTo>
                    <a:lnTo>
                      <a:pt x="11809" y="65"/>
                    </a:lnTo>
                    <a:lnTo>
                      <a:pt x="11694" y="155"/>
                    </a:lnTo>
                    <a:lnTo>
                      <a:pt x="7352" y="3613"/>
                    </a:lnTo>
                    <a:lnTo>
                      <a:pt x="718" y="3613"/>
                    </a:lnTo>
                    <a:lnTo>
                      <a:pt x="564" y="3626"/>
                    </a:lnTo>
                    <a:lnTo>
                      <a:pt x="436" y="3664"/>
                    </a:lnTo>
                    <a:lnTo>
                      <a:pt x="308" y="3728"/>
                    </a:lnTo>
                    <a:lnTo>
                      <a:pt x="205" y="3818"/>
                    </a:lnTo>
                    <a:lnTo>
                      <a:pt x="116" y="3920"/>
                    </a:lnTo>
                    <a:lnTo>
                      <a:pt x="52" y="4048"/>
                    </a:lnTo>
                    <a:lnTo>
                      <a:pt x="13" y="4176"/>
                    </a:lnTo>
                    <a:lnTo>
                      <a:pt x="1" y="4330"/>
                    </a:lnTo>
                    <a:lnTo>
                      <a:pt x="13" y="4471"/>
                    </a:lnTo>
                    <a:lnTo>
                      <a:pt x="52" y="4599"/>
                    </a:lnTo>
                    <a:lnTo>
                      <a:pt x="116" y="4727"/>
                    </a:lnTo>
                    <a:lnTo>
                      <a:pt x="205" y="4829"/>
                    </a:lnTo>
                    <a:lnTo>
                      <a:pt x="308" y="4919"/>
                    </a:lnTo>
                    <a:lnTo>
                      <a:pt x="436" y="4983"/>
                    </a:lnTo>
                    <a:lnTo>
                      <a:pt x="564" y="5022"/>
                    </a:lnTo>
                    <a:lnTo>
                      <a:pt x="718" y="5047"/>
                    </a:lnTo>
                    <a:lnTo>
                      <a:pt x="7608" y="5047"/>
                    </a:lnTo>
                    <a:lnTo>
                      <a:pt x="7724" y="5034"/>
                    </a:lnTo>
                    <a:lnTo>
                      <a:pt x="7839" y="4996"/>
                    </a:lnTo>
                    <a:lnTo>
                      <a:pt x="7954" y="4958"/>
                    </a:lnTo>
                    <a:lnTo>
                      <a:pt x="8057" y="4881"/>
                    </a:lnTo>
                    <a:lnTo>
                      <a:pt x="12578" y="1269"/>
                    </a:lnTo>
                    <a:lnTo>
                      <a:pt x="12693" y="1166"/>
                    </a:lnTo>
                    <a:lnTo>
                      <a:pt x="12770" y="1051"/>
                    </a:lnTo>
                    <a:lnTo>
                      <a:pt x="12821" y="923"/>
                    </a:lnTo>
                    <a:lnTo>
                      <a:pt x="12847" y="795"/>
                    </a:lnTo>
                    <a:lnTo>
                      <a:pt x="12847" y="654"/>
                    </a:lnTo>
                    <a:lnTo>
                      <a:pt x="12821" y="513"/>
                    </a:lnTo>
                    <a:lnTo>
                      <a:pt x="12770" y="385"/>
                    </a:lnTo>
                    <a:lnTo>
                      <a:pt x="12693" y="257"/>
                    </a:lnTo>
                    <a:lnTo>
                      <a:pt x="12591" y="155"/>
                    </a:lnTo>
                    <a:lnTo>
                      <a:pt x="12475" y="78"/>
                    </a:lnTo>
                    <a:lnTo>
                      <a:pt x="12347" y="27"/>
                    </a:lnTo>
                    <a:lnTo>
                      <a:pt x="1221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0" name="Google Shape;600;p19"/>
              <p:cNvSpPr/>
              <p:nvPr/>
            </p:nvSpPr>
            <p:spPr>
              <a:xfrm>
                <a:off x="6701577" y="2532667"/>
                <a:ext cx="196856" cy="210615"/>
              </a:xfrm>
              <a:custGeom>
                <a:rect b="b" l="l" r="r" t="t"/>
                <a:pathLst>
                  <a:path extrusionOk="0" h="6674" w="6238">
                    <a:moveTo>
                      <a:pt x="5521" y="0"/>
                    </a:moveTo>
                    <a:lnTo>
                      <a:pt x="5367" y="13"/>
                    </a:lnTo>
                    <a:lnTo>
                      <a:pt x="5239" y="64"/>
                    </a:lnTo>
                    <a:lnTo>
                      <a:pt x="5124" y="128"/>
                    </a:lnTo>
                    <a:lnTo>
                      <a:pt x="5008" y="218"/>
                    </a:lnTo>
                    <a:lnTo>
                      <a:pt x="4919" y="320"/>
                    </a:lnTo>
                    <a:lnTo>
                      <a:pt x="4855" y="436"/>
                    </a:lnTo>
                    <a:lnTo>
                      <a:pt x="4816" y="577"/>
                    </a:lnTo>
                    <a:lnTo>
                      <a:pt x="4804" y="717"/>
                    </a:lnTo>
                    <a:lnTo>
                      <a:pt x="4804" y="5251"/>
                    </a:lnTo>
                    <a:lnTo>
                      <a:pt x="705" y="5251"/>
                    </a:lnTo>
                    <a:lnTo>
                      <a:pt x="564" y="5264"/>
                    </a:lnTo>
                    <a:lnTo>
                      <a:pt x="436" y="5303"/>
                    </a:lnTo>
                    <a:lnTo>
                      <a:pt x="308" y="5367"/>
                    </a:lnTo>
                    <a:lnTo>
                      <a:pt x="205" y="5456"/>
                    </a:lnTo>
                    <a:lnTo>
                      <a:pt x="116" y="5559"/>
                    </a:lnTo>
                    <a:lnTo>
                      <a:pt x="52" y="5687"/>
                    </a:lnTo>
                    <a:lnTo>
                      <a:pt x="13" y="5815"/>
                    </a:lnTo>
                    <a:lnTo>
                      <a:pt x="1" y="5969"/>
                    </a:lnTo>
                    <a:lnTo>
                      <a:pt x="13" y="6110"/>
                    </a:lnTo>
                    <a:lnTo>
                      <a:pt x="52" y="6238"/>
                    </a:lnTo>
                    <a:lnTo>
                      <a:pt x="116" y="6366"/>
                    </a:lnTo>
                    <a:lnTo>
                      <a:pt x="205" y="6468"/>
                    </a:lnTo>
                    <a:lnTo>
                      <a:pt x="308" y="6558"/>
                    </a:lnTo>
                    <a:lnTo>
                      <a:pt x="436" y="6622"/>
                    </a:lnTo>
                    <a:lnTo>
                      <a:pt x="564" y="6660"/>
                    </a:lnTo>
                    <a:lnTo>
                      <a:pt x="705" y="6673"/>
                    </a:lnTo>
                    <a:lnTo>
                      <a:pt x="5521" y="6673"/>
                    </a:lnTo>
                    <a:lnTo>
                      <a:pt x="5662" y="6660"/>
                    </a:lnTo>
                    <a:lnTo>
                      <a:pt x="5803" y="6622"/>
                    </a:lnTo>
                    <a:lnTo>
                      <a:pt x="5918" y="6558"/>
                    </a:lnTo>
                    <a:lnTo>
                      <a:pt x="6020" y="6468"/>
                    </a:lnTo>
                    <a:lnTo>
                      <a:pt x="6110" y="6366"/>
                    </a:lnTo>
                    <a:lnTo>
                      <a:pt x="6174" y="6238"/>
                    </a:lnTo>
                    <a:lnTo>
                      <a:pt x="6225" y="6110"/>
                    </a:lnTo>
                    <a:lnTo>
                      <a:pt x="6238" y="5969"/>
                    </a:lnTo>
                    <a:lnTo>
                      <a:pt x="6238" y="717"/>
                    </a:lnTo>
                    <a:lnTo>
                      <a:pt x="6225" y="577"/>
                    </a:lnTo>
                    <a:lnTo>
                      <a:pt x="6174" y="436"/>
                    </a:lnTo>
                    <a:lnTo>
                      <a:pt x="6110" y="320"/>
                    </a:lnTo>
                    <a:lnTo>
                      <a:pt x="6020" y="218"/>
                    </a:lnTo>
                    <a:lnTo>
                      <a:pt x="5918" y="128"/>
                    </a:lnTo>
                    <a:lnTo>
                      <a:pt x="5803" y="64"/>
                    </a:lnTo>
                    <a:lnTo>
                      <a:pt x="5662" y="13"/>
                    </a:lnTo>
                    <a:lnTo>
                      <a:pt x="552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1" name="Google Shape;601;p19"/>
              <p:cNvSpPr/>
              <p:nvPr/>
            </p:nvSpPr>
            <p:spPr>
              <a:xfrm>
                <a:off x="6636915" y="2872164"/>
                <a:ext cx="590535" cy="180698"/>
              </a:xfrm>
              <a:custGeom>
                <a:rect b="b" l="l" r="r" t="t"/>
                <a:pathLst>
                  <a:path extrusionOk="0" h="5726" w="18713">
                    <a:moveTo>
                      <a:pt x="9747" y="1"/>
                    </a:moveTo>
                    <a:lnTo>
                      <a:pt x="9657" y="14"/>
                    </a:lnTo>
                    <a:lnTo>
                      <a:pt x="9581" y="39"/>
                    </a:lnTo>
                    <a:lnTo>
                      <a:pt x="9504" y="78"/>
                    </a:lnTo>
                    <a:lnTo>
                      <a:pt x="9427" y="129"/>
                    </a:lnTo>
                    <a:lnTo>
                      <a:pt x="9363" y="180"/>
                    </a:lnTo>
                    <a:lnTo>
                      <a:pt x="9299" y="244"/>
                    </a:lnTo>
                    <a:lnTo>
                      <a:pt x="9248" y="308"/>
                    </a:lnTo>
                    <a:lnTo>
                      <a:pt x="6545" y="4304"/>
                    </a:lnTo>
                    <a:lnTo>
                      <a:pt x="718" y="4304"/>
                    </a:lnTo>
                    <a:lnTo>
                      <a:pt x="564" y="4317"/>
                    </a:lnTo>
                    <a:lnTo>
                      <a:pt x="436" y="4356"/>
                    </a:lnTo>
                    <a:lnTo>
                      <a:pt x="308" y="4420"/>
                    </a:lnTo>
                    <a:lnTo>
                      <a:pt x="205" y="4509"/>
                    </a:lnTo>
                    <a:lnTo>
                      <a:pt x="116" y="4612"/>
                    </a:lnTo>
                    <a:lnTo>
                      <a:pt x="52" y="4740"/>
                    </a:lnTo>
                    <a:lnTo>
                      <a:pt x="13" y="4868"/>
                    </a:lnTo>
                    <a:lnTo>
                      <a:pt x="0" y="5022"/>
                    </a:lnTo>
                    <a:lnTo>
                      <a:pt x="13" y="5162"/>
                    </a:lnTo>
                    <a:lnTo>
                      <a:pt x="52" y="5291"/>
                    </a:lnTo>
                    <a:lnTo>
                      <a:pt x="116" y="5419"/>
                    </a:lnTo>
                    <a:lnTo>
                      <a:pt x="205" y="5521"/>
                    </a:lnTo>
                    <a:lnTo>
                      <a:pt x="308" y="5611"/>
                    </a:lnTo>
                    <a:lnTo>
                      <a:pt x="436" y="5675"/>
                    </a:lnTo>
                    <a:lnTo>
                      <a:pt x="564" y="5713"/>
                    </a:lnTo>
                    <a:lnTo>
                      <a:pt x="718" y="5726"/>
                    </a:lnTo>
                    <a:lnTo>
                      <a:pt x="7006" y="5726"/>
                    </a:lnTo>
                    <a:lnTo>
                      <a:pt x="7096" y="5713"/>
                    </a:lnTo>
                    <a:lnTo>
                      <a:pt x="7173" y="5688"/>
                    </a:lnTo>
                    <a:lnTo>
                      <a:pt x="7250" y="5649"/>
                    </a:lnTo>
                    <a:lnTo>
                      <a:pt x="7326" y="5598"/>
                    </a:lnTo>
                    <a:lnTo>
                      <a:pt x="7390" y="5547"/>
                    </a:lnTo>
                    <a:lnTo>
                      <a:pt x="7454" y="5483"/>
                    </a:lnTo>
                    <a:lnTo>
                      <a:pt x="7506" y="5419"/>
                    </a:lnTo>
                    <a:lnTo>
                      <a:pt x="10221" y="1423"/>
                    </a:lnTo>
                    <a:lnTo>
                      <a:pt x="18008" y="1423"/>
                    </a:lnTo>
                    <a:lnTo>
                      <a:pt x="18149" y="1410"/>
                    </a:lnTo>
                    <a:lnTo>
                      <a:pt x="18277" y="1371"/>
                    </a:lnTo>
                    <a:lnTo>
                      <a:pt x="18405" y="1307"/>
                    </a:lnTo>
                    <a:lnTo>
                      <a:pt x="18508" y="1218"/>
                    </a:lnTo>
                    <a:lnTo>
                      <a:pt x="18597" y="1115"/>
                    </a:lnTo>
                    <a:lnTo>
                      <a:pt x="18661" y="987"/>
                    </a:lnTo>
                    <a:lnTo>
                      <a:pt x="18700" y="859"/>
                    </a:lnTo>
                    <a:lnTo>
                      <a:pt x="18713" y="718"/>
                    </a:lnTo>
                    <a:lnTo>
                      <a:pt x="18700" y="564"/>
                    </a:lnTo>
                    <a:lnTo>
                      <a:pt x="18661" y="436"/>
                    </a:lnTo>
                    <a:lnTo>
                      <a:pt x="18597" y="308"/>
                    </a:lnTo>
                    <a:lnTo>
                      <a:pt x="18508" y="206"/>
                    </a:lnTo>
                    <a:lnTo>
                      <a:pt x="18405" y="116"/>
                    </a:lnTo>
                    <a:lnTo>
                      <a:pt x="18277" y="52"/>
                    </a:lnTo>
                    <a:lnTo>
                      <a:pt x="18149" y="14"/>
                    </a:lnTo>
                    <a:lnTo>
                      <a:pt x="180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2" name="Google Shape;602;p19"/>
              <p:cNvSpPr/>
              <p:nvPr/>
            </p:nvSpPr>
            <p:spPr>
              <a:xfrm>
                <a:off x="6767059" y="3199574"/>
                <a:ext cx="154032" cy="221123"/>
              </a:xfrm>
              <a:custGeom>
                <a:rect b="b" l="l" r="r" t="t"/>
                <a:pathLst>
                  <a:path extrusionOk="0" h="7007" w="4881">
                    <a:moveTo>
                      <a:pt x="718" y="0"/>
                    </a:moveTo>
                    <a:lnTo>
                      <a:pt x="577" y="26"/>
                    </a:lnTo>
                    <a:lnTo>
                      <a:pt x="436" y="64"/>
                    </a:lnTo>
                    <a:lnTo>
                      <a:pt x="321" y="128"/>
                    </a:lnTo>
                    <a:lnTo>
                      <a:pt x="205" y="218"/>
                    </a:lnTo>
                    <a:lnTo>
                      <a:pt x="129" y="320"/>
                    </a:lnTo>
                    <a:lnTo>
                      <a:pt x="52" y="449"/>
                    </a:lnTo>
                    <a:lnTo>
                      <a:pt x="13" y="577"/>
                    </a:lnTo>
                    <a:lnTo>
                      <a:pt x="0" y="718"/>
                    </a:lnTo>
                    <a:lnTo>
                      <a:pt x="0" y="6289"/>
                    </a:lnTo>
                    <a:lnTo>
                      <a:pt x="13" y="6430"/>
                    </a:lnTo>
                    <a:lnTo>
                      <a:pt x="52" y="6571"/>
                    </a:lnTo>
                    <a:lnTo>
                      <a:pt x="129" y="6686"/>
                    </a:lnTo>
                    <a:lnTo>
                      <a:pt x="205" y="6788"/>
                    </a:lnTo>
                    <a:lnTo>
                      <a:pt x="321" y="6878"/>
                    </a:lnTo>
                    <a:lnTo>
                      <a:pt x="436" y="6942"/>
                    </a:lnTo>
                    <a:lnTo>
                      <a:pt x="577" y="6993"/>
                    </a:lnTo>
                    <a:lnTo>
                      <a:pt x="718" y="7006"/>
                    </a:lnTo>
                    <a:lnTo>
                      <a:pt x="859" y="6993"/>
                    </a:lnTo>
                    <a:lnTo>
                      <a:pt x="999" y="6942"/>
                    </a:lnTo>
                    <a:lnTo>
                      <a:pt x="1115" y="6878"/>
                    </a:lnTo>
                    <a:lnTo>
                      <a:pt x="1217" y="6788"/>
                    </a:lnTo>
                    <a:lnTo>
                      <a:pt x="1307" y="6686"/>
                    </a:lnTo>
                    <a:lnTo>
                      <a:pt x="1371" y="6571"/>
                    </a:lnTo>
                    <a:lnTo>
                      <a:pt x="1422" y="6430"/>
                    </a:lnTo>
                    <a:lnTo>
                      <a:pt x="1435" y="6289"/>
                    </a:lnTo>
                    <a:lnTo>
                      <a:pt x="1435" y="1435"/>
                    </a:lnTo>
                    <a:lnTo>
                      <a:pt x="4163" y="1435"/>
                    </a:lnTo>
                    <a:lnTo>
                      <a:pt x="4304" y="1422"/>
                    </a:lnTo>
                    <a:lnTo>
                      <a:pt x="4445" y="1384"/>
                    </a:lnTo>
                    <a:lnTo>
                      <a:pt x="4560" y="1319"/>
                    </a:lnTo>
                    <a:lnTo>
                      <a:pt x="4663" y="1230"/>
                    </a:lnTo>
                    <a:lnTo>
                      <a:pt x="4752" y="1127"/>
                    </a:lnTo>
                    <a:lnTo>
                      <a:pt x="4816" y="999"/>
                    </a:lnTo>
                    <a:lnTo>
                      <a:pt x="4867" y="871"/>
                    </a:lnTo>
                    <a:lnTo>
                      <a:pt x="4880" y="718"/>
                    </a:lnTo>
                    <a:lnTo>
                      <a:pt x="4867" y="577"/>
                    </a:lnTo>
                    <a:lnTo>
                      <a:pt x="4816" y="449"/>
                    </a:lnTo>
                    <a:lnTo>
                      <a:pt x="4752" y="320"/>
                    </a:lnTo>
                    <a:lnTo>
                      <a:pt x="4663" y="218"/>
                    </a:lnTo>
                    <a:lnTo>
                      <a:pt x="4560" y="128"/>
                    </a:lnTo>
                    <a:lnTo>
                      <a:pt x="4445" y="64"/>
                    </a:lnTo>
                    <a:lnTo>
                      <a:pt x="4304" y="26"/>
                    </a:lnTo>
                    <a:lnTo>
                      <a:pt x="416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3" name="Google Shape;603;p19"/>
              <p:cNvSpPr/>
              <p:nvPr/>
            </p:nvSpPr>
            <p:spPr>
              <a:xfrm>
                <a:off x="6253331" y="3407318"/>
                <a:ext cx="44906" cy="199696"/>
              </a:xfrm>
              <a:custGeom>
                <a:rect b="b" l="l" r="r" t="t"/>
                <a:pathLst>
                  <a:path extrusionOk="0" h="6328" w="1423">
                    <a:moveTo>
                      <a:pt x="718" y="1"/>
                    </a:moveTo>
                    <a:lnTo>
                      <a:pt x="564" y="13"/>
                    </a:lnTo>
                    <a:lnTo>
                      <a:pt x="436" y="52"/>
                    </a:lnTo>
                    <a:lnTo>
                      <a:pt x="308" y="129"/>
                    </a:lnTo>
                    <a:lnTo>
                      <a:pt x="206" y="205"/>
                    </a:lnTo>
                    <a:lnTo>
                      <a:pt x="116" y="321"/>
                    </a:lnTo>
                    <a:lnTo>
                      <a:pt x="52" y="436"/>
                    </a:lnTo>
                    <a:lnTo>
                      <a:pt x="13" y="577"/>
                    </a:lnTo>
                    <a:lnTo>
                      <a:pt x="1" y="718"/>
                    </a:lnTo>
                    <a:lnTo>
                      <a:pt x="1" y="5610"/>
                    </a:lnTo>
                    <a:lnTo>
                      <a:pt x="13" y="5764"/>
                    </a:lnTo>
                    <a:lnTo>
                      <a:pt x="52" y="5892"/>
                    </a:lnTo>
                    <a:lnTo>
                      <a:pt x="116" y="6020"/>
                    </a:lnTo>
                    <a:lnTo>
                      <a:pt x="206" y="6123"/>
                    </a:lnTo>
                    <a:lnTo>
                      <a:pt x="308" y="6212"/>
                    </a:lnTo>
                    <a:lnTo>
                      <a:pt x="436" y="6276"/>
                    </a:lnTo>
                    <a:lnTo>
                      <a:pt x="564" y="6315"/>
                    </a:lnTo>
                    <a:lnTo>
                      <a:pt x="718" y="6328"/>
                    </a:lnTo>
                    <a:lnTo>
                      <a:pt x="859" y="6315"/>
                    </a:lnTo>
                    <a:lnTo>
                      <a:pt x="987" y="6276"/>
                    </a:lnTo>
                    <a:lnTo>
                      <a:pt x="1115" y="6212"/>
                    </a:lnTo>
                    <a:lnTo>
                      <a:pt x="1217" y="6123"/>
                    </a:lnTo>
                    <a:lnTo>
                      <a:pt x="1307" y="6020"/>
                    </a:lnTo>
                    <a:lnTo>
                      <a:pt x="1371" y="5892"/>
                    </a:lnTo>
                    <a:lnTo>
                      <a:pt x="1410" y="5764"/>
                    </a:lnTo>
                    <a:lnTo>
                      <a:pt x="1422" y="5610"/>
                    </a:lnTo>
                    <a:lnTo>
                      <a:pt x="1422" y="718"/>
                    </a:lnTo>
                    <a:lnTo>
                      <a:pt x="1410" y="577"/>
                    </a:lnTo>
                    <a:lnTo>
                      <a:pt x="1371" y="436"/>
                    </a:lnTo>
                    <a:lnTo>
                      <a:pt x="1307" y="321"/>
                    </a:lnTo>
                    <a:lnTo>
                      <a:pt x="1217" y="205"/>
                    </a:lnTo>
                    <a:lnTo>
                      <a:pt x="1115" y="129"/>
                    </a:lnTo>
                    <a:lnTo>
                      <a:pt x="987" y="52"/>
                    </a:lnTo>
                    <a:lnTo>
                      <a:pt x="859" y="13"/>
                    </a:lnTo>
                    <a:lnTo>
                      <a:pt x="71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4" name="Google Shape;604;p19"/>
              <p:cNvSpPr/>
              <p:nvPr/>
            </p:nvSpPr>
            <p:spPr>
              <a:xfrm>
                <a:off x="6399664" y="3287683"/>
                <a:ext cx="150782" cy="147153"/>
              </a:xfrm>
              <a:custGeom>
                <a:rect b="b" l="l" r="r" t="t"/>
                <a:pathLst>
                  <a:path extrusionOk="0" h="4663" w="4778">
                    <a:moveTo>
                      <a:pt x="705" y="0"/>
                    </a:moveTo>
                    <a:lnTo>
                      <a:pt x="564" y="13"/>
                    </a:lnTo>
                    <a:lnTo>
                      <a:pt x="436" y="52"/>
                    </a:lnTo>
                    <a:lnTo>
                      <a:pt x="307" y="116"/>
                    </a:lnTo>
                    <a:lnTo>
                      <a:pt x="205" y="218"/>
                    </a:lnTo>
                    <a:lnTo>
                      <a:pt x="115" y="333"/>
                    </a:lnTo>
                    <a:lnTo>
                      <a:pt x="51" y="449"/>
                    </a:lnTo>
                    <a:lnTo>
                      <a:pt x="13" y="590"/>
                    </a:lnTo>
                    <a:lnTo>
                      <a:pt x="0" y="730"/>
                    </a:lnTo>
                    <a:lnTo>
                      <a:pt x="13" y="859"/>
                    </a:lnTo>
                    <a:lnTo>
                      <a:pt x="64" y="987"/>
                    </a:lnTo>
                    <a:lnTo>
                      <a:pt x="128" y="1115"/>
                    </a:lnTo>
                    <a:lnTo>
                      <a:pt x="218" y="1230"/>
                    </a:lnTo>
                    <a:lnTo>
                      <a:pt x="3561" y="4458"/>
                    </a:lnTo>
                    <a:lnTo>
                      <a:pt x="3676" y="4547"/>
                    </a:lnTo>
                    <a:lnTo>
                      <a:pt x="3791" y="4611"/>
                    </a:lnTo>
                    <a:lnTo>
                      <a:pt x="3919" y="4650"/>
                    </a:lnTo>
                    <a:lnTo>
                      <a:pt x="4060" y="4662"/>
                    </a:lnTo>
                    <a:lnTo>
                      <a:pt x="4201" y="4650"/>
                    </a:lnTo>
                    <a:lnTo>
                      <a:pt x="4329" y="4598"/>
                    </a:lnTo>
                    <a:lnTo>
                      <a:pt x="4457" y="4534"/>
                    </a:lnTo>
                    <a:lnTo>
                      <a:pt x="4521" y="4496"/>
                    </a:lnTo>
                    <a:lnTo>
                      <a:pt x="4573" y="4445"/>
                    </a:lnTo>
                    <a:lnTo>
                      <a:pt x="4662" y="4329"/>
                    </a:lnTo>
                    <a:lnTo>
                      <a:pt x="4726" y="4201"/>
                    </a:lnTo>
                    <a:lnTo>
                      <a:pt x="4765" y="4073"/>
                    </a:lnTo>
                    <a:lnTo>
                      <a:pt x="4777" y="3932"/>
                    </a:lnTo>
                    <a:lnTo>
                      <a:pt x="4752" y="3792"/>
                    </a:lnTo>
                    <a:lnTo>
                      <a:pt x="4713" y="3663"/>
                    </a:lnTo>
                    <a:lnTo>
                      <a:pt x="4649" y="3535"/>
                    </a:lnTo>
                    <a:lnTo>
                      <a:pt x="4560" y="3433"/>
                    </a:lnTo>
                    <a:lnTo>
                      <a:pt x="1217" y="193"/>
                    </a:lnTo>
                    <a:lnTo>
                      <a:pt x="1102" y="103"/>
                    </a:lnTo>
                    <a:lnTo>
                      <a:pt x="974" y="39"/>
                    </a:lnTo>
                    <a:lnTo>
                      <a:pt x="845" y="13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5" name="Google Shape;605;p19"/>
              <p:cNvSpPr/>
              <p:nvPr/>
            </p:nvSpPr>
            <p:spPr>
              <a:xfrm>
                <a:off x="5973634" y="2985361"/>
                <a:ext cx="90160" cy="90160"/>
              </a:xfrm>
              <a:custGeom>
                <a:rect b="b" l="l" r="r" t="t"/>
                <a:pathLst>
                  <a:path extrusionOk="0" h="2857" w="2857">
                    <a:moveTo>
                      <a:pt x="1435" y="0"/>
                    </a:moveTo>
                    <a:lnTo>
                      <a:pt x="1281" y="13"/>
                    </a:lnTo>
                    <a:lnTo>
                      <a:pt x="1141" y="26"/>
                    </a:lnTo>
                    <a:lnTo>
                      <a:pt x="1000" y="64"/>
                    </a:lnTo>
                    <a:lnTo>
                      <a:pt x="872" y="115"/>
                    </a:lnTo>
                    <a:lnTo>
                      <a:pt x="743" y="179"/>
                    </a:lnTo>
                    <a:lnTo>
                      <a:pt x="628" y="243"/>
                    </a:lnTo>
                    <a:lnTo>
                      <a:pt x="526" y="333"/>
                    </a:lnTo>
                    <a:lnTo>
                      <a:pt x="423" y="423"/>
                    </a:lnTo>
                    <a:lnTo>
                      <a:pt x="334" y="525"/>
                    </a:lnTo>
                    <a:lnTo>
                      <a:pt x="244" y="628"/>
                    </a:lnTo>
                    <a:lnTo>
                      <a:pt x="180" y="743"/>
                    </a:lnTo>
                    <a:lnTo>
                      <a:pt x="116" y="871"/>
                    </a:lnTo>
                    <a:lnTo>
                      <a:pt x="65" y="999"/>
                    </a:lnTo>
                    <a:lnTo>
                      <a:pt x="26" y="1140"/>
                    </a:lnTo>
                    <a:lnTo>
                      <a:pt x="13" y="1281"/>
                    </a:lnTo>
                    <a:lnTo>
                      <a:pt x="1" y="1435"/>
                    </a:lnTo>
                    <a:lnTo>
                      <a:pt x="13" y="1575"/>
                    </a:lnTo>
                    <a:lnTo>
                      <a:pt x="26" y="1716"/>
                    </a:lnTo>
                    <a:lnTo>
                      <a:pt x="65" y="1857"/>
                    </a:lnTo>
                    <a:lnTo>
                      <a:pt x="116" y="1985"/>
                    </a:lnTo>
                    <a:lnTo>
                      <a:pt x="180" y="2113"/>
                    </a:lnTo>
                    <a:lnTo>
                      <a:pt x="244" y="2229"/>
                    </a:lnTo>
                    <a:lnTo>
                      <a:pt x="334" y="2344"/>
                    </a:lnTo>
                    <a:lnTo>
                      <a:pt x="423" y="2434"/>
                    </a:lnTo>
                    <a:lnTo>
                      <a:pt x="526" y="2536"/>
                    </a:lnTo>
                    <a:lnTo>
                      <a:pt x="628" y="2613"/>
                    </a:lnTo>
                    <a:lnTo>
                      <a:pt x="743" y="2690"/>
                    </a:lnTo>
                    <a:lnTo>
                      <a:pt x="872" y="2741"/>
                    </a:lnTo>
                    <a:lnTo>
                      <a:pt x="1000" y="2792"/>
                    </a:lnTo>
                    <a:lnTo>
                      <a:pt x="1141" y="2831"/>
                    </a:lnTo>
                    <a:lnTo>
                      <a:pt x="1281" y="2856"/>
                    </a:lnTo>
                    <a:lnTo>
                      <a:pt x="1576" y="2856"/>
                    </a:lnTo>
                    <a:lnTo>
                      <a:pt x="1717" y="2831"/>
                    </a:lnTo>
                    <a:lnTo>
                      <a:pt x="1858" y="2792"/>
                    </a:lnTo>
                    <a:lnTo>
                      <a:pt x="1986" y="2741"/>
                    </a:lnTo>
                    <a:lnTo>
                      <a:pt x="2114" y="2690"/>
                    </a:lnTo>
                    <a:lnTo>
                      <a:pt x="2229" y="2613"/>
                    </a:lnTo>
                    <a:lnTo>
                      <a:pt x="2344" y="2536"/>
                    </a:lnTo>
                    <a:lnTo>
                      <a:pt x="2434" y="2434"/>
                    </a:lnTo>
                    <a:lnTo>
                      <a:pt x="2537" y="2344"/>
                    </a:lnTo>
                    <a:lnTo>
                      <a:pt x="2613" y="2229"/>
                    </a:lnTo>
                    <a:lnTo>
                      <a:pt x="2690" y="2113"/>
                    </a:lnTo>
                    <a:lnTo>
                      <a:pt x="2742" y="1985"/>
                    </a:lnTo>
                    <a:lnTo>
                      <a:pt x="2793" y="1857"/>
                    </a:lnTo>
                    <a:lnTo>
                      <a:pt x="2831" y="1716"/>
                    </a:lnTo>
                    <a:lnTo>
                      <a:pt x="2857" y="1575"/>
                    </a:lnTo>
                    <a:lnTo>
                      <a:pt x="2857" y="1435"/>
                    </a:lnTo>
                    <a:lnTo>
                      <a:pt x="2857" y="1281"/>
                    </a:lnTo>
                    <a:lnTo>
                      <a:pt x="2831" y="1140"/>
                    </a:lnTo>
                    <a:lnTo>
                      <a:pt x="2793" y="999"/>
                    </a:lnTo>
                    <a:lnTo>
                      <a:pt x="2742" y="871"/>
                    </a:lnTo>
                    <a:lnTo>
                      <a:pt x="2690" y="743"/>
                    </a:lnTo>
                    <a:lnTo>
                      <a:pt x="2613" y="628"/>
                    </a:lnTo>
                    <a:lnTo>
                      <a:pt x="2537" y="525"/>
                    </a:lnTo>
                    <a:lnTo>
                      <a:pt x="2434" y="423"/>
                    </a:lnTo>
                    <a:lnTo>
                      <a:pt x="2344" y="333"/>
                    </a:lnTo>
                    <a:lnTo>
                      <a:pt x="2229" y="243"/>
                    </a:lnTo>
                    <a:lnTo>
                      <a:pt x="2114" y="179"/>
                    </a:lnTo>
                    <a:lnTo>
                      <a:pt x="1986" y="115"/>
                    </a:lnTo>
                    <a:lnTo>
                      <a:pt x="1858" y="64"/>
                    </a:lnTo>
                    <a:lnTo>
                      <a:pt x="1717" y="26"/>
                    </a:lnTo>
                    <a:lnTo>
                      <a:pt x="1576" y="13"/>
                    </a:lnTo>
                    <a:lnTo>
                      <a:pt x="143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6" name="Google Shape;606;p19"/>
              <p:cNvSpPr/>
              <p:nvPr/>
            </p:nvSpPr>
            <p:spPr>
              <a:xfrm>
                <a:off x="6351949" y="2832559"/>
                <a:ext cx="90160" cy="90160"/>
              </a:xfrm>
              <a:custGeom>
                <a:rect b="b" l="l" r="r" t="t"/>
                <a:pathLst>
                  <a:path extrusionOk="0" h="2857" w="2857">
                    <a:moveTo>
                      <a:pt x="1282" y="1"/>
                    </a:moveTo>
                    <a:lnTo>
                      <a:pt x="1141" y="26"/>
                    </a:lnTo>
                    <a:lnTo>
                      <a:pt x="1000" y="65"/>
                    </a:lnTo>
                    <a:lnTo>
                      <a:pt x="872" y="116"/>
                    </a:lnTo>
                    <a:lnTo>
                      <a:pt x="744" y="167"/>
                    </a:lnTo>
                    <a:lnTo>
                      <a:pt x="628" y="244"/>
                    </a:lnTo>
                    <a:lnTo>
                      <a:pt x="513" y="321"/>
                    </a:lnTo>
                    <a:lnTo>
                      <a:pt x="411" y="411"/>
                    </a:lnTo>
                    <a:lnTo>
                      <a:pt x="321" y="513"/>
                    </a:lnTo>
                    <a:lnTo>
                      <a:pt x="244" y="628"/>
                    </a:lnTo>
                    <a:lnTo>
                      <a:pt x="167" y="744"/>
                    </a:lnTo>
                    <a:lnTo>
                      <a:pt x="103" y="872"/>
                    </a:lnTo>
                    <a:lnTo>
                      <a:pt x="65" y="1000"/>
                    </a:lnTo>
                    <a:lnTo>
                      <a:pt x="26" y="1141"/>
                    </a:lnTo>
                    <a:lnTo>
                      <a:pt x="1" y="1281"/>
                    </a:lnTo>
                    <a:lnTo>
                      <a:pt x="1" y="1422"/>
                    </a:lnTo>
                    <a:lnTo>
                      <a:pt x="1" y="1576"/>
                    </a:lnTo>
                    <a:lnTo>
                      <a:pt x="26" y="1717"/>
                    </a:lnTo>
                    <a:lnTo>
                      <a:pt x="65" y="1845"/>
                    </a:lnTo>
                    <a:lnTo>
                      <a:pt x="103" y="1986"/>
                    </a:lnTo>
                    <a:lnTo>
                      <a:pt x="167" y="2101"/>
                    </a:lnTo>
                    <a:lnTo>
                      <a:pt x="244" y="2229"/>
                    </a:lnTo>
                    <a:lnTo>
                      <a:pt x="321" y="2332"/>
                    </a:lnTo>
                    <a:lnTo>
                      <a:pt x="411" y="2434"/>
                    </a:lnTo>
                    <a:lnTo>
                      <a:pt x="513" y="2524"/>
                    </a:lnTo>
                    <a:lnTo>
                      <a:pt x="628" y="2614"/>
                    </a:lnTo>
                    <a:lnTo>
                      <a:pt x="744" y="2678"/>
                    </a:lnTo>
                    <a:lnTo>
                      <a:pt x="872" y="2742"/>
                    </a:lnTo>
                    <a:lnTo>
                      <a:pt x="1000" y="2793"/>
                    </a:lnTo>
                    <a:lnTo>
                      <a:pt x="1141" y="2831"/>
                    </a:lnTo>
                    <a:lnTo>
                      <a:pt x="1282" y="2844"/>
                    </a:lnTo>
                    <a:lnTo>
                      <a:pt x="1422" y="2857"/>
                    </a:lnTo>
                    <a:lnTo>
                      <a:pt x="1563" y="2844"/>
                    </a:lnTo>
                    <a:lnTo>
                      <a:pt x="1717" y="2831"/>
                    </a:lnTo>
                    <a:lnTo>
                      <a:pt x="1845" y="2793"/>
                    </a:lnTo>
                    <a:lnTo>
                      <a:pt x="1973" y="2742"/>
                    </a:lnTo>
                    <a:lnTo>
                      <a:pt x="2101" y="2678"/>
                    </a:lnTo>
                    <a:lnTo>
                      <a:pt x="2217" y="2614"/>
                    </a:lnTo>
                    <a:lnTo>
                      <a:pt x="2332" y="2524"/>
                    </a:lnTo>
                    <a:lnTo>
                      <a:pt x="2434" y="2434"/>
                    </a:lnTo>
                    <a:lnTo>
                      <a:pt x="2524" y="2332"/>
                    </a:lnTo>
                    <a:lnTo>
                      <a:pt x="2614" y="2229"/>
                    </a:lnTo>
                    <a:lnTo>
                      <a:pt x="2678" y="2101"/>
                    </a:lnTo>
                    <a:lnTo>
                      <a:pt x="2742" y="1986"/>
                    </a:lnTo>
                    <a:lnTo>
                      <a:pt x="2793" y="1845"/>
                    </a:lnTo>
                    <a:lnTo>
                      <a:pt x="2819" y="1717"/>
                    </a:lnTo>
                    <a:lnTo>
                      <a:pt x="2844" y="1576"/>
                    </a:lnTo>
                    <a:lnTo>
                      <a:pt x="2857" y="1422"/>
                    </a:lnTo>
                    <a:lnTo>
                      <a:pt x="2844" y="1281"/>
                    </a:lnTo>
                    <a:lnTo>
                      <a:pt x="2819" y="1141"/>
                    </a:lnTo>
                    <a:lnTo>
                      <a:pt x="2793" y="1000"/>
                    </a:lnTo>
                    <a:lnTo>
                      <a:pt x="2742" y="872"/>
                    </a:lnTo>
                    <a:lnTo>
                      <a:pt x="2678" y="744"/>
                    </a:lnTo>
                    <a:lnTo>
                      <a:pt x="2614" y="628"/>
                    </a:lnTo>
                    <a:lnTo>
                      <a:pt x="2524" y="513"/>
                    </a:lnTo>
                    <a:lnTo>
                      <a:pt x="2434" y="411"/>
                    </a:lnTo>
                    <a:lnTo>
                      <a:pt x="2332" y="321"/>
                    </a:lnTo>
                    <a:lnTo>
                      <a:pt x="2217" y="244"/>
                    </a:lnTo>
                    <a:lnTo>
                      <a:pt x="2101" y="167"/>
                    </a:lnTo>
                    <a:lnTo>
                      <a:pt x="1973" y="116"/>
                    </a:lnTo>
                    <a:lnTo>
                      <a:pt x="1845" y="65"/>
                    </a:lnTo>
                    <a:lnTo>
                      <a:pt x="1717" y="26"/>
                    </a:lnTo>
                    <a:lnTo>
                      <a:pt x="1563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7" name="Google Shape;607;p19"/>
              <p:cNvSpPr/>
              <p:nvPr/>
            </p:nvSpPr>
            <p:spPr>
              <a:xfrm>
                <a:off x="6619937" y="2985361"/>
                <a:ext cx="90570" cy="90160"/>
              </a:xfrm>
              <a:custGeom>
                <a:rect b="b" l="l" r="r" t="t"/>
                <a:pathLst>
                  <a:path extrusionOk="0" h="2857" w="2870">
                    <a:moveTo>
                      <a:pt x="1435" y="0"/>
                    </a:moveTo>
                    <a:lnTo>
                      <a:pt x="1294" y="13"/>
                    </a:lnTo>
                    <a:lnTo>
                      <a:pt x="1153" y="26"/>
                    </a:lnTo>
                    <a:lnTo>
                      <a:pt x="1012" y="64"/>
                    </a:lnTo>
                    <a:lnTo>
                      <a:pt x="884" y="115"/>
                    </a:lnTo>
                    <a:lnTo>
                      <a:pt x="756" y="179"/>
                    </a:lnTo>
                    <a:lnTo>
                      <a:pt x="641" y="243"/>
                    </a:lnTo>
                    <a:lnTo>
                      <a:pt x="526" y="333"/>
                    </a:lnTo>
                    <a:lnTo>
                      <a:pt x="423" y="423"/>
                    </a:lnTo>
                    <a:lnTo>
                      <a:pt x="333" y="525"/>
                    </a:lnTo>
                    <a:lnTo>
                      <a:pt x="257" y="628"/>
                    </a:lnTo>
                    <a:lnTo>
                      <a:pt x="180" y="743"/>
                    </a:lnTo>
                    <a:lnTo>
                      <a:pt x="116" y="871"/>
                    </a:lnTo>
                    <a:lnTo>
                      <a:pt x="64" y="999"/>
                    </a:lnTo>
                    <a:lnTo>
                      <a:pt x="39" y="1140"/>
                    </a:lnTo>
                    <a:lnTo>
                      <a:pt x="13" y="1281"/>
                    </a:lnTo>
                    <a:lnTo>
                      <a:pt x="0" y="1435"/>
                    </a:lnTo>
                    <a:lnTo>
                      <a:pt x="13" y="1575"/>
                    </a:lnTo>
                    <a:lnTo>
                      <a:pt x="39" y="1716"/>
                    </a:lnTo>
                    <a:lnTo>
                      <a:pt x="64" y="1857"/>
                    </a:lnTo>
                    <a:lnTo>
                      <a:pt x="116" y="1985"/>
                    </a:lnTo>
                    <a:lnTo>
                      <a:pt x="180" y="2113"/>
                    </a:lnTo>
                    <a:lnTo>
                      <a:pt x="257" y="2229"/>
                    </a:lnTo>
                    <a:lnTo>
                      <a:pt x="333" y="2344"/>
                    </a:lnTo>
                    <a:lnTo>
                      <a:pt x="423" y="2434"/>
                    </a:lnTo>
                    <a:lnTo>
                      <a:pt x="526" y="2536"/>
                    </a:lnTo>
                    <a:lnTo>
                      <a:pt x="641" y="2613"/>
                    </a:lnTo>
                    <a:lnTo>
                      <a:pt x="756" y="2690"/>
                    </a:lnTo>
                    <a:lnTo>
                      <a:pt x="884" y="2741"/>
                    </a:lnTo>
                    <a:lnTo>
                      <a:pt x="1012" y="2792"/>
                    </a:lnTo>
                    <a:lnTo>
                      <a:pt x="1153" y="2831"/>
                    </a:lnTo>
                    <a:lnTo>
                      <a:pt x="1294" y="2856"/>
                    </a:lnTo>
                    <a:lnTo>
                      <a:pt x="1576" y="2856"/>
                    </a:lnTo>
                    <a:lnTo>
                      <a:pt x="1717" y="2831"/>
                    </a:lnTo>
                    <a:lnTo>
                      <a:pt x="1858" y="2792"/>
                    </a:lnTo>
                    <a:lnTo>
                      <a:pt x="1986" y="2741"/>
                    </a:lnTo>
                    <a:lnTo>
                      <a:pt x="2114" y="2690"/>
                    </a:lnTo>
                    <a:lnTo>
                      <a:pt x="2229" y="2613"/>
                    </a:lnTo>
                    <a:lnTo>
                      <a:pt x="2344" y="2536"/>
                    </a:lnTo>
                    <a:lnTo>
                      <a:pt x="2447" y="2434"/>
                    </a:lnTo>
                    <a:lnTo>
                      <a:pt x="2536" y="2344"/>
                    </a:lnTo>
                    <a:lnTo>
                      <a:pt x="2613" y="2229"/>
                    </a:lnTo>
                    <a:lnTo>
                      <a:pt x="2690" y="2113"/>
                    </a:lnTo>
                    <a:lnTo>
                      <a:pt x="2754" y="1985"/>
                    </a:lnTo>
                    <a:lnTo>
                      <a:pt x="2805" y="1857"/>
                    </a:lnTo>
                    <a:lnTo>
                      <a:pt x="2831" y="1716"/>
                    </a:lnTo>
                    <a:lnTo>
                      <a:pt x="2857" y="1575"/>
                    </a:lnTo>
                    <a:lnTo>
                      <a:pt x="2869" y="1435"/>
                    </a:lnTo>
                    <a:lnTo>
                      <a:pt x="2857" y="1281"/>
                    </a:lnTo>
                    <a:lnTo>
                      <a:pt x="2831" y="1140"/>
                    </a:lnTo>
                    <a:lnTo>
                      <a:pt x="2805" y="999"/>
                    </a:lnTo>
                    <a:lnTo>
                      <a:pt x="2754" y="871"/>
                    </a:lnTo>
                    <a:lnTo>
                      <a:pt x="2690" y="743"/>
                    </a:lnTo>
                    <a:lnTo>
                      <a:pt x="2613" y="628"/>
                    </a:lnTo>
                    <a:lnTo>
                      <a:pt x="2536" y="525"/>
                    </a:lnTo>
                    <a:lnTo>
                      <a:pt x="2447" y="423"/>
                    </a:lnTo>
                    <a:lnTo>
                      <a:pt x="2344" y="333"/>
                    </a:lnTo>
                    <a:lnTo>
                      <a:pt x="2229" y="243"/>
                    </a:lnTo>
                    <a:lnTo>
                      <a:pt x="2114" y="179"/>
                    </a:lnTo>
                    <a:lnTo>
                      <a:pt x="1986" y="115"/>
                    </a:lnTo>
                    <a:lnTo>
                      <a:pt x="1858" y="64"/>
                    </a:lnTo>
                    <a:lnTo>
                      <a:pt x="1717" y="26"/>
                    </a:lnTo>
                    <a:lnTo>
                      <a:pt x="1576" y="13"/>
                    </a:lnTo>
                    <a:lnTo>
                      <a:pt x="143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8" name="Google Shape;608;p19"/>
              <p:cNvSpPr/>
              <p:nvPr/>
            </p:nvSpPr>
            <p:spPr>
              <a:xfrm>
                <a:off x="6853149" y="3177326"/>
                <a:ext cx="90160" cy="90160"/>
              </a:xfrm>
              <a:custGeom>
                <a:rect b="b" l="l" r="r" t="t"/>
                <a:pathLst>
                  <a:path extrusionOk="0" h="2857" w="2857">
                    <a:moveTo>
                      <a:pt x="1281" y="1"/>
                    </a:moveTo>
                    <a:lnTo>
                      <a:pt x="1140" y="26"/>
                    </a:lnTo>
                    <a:lnTo>
                      <a:pt x="1012" y="65"/>
                    </a:lnTo>
                    <a:lnTo>
                      <a:pt x="871" y="103"/>
                    </a:lnTo>
                    <a:lnTo>
                      <a:pt x="756" y="167"/>
                    </a:lnTo>
                    <a:lnTo>
                      <a:pt x="628" y="244"/>
                    </a:lnTo>
                    <a:lnTo>
                      <a:pt x="526" y="321"/>
                    </a:lnTo>
                    <a:lnTo>
                      <a:pt x="423" y="411"/>
                    </a:lnTo>
                    <a:lnTo>
                      <a:pt x="334" y="513"/>
                    </a:lnTo>
                    <a:lnTo>
                      <a:pt x="244" y="628"/>
                    </a:lnTo>
                    <a:lnTo>
                      <a:pt x="180" y="744"/>
                    </a:lnTo>
                    <a:lnTo>
                      <a:pt x="116" y="872"/>
                    </a:lnTo>
                    <a:lnTo>
                      <a:pt x="65" y="1000"/>
                    </a:lnTo>
                    <a:lnTo>
                      <a:pt x="39" y="1141"/>
                    </a:lnTo>
                    <a:lnTo>
                      <a:pt x="13" y="1282"/>
                    </a:lnTo>
                    <a:lnTo>
                      <a:pt x="1" y="1423"/>
                    </a:lnTo>
                    <a:lnTo>
                      <a:pt x="13" y="1576"/>
                    </a:lnTo>
                    <a:lnTo>
                      <a:pt x="39" y="1717"/>
                    </a:lnTo>
                    <a:lnTo>
                      <a:pt x="65" y="1845"/>
                    </a:lnTo>
                    <a:lnTo>
                      <a:pt x="116" y="1986"/>
                    </a:lnTo>
                    <a:lnTo>
                      <a:pt x="180" y="2101"/>
                    </a:lnTo>
                    <a:lnTo>
                      <a:pt x="244" y="2229"/>
                    </a:lnTo>
                    <a:lnTo>
                      <a:pt x="334" y="2332"/>
                    </a:lnTo>
                    <a:lnTo>
                      <a:pt x="423" y="2434"/>
                    </a:lnTo>
                    <a:lnTo>
                      <a:pt x="526" y="2524"/>
                    </a:lnTo>
                    <a:lnTo>
                      <a:pt x="628" y="2614"/>
                    </a:lnTo>
                    <a:lnTo>
                      <a:pt x="756" y="2678"/>
                    </a:lnTo>
                    <a:lnTo>
                      <a:pt x="871" y="2742"/>
                    </a:lnTo>
                    <a:lnTo>
                      <a:pt x="1012" y="2793"/>
                    </a:lnTo>
                    <a:lnTo>
                      <a:pt x="1140" y="2831"/>
                    </a:lnTo>
                    <a:lnTo>
                      <a:pt x="1281" y="2844"/>
                    </a:lnTo>
                    <a:lnTo>
                      <a:pt x="1435" y="2857"/>
                    </a:lnTo>
                    <a:lnTo>
                      <a:pt x="1576" y="2844"/>
                    </a:lnTo>
                    <a:lnTo>
                      <a:pt x="1717" y="2831"/>
                    </a:lnTo>
                    <a:lnTo>
                      <a:pt x="1858" y="2793"/>
                    </a:lnTo>
                    <a:lnTo>
                      <a:pt x="1986" y="2742"/>
                    </a:lnTo>
                    <a:lnTo>
                      <a:pt x="2114" y="2678"/>
                    </a:lnTo>
                    <a:lnTo>
                      <a:pt x="2229" y="2614"/>
                    </a:lnTo>
                    <a:lnTo>
                      <a:pt x="2344" y="2524"/>
                    </a:lnTo>
                    <a:lnTo>
                      <a:pt x="2447" y="2434"/>
                    </a:lnTo>
                    <a:lnTo>
                      <a:pt x="2536" y="2332"/>
                    </a:lnTo>
                    <a:lnTo>
                      <a:pt x="2613" y="2229"/>
                    </a:lnTo>
                    <a:lnTo>
                      <a:pt x="2690" y="2101"/>
                    </a:lnTo>
                    <a:lnTo>
                      <a:pt x="2754" y="1986"/>
                    </a:lnTo>
                    <a:lnTo>
                      <a:pt x="2793" y="1845"/>
                    </a:lnTo>
                    <a:lnTo>
                      <a:pt x="2831" y="1717"/>
                    </a:lnTo>
                    <a:lnTo>
                      <a:pt x="2857" y="1576"/>
                    </a:lnTo>
                    <a:lnTo>
                      <a:pt x="2857" y="1423"/>
                    </a:lnTo>
                    <a:lnTo>
                      <a:pt x="2857" y="1282"/>
                    </a:lnTo>
                    <a:lnTo>
                      <a:pt x="2831" y="1141"/>
                    </a:lnTo>
                    <a:lnTo>
                      <a:pt x="2793" y="1000"/>
                    </a:lnTo>
                    <a:lnTo>
                      <a:pt x="2754" y="872"/>
                    </a:lnTo>
                    <a:lnTo>
                      <a:pt x="2690" y="744"/>
                    </a:lnTo>
                    <a:lnTo>
                      <a:pt x="2613" y="628"/>
                    </a:lnTo>
                    <a:lnTo>
                      <a:pt x="2536" y="513"/>
                    </a:lnTo>
                    <a:lnTo>
                      <a:pt x="2447" y="411"/>
                    </a:lnTo>
                    <a:lnTo>
                      <a:pt x="2344" y="321"/>
                    </a:lnTo>
                    <a:lnTo>
                      <a:pt x="2229" y="244"/>
                    </a:lnTo>
                    <a:lnTo>
                      <a:pt x="2114" y="167"/>
                    </a:lnTo>
                    <a:lnTo>
                      <a:pt x="1986" y="103"/>
                    </a:lnTo>
                    <a:lnTo>
                      <a:pt x="1858" y="65"/>
                    </a:lnTo>
                    <a:lnTo>
                      <a:pt x="1717" y="26"/>
                    </a:lnTo>
                    <a:lnTo>
                      <a:pt x="157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9" name="Google Shape;609;p19"/>
              <p:cNvSpPr/>
              <p:nvPr/>
            </p:nvSpPr>
            <p:spPr>
              <a:xfrm>
                <a:off x="6665191" y="2675749"/>
                <a:ext cx="90191" cy="90160"/>
              </a:xfrm>
              <a:custGeom>
                <a:rect b="b" l="l" r="r" t="t"/>
                <a:pathLst>
                  <a:path extrusionOk="0" h="2857" w="2858">
                    <a:moveTo>
                      <a:pt x="1435" y="0"/>
                    </a:moveTo>
                    <a:lnTo>
                      <a:pt x="1282" y="13"/>
                    </a:lnTo>
                    <a:lnTo>
                      <a:pt x="1141" y="26"/>
                    </a:lnTo>
                    <a:lnTo>
                      <a:pt x="1000" y="64"/>
                    </a:lnTo>
                    <a:lnTo>
                      <a:pt x="872" y="116"/>
                    </a:lnTo>
                    <a:lnTo>
                      <a:pt x="744" y="180"/>
                    </a:lnTo>
                    <a:lnTo>
                      <a:pt x="628" y="244"/>
                    </a:lnTo>
                    <a:lnTo>
                      <a:pt x="526" y="333"/>
                    </a:lnTo>
                    <a:lnTo>
                      <a:pt x="424" y="423"/>
                    </a:lnTo>
                    <a:lnTo>
                      <a:pt x="321" y="525"/>
                    </a:lnTo>
                    <a:lnTo>
                      <a:pt x="244" y="628"/>
                    </a:lnTo>
                    <a:lnTo>
                      <a:pt x="167" y="743"/>
                    </a:lnTo>
                    <a:lnTo>
                      <a:pt x="116" y="871"/>
                    </a:lnTo>
                    <a:lnTo>
                      <a:pt x="65" y="999"/>
                    </a:lnTo>
                    <a:lnTo>
                      <a:pt x="26" y="1140"/>
                    </a:lnTo>
                    <a:lnTo>
                      <a:pt x="14" y="1281"/>
                    </a:lnTo>
                    <a:lnTo>
                      <a:pt x="1" y="1435"/>
                    </a:lnTo>
                    <a:lnTo>
                      <a:pt x="14" y="1576"/>
                    </a:lnTo>
                    <a:lnTo>
                      <a:pt x="26" y="1716"/>
                    </a:lnTo>
                    <a:lnTo>
                      <a:pt x="65" y="1857"/>
                    </a:lnTo>
                    <a:lnTo>
                      <a:pt x="116" y="1985"/>
                    </a:lnTo>
                    <a:lnTo>
                      <a:pt x="167" y="2114"/>
                    </a:lnTo>
                    <a:lnTo>
                      <a:pt x="244" y="2229"/>
                    </a:lnTo>
                    <a:lnTo>
                      <a:pt x="321" y="2344"/>
                    </a:lnTo>
                    <a:lnTo>
                      <a:pt x="424" y="2434"/>
                    </a:lnTo>
                    <a:lnTo>
                      <a:pt x="526" y="2536"/>
                    </a:lnTo>
                    <a:lnTo>
                      <a:pt x="628" y="2613"/>
                    </a:lnTo>
                    <a:lnTo>
                      <a:pt x="744" y="2690"/>
                    </a:lnTo>
                    <a:lnTo>
                      <a:pt x="872" y="2741"/>
                    </a:lnTo>
                    <a:lnTo>
                      <a:pt x="1000" y="2792"/>
                    </a:lnTo>
                    <a:lnTo>
                      <a:pt x="1141" y="2831"/>
                    </a:lnTo>
                    <a:lnTo>
                      <a:pt x="1282" y="2856"/>
                    </a:lnTo>
                    <a:lnTo>
                      <a:pt x="1576" y="2856"/>
                    </a:lnTo>
                    <a:lnTo>
                      <a:pt x="1717" y="2831"/>
                    </a:lnTo>
                    <a:lnTo>
                      <a:pt x="1858" y="2792"/>
                    </a:lnTo>
                    <a:lnTo>
                      <a:pt x="1986" y="2741"/>
                    </a:lnTo>
                    <a:lnTo>
                      <a:pt x="2114" y="2690"/>
                    </a:lnTo>
                    <a:lnTo>
                      <a:pt x="2229" y="2613"/>
                    </a:lnTo>
                    <a:lnTo>
                      <a:pt x="2332" y="2536"/>
                    </a:lnTo>
                    <a:lnTo>
                      <a:pt x="2434" y="2434"/>
                    </a:lnTo>
                    <a:lnTo>
                      <a:pt x="2537" y="2344"/>
                    </a:lnTo>
                    <a:lnTo>
                      <a:pt x="2614" y="2229"/>
                    </a:lnTo>
                    <a:lnTo>
                      <a:pt x="2691" y="2114"/>
                    </a:lnTo>
                    <a:lnTo>
                      <a:pt x="2742" y="1985"/>
                    </a:lnTo>
                    <a:lnTo>
                      <a:pt x="2793" y="1857"/>
                    </a:lnTo>
                    <a:lnTo>
                      <a:pt x="2831" y="1716"/>
                    </a:lnTo>
                    <a:lnTo>
                      <a:pt x="2857" y="1576"/>
                    </a:lnTo>
                    <a:lnTo>
                      <a:pt x="2857" y="1435"/>
                    </a:lnTo>
                    <a:lnTo>
                      <a:pt x="2857" y="1281"/>
                    </a:lnTo>
                    <a:lnTo>
                      <a:pt x="2831" y="1140"/>
                    </a:lnTo>
                    <a:lnTo>
                      <a:pt x="2793" y="999"/>
                    </a:lnTo>
                    <a:lnTo>
                      <a:pt x="2742" y="871"/>
                    </a:lnTo>
                    <a:lnTo>
                      <a:pt x="2691" y="743"/>
                    </a:lnTo>
                    <a:lnTo>
                      <a:pt x="2614" y="628"/>
                    </a:lnTo>
                    <a:lnTo>
                      <a:pt x="2537" y="525"/>
                    </a:lnTo>
                    <a:lnTo>
                      <a:pt x="2434" y="423"/>
                    </a:lnTo>
                    <a:lnTo>
                      <a:pt x="2332" y="333"/>
                    </a:lnTo>
                    <a:lnTo>
                      <a:pt x="2229" y="244"/>
                    </a:lnTo>
                    <a:lnTo>
                      <a:pt x="2114" y="180"/>
                    </a:lnTo>
                    <a:lnTo>
                      <a:pt x="1986" y="116"/>
                    </a:lnTo>
                    <a:lnTo>
                      <a:pt x="1858" y="64"/>
                    </a:lnTo>
                    <a:lnTo>
                      <a:pt x="1717" y="26"/>
                    </a:lnTo>
                    <a:lnTo>
                      <a:pt x="1576" y="13"/>
                    </a:lnTo>
                    <a:lnTo>
                      <a:pt x="143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0" name="Google Shape;610;p19"/>
              <p:cNvSpPr/>
              <p:nvPr/>
            </p:nvSpPr>
            <p:spPr>
              <a:xfrm>
                <a:off x="6377005" y="3265057"/>
                <a:ext cx="90191" cy="90160"/>
              </a:xfrm>
              <a:custGeom>
                <a:rect b="b" l="l" r="r" t="t"/>
                <a:pathLst>
                  <a:path extrusionOk="0" h="2857" w="2858">
                    <a:moveTo>
                      <a:pt x="1435" y="0"/>
                    </a:moveTo>
                    <a:lnTo>
                      <a:pt x="1294" y="13"/>
                    </a:lnTo>
                    <a:lnTo>
                      <a:pt x="1141" y="26"/>
                    </a:lnTo>
                    <a:lnTo>
                      <a:pt x="1013" y="64"/>
                    </a:lnTo>
                    <a:lnTo>
                      <a:pt x="885" y="115"/>
                    </a:lnTo>
                    <a:lnTo>
                      <a:pt x="757" y="179"/>
                    </a:lnTo>
                    <a:lnTo>
                      <a:pt x="641" y="243"/>
                    </a:lnTo>
                    <a:lnTo>
                      <a:pt x="526" y="333"/>
                    </a:lnTo>
                    <a:lnTo>
                      <a:pt x="424" y="423"/>
                    </a:lnTo>
                    <a:lnTo>
                      <a:pt x="334" y="525"/>
                    </a:lnTo>
                    <a:lnTo>
                      <a:pt x="244" y="628"/>
                    </a:lnTo>
                    <a:lnTo>
                      <a:pt x="180" y="743"/>
                    </a:lnTo>
                    <a:lnTo>
                      <a:pt x="116" y="871"/>
                    </a:lnTo>
                    <a:lnTo>
                      <a:pt x="65" y="999"/>
                    </a:lnTo>
                    <a:lnTo>
                      <a:pt x="39" y="1140"/>
                    </a:lnTo>
                    <a:lnTo>
                      <a:pt x="14" y="1281"/>
                    </a:lnTo>
                    <a:lnTo>
                      <a:pt x="1" y="1435"/>
                    </a:lnTo>
                    <a:lnTo>
                      <a:pt x="14" y="1576"/>
                    </a:lnTo>
                    <a:lnTo>
                      <a:pt x="39" y="1716"/>
                    </a:lnTo>
                    <a:lnTo>
                      <a:pt x="65" y="1857"/>
                    </a:lnTo>
                    <a:lnTo>
                      <a:pt x="116" y="1985"/>
                    </a:lnTo>
                    <a:lnTo>
                      <a:pt x="180" y="2113"/>
                    </a:lnTo>
                    <a:lnTo>
                      <a:pt x="244" y="2229"/>
                    </a:lnTo>
                    <a:lnTo>
                      <a:pt x="334" y="2344"/>
                    </a:lnTo>
                    <a:lnTo>
                      <a:pt x="424" y="2434"/>
                    </a:lnTo>
                    <a:lnTo>
                      <a:pt x="526" y="2536"/>
                    </a:lnTo>
                    <a:lnTo>
                      <a:pt x="641" y="2613"/>
                    </a:lnTo>
                    <a:lnTo>
                      <a:pt x="757" y="2690"/>
                    </a:lnTo>
                    <a:lnTo>
                      <a:pt x="885" y="2741"/>
                    </a:lnTo>
                    <a:lnTo>
                      <a:pt x="1013" y="2792"/>
                    </a:lnTo>
                    <a:lnTo>
                      <a:pt x="1141" y="2831"/>
                    </a:lnTo>
                    <a:lnTo>
                      <a:pt x="1294" y="2856"/>
                    </a:lnTo>
                    <a:lnTo>
                      <a:pt x="1576" y="2856"/>
                    </a:lnTo>
                    <a:lnTo>
                      <a:pt x="1717" y="2831"/>
                    </a:lnTo>
                    <a:lnTo>
                      <a:pt x="1858" y="2792"/>
                    </a:lnTo>
                    <a:lnTo>
                      <a:pt x="1986" y="2741"/>
                    </a:lnTo>
                    <a:lnTo>
                      <a:pt x="2114" y="2690"/>
                    </a:lnTo>
                    <a:lnTo>
                      <a:pt x="2229" y="2613"/>
                    </a:lnTo>
                    <a:lnTo>
                      <a:pt x="2345" y="2536"/>
                    </a:lnTo>
                    <a:lnTo>
                      <a:pt x="2447" y="2434"/>
                    </a:lnTo>
                    <a:lnTo>
                      <a:pt x="2537" y="2344"/>
                    </a:lnTo>
                    <a:lnTo>
                      <a:pt x="2614" y="2229"/>
                    </a:lnTo>
                    <a:lnTo>
                      <a:pt x="2691" y="2113"/>
                    </a:lnTo>
                    <a:lnTo>
                      <a:pt x="2755" y="1985"/>
                    </a:lnTo>
                    <a:lnTo>
                      <a:pt x="2793" y="1857"/>
                    </a:lnTo>
                    <a:lnTo>
                      <a:pt x="2831" y="1716"/>
                    </a:lnTo>
                    <a:lnTo>
                      <a:pt x="2857" y="1576"/>
                    </a:lnTo>
                    <a:lnTo>
                      <a:pt x="2857" y="1435"/>
                    </a:lnTo>
                    <a:lnTo>
                      <a:pt x="2857" y="1281"/>
                    </a:lnTo>
                    <a:lnTo>
                      <a:pt x="2831" y="1140"/>
                    </a:lnTo>
                    <a:lnTo>
                      <a:pt x="2793" y="999"/>
                    </a:lnTo>
                    <a:lnTo>
                      <a:pt x="2755" y="871"/>
                    </a:lnTo>
                    <a:lnTo>
                      <a:pt x="2691" y="743"/>
                    </a:lnTo>
                    <a:lnTo>
                      <a:pt x="2614" y="628"/>
                    </a:lnTo>
                    <a:lnTo>
                      <a:pt x="2537" y="525"/>
                    </a:lnTo>
                    <a:lnTo>
                      <a:pt x="2447" y="423"/>
                    </a:lnTo>
                    <a:lnTo>
                      <a:pt x="2345" y="333"/>
                    </a:lnTo>
                    <a:lnTo>
                      <a:pt x="2229" y="243"/>
                    </a:lnTo>
                    <a:lnTo>
                      <a:pt x="2114" y="179"/>
                    </a:lnTo>
                    <a:lnTo>
                      <a:pt x="1986" y="115"/>
                    </a:lnTo>
                    <a:lnTo>
                      <a:pt x="1858" y="64"/>
                    </a:lnTo>
                    <a:lnTo>
                      <a:pt x="1717" y="26"/>
                    </a:lnTo>
                    <a:lnTo>
                      <a:pt x="1576" y="13"/>
                    </a:lnTo>
                    <a:lnTo>
                      <a:pt x="143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1" name="Google Shape;611;p19"/>
              <p:cNvSpPr/>
              <p:nvPr/>
            </p:nvSpPr>
            <p:spPr>
              <a:xfrm>
                <a:off x="6153892" y="3087198"/>
                <a:ext cx="90191" cy="90160"/>
              </a:xfrm>
              <a:custGeom>
                <a:rect b="b" l="l" r="r" t="t"/>
                <a:pathLst>
                  <a:path extrusionOk="0" h="2857" w="2858">
                    <a:moveTo>
                      <a:pt x="1282" y="1"/>
                    </a:moveTo>
                    <a:lnTo>
                      <a:pt x="1141" y="26"/>
                    </a:lnTo>
                    <a:lnTo>
                      <a:pt x="1000" y="65"/>
                    </a:lnTo>
                    <a:lnTo>
                      <a:pt x="872" y="116"/>
                    </a:lnTo>
                    <a:lnTo>
                      <a:pt x="744" y="167"/>
                    </a:lnTo>
                    <a:lnTo>
                      <a:pt x="629" y="244"/>
                    </a:lnTo>
                    <a:lnTo>
                      <a:pt x="526" y="321"/>
                    </a:lnTo>
                    <a:lnTo>
                      <a:pt x="424" y="411"/>
                    </a:lnTo>
                    <a:lnTo>
                      <a:pt x="334" y="513"/>
                    </a:lnTo>
                    <a:lnTo>
                      <a:pt x="244" y="628"/>
                    </a:lnTo>
                    <a:lnTo>
                      <a:pt x="167" y="744"/>
                    </a:lnTo>
                    <a:lnTo>
                      <a:pt x="116" y="872"/>
                    </a:lnTo>
                    <a:lnTo>
                      <a:pt x="65" y="1000"/>
                    </a:lnTo>
                    <a:lnTo>
                      <a:pt x="27" y="1141"/>
                    </a:lnTo>
                    <a:lnTo>
                      <a:pt x="14" y="1281"/>
                    </a:lnTo>
                    <a:lnTo>
                      <a:pt x="1" y="1422"/>
                    </a:lnTo>
                    <a:lnTo>
                      <a:pt x="14" y="1576"/>
                    </a:lnTo>
                    <a:lnTo>
                      <a:pt x="27" y="1717"/>
                    </a:lnTo>
                    <a:lnTo>
                      <a:pt x="65" y="1858"/>
                    </a:lnTo>
                    <a:lnTo>
                      <a:pt x="116" y="1986"/>
                    </a:lnTo>
                    <a:lnTo>
                      <a:pt x="167" y="2114"/>
                    </a:lnTo>
                    <a:lnTo>
                      <a:pt x="244" y="2229"/>
                    </a:lnTo>
                    <a:lnTo>
                      <a:pt x="334" y="2332"/>
                    </a:lnTo>
                    <a:lnTo>
                      <a:pt x="424" y="2434"/>
                    </a:lnTo>
                    <a:lnTo>
                      <a:pt x="526" y="2524"/>
                    </a:lnTo>
                    <a:lnTo>
                      <a:pt x="629" y="2613"/>
                    </a:lnTo>
                    <a:lnTo>
                      <a:pt x="744" y="2678"/>
                    </a:lnTo>
                    <a:lnTo>
                      <a:pt x="872" y="2742"/>
                    </a:lnTo>
                    <a:lnTo>
                      <a:pt x="1000" y="2793"/>
                    </a:lnTo>
                    <a:lnTo>
                      <a:pt x="1141" y="2831"/>
                    </a:lnTo>
                    <a:lnTo>
                      <a:pt x="1282" y="2844"/>
                    </a:lnTo>
                    <a:lnTo>
                      <a:pt x="1435" y="2857"/>
                    </a:lnTo>
                    <a:lnTo>
                      <a:pt x="1576" y="2844"/>
                    </a:lnTo>
                    <a:lnTo>
                      <a:pt x="1717" y="2831"/>
                    </a:lnTo>
                    <a:lnTo>
                      <a:pt x="1858" y="2793"/>
                    </a:lnTo>
                    <a:lnTo>
                      <a:pt x="1986" y="2742"/>
                    </a:lnTo>
                    <a:lnTo>
                      <a:pt x="2114" y="2678"/>
                    </a:lnTo>
                    <a:lnTo>
                      <a:pt x="2230" y="2613"/>
                    </a:lnTo>
                    <a:lnTo>
                      <a:pt x="2345" y="2524"/>
                    </a:lnTo>
                    <a:lnTo>
                      <a:pt x="2434" y="2434"/>
                    </a:lnTo>
                    <a:lnTo>
                      <a:pt x="2537" y="2332"/>
                    </a:lnTo>
                    <a:lnTo>
                      <a:pt x="2614" y="2229"/>
                    </a:lnTo>
                    <a:lnTo>
                      <a:pt x="2691" y="2114"/>
                    </a:lnTo>
                    <a:lnTo>
                      <a:pt x="2742" y="1986"/>
                    </a:lnTo>
                    <a:lnTo>
                      <a:pt x="2793" y="1858"/>
                    </a:lnTo>
                    <a:lnTo>
                      <a:pt x="2831" y="1717"/>
                    </a:lnTo>
                    <a:lnTo>
                      <a:pt x="2857" y="1576"/>
                    </a:lnTo>
                    <a:lnTo>
                      <a:pt x="2857" y="1422"/>
                    </a:lnTo>
                    <a:lnTo>
                      <a:pt x="2857" y="1281"/>
                    </a:lnTo>
                    <a:lnTo>
                      <a:pt x="2831" y="1141"/>
                    </a:lnTo>
                    <a:lnTo>
                      <a:pt x="2793" y="1000"/>
                    </a:lnTo>
                    <a:lnTo>
                      <a:pt x="2742" y="872"/>
                    </a:lnTo>
                    <a:lnTo>
                      <a:pt x="2691" y="744"/>
                    </a:lnTo>
                    <a:lnTo>
                      <a:pt x="2614" y="628"/>
                    </a:lnTo>
                    <a:lnTo>
                      <a:pt x="2537" y="513"/>
                    </a:lnTo>
                    <a:lnTo>
                      <a:pt x="2434" y="411"/>
                    </a:lnTo>
                    <a:lnTo>
                      <a:pt x="2345" y="321"/>
                    </a:lnTo>
                    <a:lnTo>
                      <a:pt x="2230" y="244"/>
                    </a:lnTo>
                    <a:lnTo>
                      <a:pt x="2114" y="167"/>
                    </a:lnTo>
                    <a:lnTo>
                      <a:pt x="1986" y="116"/>
                    </a:lnTo>
                    <a:lnTo>
                      <a:pt x="1858" y="65"/>
                    </a:lnTo>
                    <a:lnTo>
                      <a:pt x="1717" y="26"/>
                    </a:lnTo>
                    <a:lnTo>
                      <a:pt x="157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2" name="Google Shape;612;p19"/>
              <p:cNvSpPr/>
              <p:nvPr/>
            </p:nvSpPr>
            <p:spPr>
              <a:xfrm>
                <a:off x="6230704" y="3361244"/>
                <a:ext cx="90160" cy="90160"/>
              </a:xfrm>
              <a:custGeom>
                <a:rect b="b" l="l" r="r" t="t"/>
                <a:pathLst>
                  <a:path extrusionOk="0" h="2857" w="2857">
                    <a:moveTo>
                      <a:pt x="1281" y="0"/>
                    </a:moveTo>
                    <a:lnTo>
                      <a:pt x="1140" y="26"/>
                    </a:lnTo>
                    <a:lnTo>
                      <a:pt x="999" y="64"/>
                    </a:lnTo>
                    <a:lnTo>
                      <a:pt x="871" y="103"/>
                    </a:lnTo>
                    <a:lnTo>
                      <a:pt x="743" y="167"/>
                    </a:lnTo>
                    <a:lnTo>
                      <a:pt x="628" y="244"/>
                    </a:lnTo>
                    <a:lnTo>
                      <a:pt x="526" y="321"/>
                    </a:lnTo>
                    <a:lnTo>
                      <a:pt x="423" y="410"/>
                    </a:lnTo>
                    <a:lnTo>
                      <a:pt x="333" y="513"/>
                    </a:lnTo>
                    <a:lnTo>
                      <a:pt x="244" y="628"/>
                    </a:lnTo>
                    <a:lnTo>
                      <a:pt x="180" y="743"/>
                    </a:lnTo>
                    <a:lnTo>
                      <a:pt x="116" y="871"/>
                    </a:lnTo>
                    <a:lnTo>
                      <a:pt x="64" y="999"/>
                    </a:lnTo>
                    <a:lnTo>
                      <a:pt x="26" y="1140"/>
                    </a:lnTo>
                    <a:lnTo>
                      <a:pt x="13" y="1281"/>
                    </a:lnTo>
                    <a:lnTo>
                      <a:pt x="0" y="1422"/>
                    </a:lnTo>
                    <a:lnTo>
                      <a:pt x="13" y="1576"/>
                    </a:lnTo>
                    <a:lnTo>
                      <a:pt x="26" y="1717"/>
                    </a:lnTo>
                    <a:lnTo>
                      <a:pt x="64" y="1845"/>
                    </a:lnTo>
                    <a:lnTo>
                      <a:pt x="116" y="1986"/>
                    </a:lnTo>
                    <a:lnTo>
                      <a:pt x="180" y="2101"/>
                    </a:lnTo>
                    <a:lnTo>
                      <a:pt x="244" y="2229"/>
                    </a:lnTo>
                    <a:lnTo>
                      <a:pt x="333" y="2331"/>
                    </a:lnTo>
                    <a:lnTo>
                      <a:pt x="423" y="2434"/>
                    </a:lnTo>
                    <a:lnTo>
                      <a:pt x="526" y="2524"/>
                    </a:lnTo>
                    <a:lnTo>
                      <a:pt x="628" y="2613"/>
                    </a:lnTo>
                    <a:lnTo>
                      <a:pt x="743" y="2677"/>
                    </a:lnTo>
                    <a:lnTo>
                      <a:pt x="871" y="2741"/>
                    </a:lnTo>
                    <a:lnTo>
                      <a:pt x="999" y="2793"/>
                    </a:lnTo>
                    <a:lnTo>
                      <a:pt x="1140" y="2818"/>
                    </a:lnTo>
                    <a:lnTo>
                      <a:pt x="1281" y="2844"/>
                    </a:lnTo>
                    <a:lnTo>
                      <a:pt x="1435" y="2857"/>
                    </a:lnTo>
                    <a:lnTo>
                      <a:pt x="1576" y="2844"/>
                    </a:lnTo>
                    <a:lnTo>
                      <a:pt x="1717" y="2818"/>
                    </a:lnTo>
                    <a:lnTo>
                      <a:pt x="1858" y="2793"/>
                    </a:lnTo>
                    <a:lnTo>
                      <a:pt x="1986" y="2741"/>
                    </a:lnTo>
                    <a:lnTo>
                      <a:pt x="2114" y="2677"/>
                    </a:lnTo>
                    <a:lnTo>
                      <a:pt x="2229" y="2613"/>
                    </a:lnTo>
                    <a:lnTo>
                      <a:pt x="2344" y="2524"/>
                    </a:lnTo>
                    <a:lnTo>
                      <a:pt x="2434" y="2434"/>
                    </a:lnTo>
                    <a:lnTo>
                      <a:pt x="2536" y="2331"/>
                    </a:lnTo>
                    <a:lnTo>
                      <a:pt x="2613" y="2229"/>
                    </a:lnTo>
                    <a:lnTo>
                      <a:pt x="2690" y="2101"/>
                    </a:lnTo>
                    <a:lnTo>
                      <a:pt x="2741" y="1986"/>
                    </a:lnTo>
                    <a:lnTo>
                      <a:pt x="2793" y="1845"/>
                    </a:lnTo>
                    <a:lnTo>
                      <a:pt x="2831" y="1717"/>
                    </a:lnTo>
                    <a:lnTo>
                      <a:pt x="2857" y="1576"/>
                    </a:lnTo>
                    <a:lnTo>
                      <a:pt x="2857" y="1422"/>
                    </a:lnTo>
                    <a:lnTo>
                      <a:pt x="2857" y="1281"/>
                    </a:lnTo>
                    <a:lnTo>
                      <a:pt x="2831" y="1140"/>
                    </a:lnTo>
                    <a:lnTo>
                      <a:pt x="2793" y="999"/>
                    </a:lnTo>
                    <a:lnTo>
                      <a:pt x="2741" y="871"/>
                    </a:lnTo>
                    <a:lnTo>
                      <a:pt x="2690" y="743"/>
                    </a:lnTo>
                    <a:lnTo>
                      <a:pt x="2613" y="628"/>
                    </a:lnTo>
                    <a:lnTo>
                      <a:pt x="2536" y="513"/>
                    </a:lnTo>
                    <a:lnTo>
                      <a:pt x="2434" y="410"/>
                    </a:lnTo>
                    <a:lnTo>
                      <a:pt x="2344" y="321"/>
                    </a:lnTo>
                    <a:lnTo>
                      <a:pt x="2229" y="244"/>
                    </a:lnTo>
                    <a:lnTo>
                      <a:pt x="2114" y="167"/>
                    </a:lnTo>
                    <a:lnTo>
                      <a:pt x="1986" y="103"/>
                    </a:lnTo>
                    <a:lnTo>
                      <a:pt x="1858" y="64"/>
                    </a:lnTo>
                    <a:lnTo>
                      <a:pt x="1717" y="26"/>
                    </a:lnTo>
                    <a:lnTo>
                      <a:pt x="157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3" name="Google Shape;613;p19"/>
              <p:cNvSpPr/>
              <p:nvPr/>
            </p:nvSpPr>
            <p:spPr>
              <a:xfrm>
                <a:off x="6199178" y="2411391"/>
                <a:ext cx="524643" cy="109568"/>
              </a:xfrm>
              <a:custGeom>
                <a:rect b="b" l="l" r="r" t="t"/>
                <a:pathLst>
                  <a:path extrusionOk="0" h="3472" w="16625">
                    <a:moveTo>
                      <a:pt x="0" y="1"/>
                    </a:moveTo>
                    <a:lnTo>
                      <a:pt x="0" y="3472"/>
                    </a:lnTo>
                    <a:lnTo>
                      <a:pt x="16625" y="3472"/>
                    </a:lnTo>
                    <a:lnTo>
                      <a:pt x="166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4" name="Google Shape;614;p19"/>
              <p:cNvSpPr/>
              <p:nvPr/>
            </p:nvSpPr>
            <p:spPr>
              <a:xfrm>
                <a:off x="6530218" y="3921455"/>
                <a:ext cx="188367" cy="187956"/>
              </a:xfrm>
              <a:custGeom>
                <a:rect b="b" l="l" r="r" t="t"/>
                <a:pathLst>
                  <a:path extrusionOk="0" h="5956" w="5969">
                    <a:moveTo>
                      <a:pt x="2831" y="0"/>
                    </a:moveTo>
                    <a:lnTo>
                      <a:pt x="2677" y="13"/>
                    </a:lnTo>
                    <a:lnTo>
                      <a:pt x="2382" y="64"/>
                    </a:lnTo>
                    <a:lnTo>
                      <a:pt x="2101" y="128"/>
                    </a:lnTo>
                    <a:lnTo>
                      <a:pt x="1832" y="231"/>
                    </a:lnTo>
                    <a:lnTo>
                      <a:pt x="1563" y="359"/>
                    </a:lnTo>
                    <a:lnTo>
                      <a:pt x="1319" y="512"/>
                    </a:lnTo>
                    <a:lnTo>
                      <a:pt x="1089" y="679"/>
                    </a:lnTo>
                    <a:lnTo>
                      <a:pt x="884" y="871"/>
                    </a:lnTo>
                    <a:lnTo>
                      <a:pt x="692" y="1089"/>
                    </a:lnTo>
                    <a:lnTo>
                      <a:pt x="512" y="1319"/>
                    </a:lnTo>
                    <a:lnTo>
                      <a:pt x="371" y="1563"/>
                    </a:lnTo>
                    <a:lnTo>
                      <a:pt x="243" y="1819"/>
                    </a:lnTo>
                    <a:lnTo>
                      <a:pt x="141" y="2088"/>
                    </a:lnTo>
                    <a:lnTo>
                      <a:pt x="64" y="2382"/>
                    </a:lnTo>
                    <a:lnTo>
                      <a:pt x="26" y="2677"/>
                    </a:lnTo>
                    <a:lnTo>
                      <a:pt x="13" y="2831"/>
                    </a:lnTo>
                    <a:lnTo>
                      <a:pt x="0" y="2984"/>
                    </a:lnTo>
                    <a:lnTo>
                      <a:pt x="13" y="3138"/>
                    </a:lnTo>
                    <a:lnTo>
                      <a:pt x="26" y="3279"/>
                    </a:lnTo>
                    <a:lnTo>
                      <a:pt x="64" y="3586"/>
                    </a:lnTo>
                    <a:lnTo>
                      <a:pt x="141" y="3868"/>
                    </a:lnTo>
                    <a:lnTo>
                      <a:pt x="243" y="4137"/>
                    </a:lnTo>
                    <a:lnTo>
                      <a:pt x="371" y="4406"/>
                    </a:lnTo>
                    <a:lnTo>
                      <a:pt x="512" y="4649"/>
                    </a:lnTo>
                    <a:lnTo>
                      <a:pt x="692" y="4880"/>
                    </a:lnTo>
                    <a:lnTo>
                      <a:pt x="884" y="5085"/>
                    </a:lnTo>
                    <a:lnTo>
                      <a:pt x="1089" y="5277"/>
                    </a:lnTo>
                    <a:lnTo>
                      <a:pt x="1319" y="5456"/>
                    </a:lnTo>
                    <a:lnTo>
                      <a:pt x="1563" y="5597"/>
                    </a:lnTo>
                    <a:lnTo>
                      <a:pt x="1832" y="5725"/>
                    </a:lnTo>
                    <a:lnTo>
                      <a:pt x="2101" y="5828"/>
                    </a:lnTo>
                    <a:lnTo>
                      <a:pt x="2382" y="5905"/>
                    </a:lnTo>
                    <a:lnTo>
                      <a:pt x="2677" y="5943"/>
                    </a:lnTo>
                    <a:lnTo>
                      <a:pt x="2831" y="5956"/>
                    </a:lnTo>
                    <a:lnTo>
                      <a:pt x="3138" y="5956"/>
                    </a:lnTo>
                    <a:lnTo>
                      <a:pt x="3292" y="5943"/>
                    </a:lnTo>
                    <a:lnTo>
                      <a:pt x="3586" y="5905"/>
                    </a:lnTo>
                    <a:lnTo>
                      <a:pt x="3868" y="5828"/>
                    </a:lnTo>
                    <a:lnTo>
                      <a:pt x="4150" y="5725"/>
                    </a:lnTo>
                    <a:lnTo>
                      <a:pt x="4406" y="5597"/>
                    </a:lnTo>
                    <a:lnTo>
                      <a:pt x="4649" y="5456"/>
                    </a:lnTo>
                    <a:lnTo>
                      <a:pt x="4880" y="5277"/>
                    </a:lnTo>
                    <a:lnTo>
                      <a:pt x="5098" y="5085"/>
                    </a:lnTo>
                    <a:lnTo>
                      <a:pt x="5290" y="4880"/>
                    </a:lnTo>
                    <a:lnTo>
                      <a:pt x="5456" y="4649"/>
                    </a:lnTo>
                    <a:lnTo>
                      <a:pt x="5610" y="4406"/>
                    </a:lnTo>
                    <a:lnTo>
                      <a:pt x="5725" y="4137"/>
                    </a:lnTo>
                    <a:lnTo>
                      <a:pt x="5828" y="3868"/>
                    </a:lnTo>
                    <a:lnTo>
                      <a:pt x="5904" y="3586"/>
                    </a:lnTo>
                    <a:lnTo>
                      <a:pt x="5956" y="3279"/>
                    </a:lnTo>
                    <a:lnTo>
                      <a:pt x="5956" y="3138"/>
                    </a:lnTo>
                    <a:lnTo>
                      <a:pt x="5969" y="2984"/>
                    </a:lnTo>
                    <a:lnTo>
                      <a:pt x="5956" y="2831"/>
                    </a:lnTo>
                    <a:lnTo>
                      <a:pt x="5956" y="2677"/>
                    </a:lnTo>
                    <a:lnTo>
                      <a:pt x="5904" y="2382"/>
                    </a:lnTo>
                    <a:lnTo>
                      <a:pt x="5828" y="2088"/>
                    </a:lnTo>
                    <a:lnTo>
                      <a:pt x="5725" y="1819"/>
                    </a:lnTo>
                    <a:lnTo>
                      <a:pt x="5610" y="1563"/>
                    </a:lnTo>
                    <a:lnTo>
                      <a:pt x="5456" y="1319"/>
                    </a:lnTo>
                    <a:lnTo>
                      <a:pt x="5290" y="1089"/>
                    </a:lnTo>
                    <a:lnTo>
                      <a:pt x="5098" y="871"/>
                    </a:lnTo>
                    <a:lnTo>
                      <a:pt x="4880" y="679"/>
                    </a:lnTo>
                    <a:lnTo>
                      <a:pt x="4649" y="512"/>
                    </a:lnTo>
                    <a:lnTo>
                      <a:pt x="4406" y="359"/>
                    </a:lnTo>
                    <a:lnTo>
                      <a:pt x="4150" y="231"/>
                    </a:lnTo>
                    <a:lnTo>
                      <a:pt x="3868" y="128"/>
                    </a:lnTo>
                    <a:lnTo>
                      <a:pt x="3586" y="64"/>
                    </a:lnTo>
                    <a:lnTo>
                      <a:pt x="3292" y="13"/>
                    </a:lnTo>
                    <a:lnTo>
                      <a:pt x="3138" y="0"/>
                    </a:lnTo>
                    <a:close/>
                  </a:path>
                </a:pathLst>
              </a:custGeom>
              <a:solidFill>
                <a:srgbClr val="1FC5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5" name="Google Shape;615;p19"/>
              <p:cNvSpPr/>
              <p:nvPr/>
            </p:nvSpPr>
            <p:spPr>
              <a:xfrm>
                <a:off x="6561745" y="3952981"/>
                <a:ext cx="125315" cy="125315"/>
              </a:xfrm>
              <a:custGeom>
                <a:rect b="b" l="l" r="r" t="t"/>
                <a:pathLst>
                  <a:path extrusionOk="0" h="3971" w="3971">
                    <a:moveTo>
                      <a:pt x="1780" y="0"/>
                    </a:moveTo>
                    <a:lnTo>
                      <a:pt x="1588" y="39"/>
                    </a:lnTo>
                    <a:lnTo>
                      <a:pt x="1396" y="90"/>
                    </a:lnTo>
                    <a:lnTo>
                      <a:pt x="1217" y="154"/>
                    </a:lnTo>
                    <a:lnTo>
                      <a:pt x="1037" y="231"/>
                    </a:lnTo>
                    <a:lnTo>
                      <a:pt x="871" y="333"/>
                    </a:lnTo>
                    <a:lnTo>
                      <a:pt x="717" y="448"/>
                    </a:lnTo>
                    <a:lnTo>
                      <a:pt x="576" y="577"/>
                    </a:lnTo>
                    <a:lnTo>
                      <a:pt x="448" y="717"/>
                    </a:lnTo>
                    <a:lnTo>
                      <a:pt x="333" y="871"/>
                    </a:lnTo>
                    <a:lnTo>
                      <a:pt x="243" y="1038"/>
                    </a:lnTo>
                    <a:lnTo>
                      <a:pt x="154" y="1204"/>
                    </a:lnTo>
                    <a:lnTo>
                      <a:pt x="90" y="1396"/>
                    </a:lnTo>
                    <a:lnTo>
                      <a:pt x="38" y="1576"/>
                    </a:lnTo>
                    <a:lnTo>
                      <a:pt x="13" y="1780"/>
                    </a:lnTo>
                    <a:lnTo>
                      <a:pt x="0" y="1985"/>
                    </a:lnTo>
                    <a:lnTo>
                      <a:pt x="13" y="2178"/>
                    </a:lnTo>
                    <a:lnTo>
                      <a:pt x="38" y="2382"/>
                    </a:lnTo>
                    <a:lnTo>
                      <a:pt x="90" y="2575"/>
                    </a:lnTo>
                    <a:lnTo>
                      <a:pt x="154" y="2754"/>
                    </a:lnTo>
                    <a:lnTo>
                      <a:pt x="243" y="2933"/>
                    </a:lnTo>
                    <a:lnTo>
                      <a:pt x="333" y="3087"/>
                    </a:lnTo>
                    <a:lnTo>
                      <a:pt x="448" y="3241"/>
                    </a:lnTo>
                    <a:lnTo>
                      <a:pt x="576" y="3381"/>
                    </a:lnTo>
                    <a:lnTo>
                      <a:pt x="717" y="3510"/>
                    </a:lnTo>
                    <a:lnTo>
                      <a:pt x="871" y="3625"/>
                    </a:lnTo>
                    <a:lnTo>
                      <a:pt x="1037" y="3727"/>
                    </a:lnTo>
                    <a:lnTo>
                      <a:pt x="1217" y="3817"/>
                    </a:lnTo>
                    <a:lnTo>
                      <a:pt x="1396" y="3881"/>
                    </a:lnTo>
                    <a:lnTo>
                      <a:pt x="1588" y="3932"/>
                    </a:lnTo>
                    <a:lnTo>
                      <a:pt x="1780" y="3958"/>
                    </a:lnTo>
                    <a:lnTo>
                      <a:pt x="1985" y="3971"/>
                    </a:lnTo>
                    <a:lnTo>
                      <a:pt x="2190" y="3958"/>
                    </a:lnTo>
                    <a:lnTo>
                      <a:pt x="2382" y="3932"/>
                    </a:lnTo>
                    <a:lnTo>
                      <a:pt x="2574" y="3881"/>
                    </a:lnTo>
                    <a:lnTo>
                      <a:pt x="2754" y="3817"/>
                    </a:lnTo>
                    <a:lnTo>
                      <a:pt x="2933" y="3727"/>
                    </a:lnTo>
                    <a:lnTo>
                      <a:pt x="3100" y="3625"/>
                    </a:lnTo>
                    <a:lnTo>
                      <a:pt x="3253" y="3510"/>
                    </a:lnTo>
                    <a:lnTo>
                      <a:pt x="3394" y="3381"/>
                    </a:lnTo>
                    <a:lnTo>
                      <a:pt x="3522" y="3241"/>
                    </a:lnTo>
                    <a:lnTo>
                      <a:pt x="3637" y="3087"/>
                    </a:lnTo>
                    <a:lnTo>
                      <a:pt x="3727" y="2933"/>
                    </a:lnTo>
                    <a:lnTo>
                      <a:pt x="3817" y="2754"/>
                    </a:lnTo>
                    <a:lnTo>
                      <a:pt x="3881" y="2575"/>
                    </a:lnTo>
                    <a:lnTo>
                      <a:pt x="3932" y="2382"/>
                    </a:lnTo>
                    <a:lnTo>
                      <a:pt x="3958" y="2178"/>
                    </a:lnTo>
                    <a:lnTo>
                      <a:pt x="3970" y="1985"/>
                    </a:lnTo>
                    <a:lnTo>
                      <a:pt x="3958" y="1780"/>
                    </a:lnTo>
                    <a:lnTo>
                      <a:pt x="3932" y="1576"/>
                    </a:lnTo>
                    <a:lnTo>
                      <a:pt x="3881" y="1396"/>
                    </a:lnTo>
                    <a:lnTo>
                      <a:pt x="3817" y="1204"/>
                    </a:lnTo>
                    <a:lnTo>
                      <a:pt x="3727" y="1038"/>
                    </a:lnTo>
                    <a:lnTo>
                      <a:pt x="3637" y="871"/>
                    </a:lnTo>
                    <a:lnTo>
                      <a:pt x="3522" y="717"/>
                    </a:lnTo>
                    <a:lnTo>
                      <a:pt x="3394" y="577"/>
                    </a:lnTo>
                    <a:lnTo>
                      <a:pt x="3253" y="448"/>
                    </a:lnTo>
                    <a:lnTo>
                      <a:pt x="3100" y="333"/>
                    </a:lnTo>
                    <a:lnTo>
                      <a:pt x="2933" y="231"/>
                    </a:lnTo>
                    <a:lnTo>
                      <a:pt x="2754" y="154"/>
                    </a:lnTo>
                    <a:lnTo>
                      <a:pt x="2574" y="90"/>
                    </a:lnTo>
                    <a:lnTo>
                      <a:pt x="2382" y="39"/>
                    </a:lnTo>
                    <a:lnTo>
                      <a:pt x="2190" y="0"/>
                    </a:lnTo>
                    <a:close/>
                  </a:path>
                </a:pathLst>
              </a:custGeom>
              <a:solidFill>
                <a:srgbClr val="05A8E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6" name="Google Shape;616;p19"/>
              <p:cNvSpPr/>
              <p:nvPr/>
            </p:nvSpPr>
            <p:spPr>
              <a:xfrm>
                <a:off x="6597310" y="3988547"/>
                <a:ext cx="54184" cy="54184"/>
              </a:xfrm>
              <a:custGeom>
                <a:rect b="b" l="l" r="r" t="t"/>
                <a:pathLst>
                  <a:path extrusionOk="0" h="1717" w="1717">
                    <a:moveTo>
                      <a:pt x="769" y="0"/>
                    </a:moveTo>
                    <a:lnTo>
                      <a:pt x="692" y="13"/>
                    </a:lnTo>
                    <a:lnTo>
                      <a:pt x="602" y="39"/>
                    </a:lnTo>
                    <a:lnTo>
                      <a:pt x="525" y="64"/>
                    </a:lnTo>
                    <a:lnTo>
                      <a:pt x="448" y="103"/>
                    </a:lnTo>
                    <a:lnTo>
                      <a:pt x="384" y="141"/>
                    </a:lnTo>
                    <a:lnTo>
                      <a:pt x="308" y="192"/>
                    </a:lnTo>
                    <a:lnTo>
                      <a:pt x="256" y="244"/>
                    </a:lnTo>
                    <a:lnTo>
                      <a:pt x="192" y="308"/>
                    </a:lnTo>
                    <a:lnTo>
                      <a:pt x="141" y="372"/>
                    </a:lnTo>
                    <a:lnTo>
                      <a:pt x="103" y="449"/>
                    </a:lnTo>
                    <a:lnTo>
                      <a:pt x="64" y="525"/>
                    </a:lnTo>
                    <a:lnTo>
                      <a:pt x="39" y="602"/>
                    </a:lnTo>
                    <a:lnTo>
                      <a:pt x="13" y="679"/>
                    </a:lnTo>
                    <a:lnTo>
                      <a:pt x="0" y="769"/>
                    </a:lnTo>
                    <a:lnTo>
                      <a:pt x="0" y="858"/>
                    </a:lnTo>
                    <a:lnTo>
                      <a:pt x="0" y="935"/>
                    </a:lnTo>
                    <a:lnTo>
                      <a:pt x="13" y="1025"/>
                    </a:lnTo>
                    <a:lnTo>
                      <a:pt x="39" y="1115"/>
                    </a:lnTo>
                    <a:lnTo>
                      <a:pt x="64" y="1191"/>
                    </a:lnTo>
                    <a:lnTo>
                      <a:pt x="103" y="1268"/>
                    </a:lnTo>
                    <a:lnTo>
                      <a:pt x="141" y="1332"/>
                    </a:lnTo>
                    <a:lnTo>
                      <a:pt x="192" y="1396"/>
                    </a:lnTo>
                    <a:lnTo>
                      <a:pt x="256" y="1460"/>
                    </a:lnTo>
                    <a:lnTo>
                      <a:pt x="308" y="1512"/>
                    </a:lnTo>
                    <a:lnTo>
                      <a:pt x="384" y="1563"/>
                    </a:lnTo>
                    <a:lnTo>
                      <a:pt x="448" y="1614"/>
                    </a:lnTo>
                    <a:lnTo>
                      <a:pt x="525" y="1640"/>
                    </a:lnTo>
                    <a:lnTo>
                      <a:pt x="602" y="1678"/>
                    </a:lnTo>
                    <a:lnTo>
                      <a:pt x="692" y="1691"/>
                    </a:lnTo>
                    <a:lnTo>
                      <a:pt x="769" y="1704"/>
                    </a:lnTo>
                    <a:lnTo>
                      <a:pt x="858" y="1717"/>
                    </a:lnTo>
                    <a:lnTo>
                      <a:pt x="948" y="1704"/>
                    </a:lnTo>
                    <a:lnTo>
                      <a:pt x="1038" y="1691"/>
                    </a:lnTo>
                    <a:lnTo>
                      <a:pt x="1114" y="1678"/>
                    </a:lnTo>
                    <a:lnTo>
                      <a:pt x="1191" y="1640"/>
                    </a:lnTo>
                    <a:lnTo>
                      <a:pt x="1268" y="1614"/>
                    </a:lnTo>
                    <a:lnTo>
                      <a:pt x="1345" y="1563"/>
                    </a:lnTo>
                    <a:lnTo>
                      <a:pt x="1409" y="1512"/>
                    </a:lnTo>
                    <a:lnTo>
                      <a:pt x="1473" y="1460"/>
                    </a:lnTo>
                    <a:lnTo>
                      <a:pt x="1524" y="1396"/>
                    </a:lnTo>
                    <a:lnTo>
                      <a:pt x="1576" y="1332"/>
                    </a:lnTo>
                    <a:lnTo>
                      <a:pt x="1614" y="1268"/>
                    </a:lnTo>
                    <a:lnTo>
                      <a:pt x="1652" y="1191"/>
                    </a:lnTo>
                    <a:lnTo>
                      <a:pt x="1678" y="1115"/>
                    </a:lnTo>
                    <a:lnTo>
                      <a:pt x="1704" y="1025"/>
                    </a:lnTo>
                    <a:lnTo>
                      <a:pt x="1716" y="935"/>
                    </a:lnTo>
                    <a:lnTo>
                      <a:pt x="1716" y="858"/>
                    </a:lnTo>
                    <a:lnTo>
                      <a:pt x="1716" y="769"/>
                    </a:lnTo>
                    <a:lnTo>
                      <a:pt x="1704" y="679"/>
                    </a:lnTo>
                    <a:lnTo>
                      <a:pt x="1678" y="602"/>
                    </a:lnTo>
                    <a:lnTo>
                      <a:pt x="1652" y="525"/>
                    </a:lnTo>
                    <a:lnTo>
                      <a:pt x="1614" y="449"/>
                    </a:lnTo>
                    <a:lnTo>
                      <a:pt x="1576" y="372"/>
                    </a:lnTo>
                    <a:lnTo>
                      <a:pt x="1524" y="308"/>
                    </a:lnTo>
                    <a:lnTo>
                      <a:pt x="1473" y="244"/>
                    </a:lnTo>
                    <a:lnTo>
                      <a:pt x="1409" y="192"/>
                    </a:lnTo>
                    <a:lnTo>
                      <a:pt x="1345" y="141"/>
                    </a:lnTo>
                    <a:lnTo>
                      <a:pt x="1268" y="103"/>
                    </a:lnTo>
                    <a:lnTo>
                      <a:pt x="1191" y="64"/>
                    </a:lnTo>
                    <a:lnTo>
                      <a:pt x="1114" y="39"/>
                    </a:lnTo>
                    <a:lnTo>
                      <a:pt x="1038" y="13"/>
                    </a:lnTo>
                    <a:lnTo>
                      <a:pt x="948" y="0"/>
                    </a:lnTo>
                    <a:close/>
                  </a:path>
                </a:pathLst>
              </a:custGeom>
              <a:solidFill>
                <a:srgbClr val="4AD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7" name="Google Shape;617;p19"/>
              <p:cNvSpPr/>
              <p:nvPr/>
            </p:nvSpPr>
            <p:spPr>
              <a:xfrm>
                <a:off x="6202396" y="3921455"/>
                <a:ext cx="187988" cy="187956"/>
              </a:xfrm>
              <a:custGeom>
                <a:rect b="b" l="l" r="r" t="t"/>
                <a:pathLst>
                  <a:path extrusionOk="0" h="5956" w="5957">
                    <a:moveTo>
                      <a:pt x="2819" y="0"/>
                    </a:moveTo>
                    <a:lnTo>
                      <a:pt x="2678" y="13"/>
                    </a:lnTo>
                    <a:lnTo>
                      <a:pt x="2383" y="64"/>
                    </a:lnTo>
                    <a:lnTo>
                      <a:pt x="2089" y="128"/>
                    </a:lnTo>
                    <a:lnTo>
                      <a:pt x="1820" y="231"/>
                    </a:lnTo>
                    <a:lnTo>
                      <a:pt x="1563" y="359"/>
                    </a:lnTo>
                    <a:lnTo>
                      <a:pt x="1307" y="512"/>
                    </a:lnTo>
                    <a:lnTo>
                      <a:pt x="1077" y="679"/>
                    </a:lnTo>
                    <a:lnTo>
                      <a:pt x="872" y="871"/>
                    </a:lnTo>
                    <a:lnTo>
                      <a:pt x="680" y="1089"/>
                    </a:lnTo>
                    <a:lnTo>
                      <a:pt x="513" y="1319"/>
                    </a:lnTo>
                    <a:lnTo>
                      <a:pt x="359" y="1563"/>
                    </a:lnTo>
                    <a:lnTo>
                      <a:pt x="231" y="1819"/>
                    </a:lnTo>
                    <a:lnTo>
                      <a:pt x="129" y="2088"/>
                    </a:lnTo>
                    <a:lnTo>
                      <a:pt x="65" y="2382"/>
                    </a:lnTo>
                    <a:lnTo>
                      <a:pt x="14" y="2677"/>
                    </a:lnTo>
                    <a:lnTo>
                      <a:pt x="1" y="2831"/>
                    </a:lnTo>
                    <a:lnTo>
                      <a:pt x="1" y="2984"/>
                    </a:lnTo>
                    <a:lnTo>
                      <a:pt x="1" y="3138"/>
                    </a:lnTo>
                    <a:lnTo>
                      <a:pt x="14" y="3279"/>
                    </a:lnTo>
                    <a:lnTo>
                      <a:pt x="65" y="3586"/>
                    </a:lnTo>
                    <a:lnTo>
                      <a:pt x="129" y="3868"/>
                    </a:lnTo>
                    <a:lnTo>
                      <a:pt x="231" y="4137"/>
                    </a:lnTo>
                    <a:lnTo>
                      <a:pt x="359" y="4406"/>
                    </a:lnTo>
                    <a:lnTo>
                      <a:pt x="513" y="4649"/>
                    </a:lnTo>
                    <a:lnTo>
                      <a:pt x="680" y="4880"/>
                    </a:lnTo>
                    <a:lnTo>
                      <a:pt x="872" y="5085"/>
                    </a:lnTo>
                    <a:lnTo>
                      <a:pt x="1077" y="5277"/>
                    </a:lnTo>
                    <a:lnTo>
                      <a:pt x="1307" y="5456"/>
                    </a:lnTo>
                    <a:lnTo>
                      <a:pt x="1563" y="5597"/>
                    </a:lnTo>
                    <a:lnTo>
                      <a:pt x="1820" y="5725"/>
                    </a:lnTo>
                    <a:lnTo>
                      <a:pt x="2089" y="5828"/>
                    </a:lnTo>
                    <a:lnTo>
                      <a:pt x="2383" y="5905"/>
                    </a:lnTo>
                    <a:lnTo>
                      <a:pt x="2678" y="5943"/>
                    </a:lnTo>
                    <a:lnTo>
                      <a:pt x="2819" y="5956"/>
                    </a:lnTo>
                    <a:lnTo>
                      <a:pt x="3126" y="5956"/>
                    </a:lnTo>
                    <a:lnTo>
                      <a:pt x="3280" y="5943"/>
                    </a:lnTo>
                    <a:lnTo>
                      <a:pt x="3574" y="5905"/>
                    </a:lnTo>
                    <a:lnTo>
                      <a:pt x="3869" y="5828"/>
                    </a:lnTo>
                    <a:lnTo>
                      <a:pt x="4138" y="5725"/>
                    </a:lnTo>
                    <a:lnTo>
                      <a:pt x="4394" y="5597"/>
                    </a:lnTo>
                    <a:lnTo>
                      <a:pt x="4650" y="5456"/>
                    </a:lnTo>
                    <a:lnTo>
                      <a:pt x="4868" y="5277"/>
                    </a:lnTo>
                    <a:lnTo>
                      <a:pt x="5086" y="5085"/>
                    </a:lnTo>
                    <a:lnTo>
                      <a:pt x="5278" y="4880"/>
                    </a:lnTo>
                    <a:lnTo>
                      <a:pt x="5444" y="4649"/>
                    </a:lnTo>
                    <a:lnTo>
                      <a:pt x="5598" y="4406"/>
                    </a:lnTo>
                    <a:lnTo>
                      <a:pt x="5726" y="4137"/>
                    </a:lnTo>
                    <a:lnTo>
                      <a:pt x="5828" y="3868"/>
                    </a:lnTo>
                    <a:lnTo>
                      <a:pt x="5892" y="3586"/>
                    </a:lnTo>
                    <a:lnTo>
                      <a:pt x="5944" y="3279"/>
                    </a:lnTo>
                    <a:lnTo>
                      <a:pt x="5957" y="3138"/>
                    </a:lnTo>
                    <a:lnTo>
                      <a:pt x="5957" y="2984"/>
                    </a:lnTo>
                    <a:lnTo>
                      <a:pt x="5957" y="2831"/>
                    </a:lnTo>
                    <a:lnTo>
                      <a:pt x="5944" y="2677"/>
                    </a:lnTo>
                    <a:lnTo>
                      <a:pt x="5892" y="2382"/>
                    </a:lnTo>
                    <a:lnTo>
                      <a:pt x="5828" y="2088"/>
                    </a:lnTo>
                    <a:lnTo>
                      <a:pt x="5726" y="1819"/>
                    </a:lnTo>
                    <a:lnTo>
                      <a:pt x="5598" y="1563"/>
                    </a:lnTo>
                    <a:lnTo>
                      <a:pt x="5444" y="1319"/>
                    </a:lnTo>
                    <a:lnTo>
                      <a:pt x="5278" y="1089"/>
                    </a:lnTo>
                    <a:lnTo>
                      <a:pt x="5086" y="871"/>
                    </a:lnTo>
                    <a:lnTo>
                      <a:pt x="4868" y="679"/>
                    </a:lnTo>
                    <a:lnTo>
                      <a:pt x="4650" y="512"/>
                    </a:lnTo>
                    <a:lnTo>
                      <a:pt x="4394" y="359"/>
                    </a:lnTo>
                    <a:lnTo>
                      <a:pt x="4138" y="231"/>
                    </a:lnTo>
                    <a:lnTo>
                      <a:pt x="3869" y="128"/>
                    </a:lnTo>
                    <a:lnTo>
                      <a:pt x="3574" y="64"/>
                    </a:lnTo>
                    <a:lnTo>
                      <a:pt x="3280" y="13"/>
                    </a:lnTo>
                    <a:lnTo>
                      <a:pt x="3126" y="0"/>
                    </a:lnTo>
                    <a:close/>
                  </a:path>
                </a:pathLst>
              </a:custGeom>
              <a:solidFill>
                <a:srgbClr val="1FC5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8" name="Google Shape;618;p19"/>
              <p:cNvSpPr/>
              <p:nvPr/>
            </p:nvSpPr>
            <p:spPr>
              <a:xfrm>
                <a:off x="6233544" y="3952981"/>
                <a:ext cx="125725" cy="125315"/>
              </a:xfrm>
              <a:custGeom>
                <a:rect b="b" l="l" r="r" t="t"/>
                <a:pathLst>
                  <a:path extrusionOk="0" h="3971" w="3984">
                    <a:moveTo>
                      <a:pt x="1793" y="0"/>
                    </a:moveTo>
                    <a:lnTo>
                      <a:pt x="1588" y="39"/>
                    </a:lnTo>
                    <a:lnTo>
                      <a:pt x="1396" y="90"/>
                    </a:lnTo>
                    <a:lnTo>
                      <a:pt x="1217" y="154"/>
                    </a:lnTo>
                    <a:lnTo>
                      <a:pt x="1050" y="231"/>
                    </a:lnTo>
                    <a:lnTo>
                      <a:pt x="884" y="333"/>
                    </a:lnTo>
                    <a:lnTo>
                      <a:pt x="730" y="448"/>
                    </a:lnTo>
                    <a:lnTo>
                      <a:pt x="589" y="577"/>
                    </a:lnTo>
                    <a:lnTo>
                      <a:pt x="461" y="717"/>
                    </a:lnTo>
                    <a:lnTo>
                      <a:pt x="346" y="871"/>
                    </a:lnTo>
                    <a:lnTo>
                      <a:pt x="243" y="1038"/>
                    </a:lnTo>
                    <a:lnTo>
                      <a:pt x="167" y="1204"/>
                    </a:lnTo>
                    <a:lnTo>
                      <a:pt x="90" y="1396"/>
                    </a:lnTo>
                    <a:lnTo>
                      <a:pt x="51" y="1576"/>
                    </a:lnTo>
                    <a:lnTo>
                      <a:pt x="13" y="1780"/>
                    </a:lnTo>
                    <a:lnTo>
                      <a:pt x="0" y="1985"/>
                    </a:lnTo>
                    <a:lnTo>
                      <a:pt x="13" y="2178"/>
                    </a:lnTo>
                    <a:lnTo>
                      <a:pt x="51" y="2382"/>
                    </a:lnTo>
                    <a:lnTo>
                      <a:pt x="90" y="2575"/>
                    </a:lnTo>
                    <a:lnTo>
                      <a:pt x="167" y="2754"/>
                    </a:lnTo>
                    <a:lnTo>
                      <a:pt x="243" y="2933"/>
                    </a:lnTo>
                    <a:lnTo>
                      <a:pt x="346" y="3087"/>
                    </a:lnTo>
                    <a:lnTo>
                      <a:pt x="461" y="3241"/>
                    </a:lnTo>
                    <a:lnTo>
                      <a:pt x="589" y="3381"/>
                    </a:lnTo>
                    <a:lnTo>
                      <a:pt x="730" y="3510"/>
                    </a:lnTo>
                    <a:lnTo>
                      <a:pt x="884" y="3625"/>
                    </a:lnTo>
                    <a:lnTo>
                      <a:pt x="1050" y="3727"/>
                    </a:lnTo>
                    <a:lnTo>
                      <a:pt x="1217" y="3817"/>
                    </a:lnTo>
                    <a:lnTo>
                      <a:pt x="1396" y="3881"/>
                    </a:lnTo>
                    <a:lnTo>
                      <a:pt x="1588" y="3932"/>
                    </a:lnTo>
                    <a:lnTo>
                      <a:pt x="1793" y="3958"/>
                    </a:lnTo>
                    <a:lnTo>
                      <a:pt x="1985" y="3971"/>
                    </a:lnTo>
                    <a:lnTo>
                      <a:pt x="2190" y="3958"/>
                    </a:lnTo>
                    <a:lnTo>
                      <a:pt x="2395" y="3932"/>
                    </a:lnTo>
                    <a:lnTo>
                      <a:pt x="2587" y="3881"/>
                    </a:lnTo>
                    <a:lnTo>
                      <a:pt x="2767" y="3817"/>
                    </a:lnTo>
                    <a:lnTo>
                      <a:pt x="2933" y="3727"/>
                    </a:lnTo>
                    <a:lnTo>
                      <a:pt x="3100" y="3625"/>
                    </a:lnTo>
                    <a:lnTo>
                      <a:pt x="3253" y="3510"/>
                    </a:lnTo>
                    <a:lnTo>
                      <a:pt x="3394" y="3381"/>
                    </a:lnTo>
                    <a:lnTo>
                      <a:pt x="3522" y="3241"/>
                    </a:lnTo>
                    <a:lnTo>
                      <a:pt x="3638" y="3087"/>
                    </a:lnTo>
                    <a:lnTo>
                      <a:pt x="3740" y="2933"/>
                    </a:lnTo>
                    <a:lnTo>
                      <a:pt x="3817" y="2754"/>
                    </a:lnTo>
                    <a:lnTo>
                      <a:pt x="3894" y="2575"/>
                    </a:lnTo>
                    <a:lnTo>
                      <a:pt x="3932" y="2382"/>
                    </a:lnTo>
                    <a:lnTo>
                      <a:pt x="3971" y="2178"/>
                    </a:lnTo>
                    <a:lnTo>
                      <a:pt x="3983" y="1985"/>
                    </a:lnTo>
                    <a:lnTo>
                      <a:pt x="3971" y="1780"/>
                    </a:lnTo>
                    <a:lnTo>
                      <a:pt x="3932" y="1576"/>
                    </a:lnTo>
                    <a:lnTo>
                      <a:pt x="3894" y="1396"/>
                    </a:lnTo>
                    <a:lnTo>
                      <a:pt x="3817" y="1204"/>
                    </a:lnTo>
                    <a:lnTo>
                      <a:pt x="3740" y="1038"/>
                    </a:lnTo>
                    <a:lnTo>
                      <a:pt x="3638" y="871"/>
                    </a:lnTo>
                    <a:lnTo>
                      <a:pt x="3522" y="717"/>
                    </a:lnTo>
                    <a:lnTo>
                      <a:pt x="3394" y="577"/>
                    </a:lnTo>
                    <a:lnTo>
                      <a:pt x="3253" y="448"/>
                    </a:lnTo>
                    <a:lnTo>
                      <a:pt x="3100" y="333"/>
                    </a:lnTo>
                    <a:lnTo>
                      <a:pt x="2933" y="231"/>
                    </a:lnTo>
                    <a:lnTo>
                      <a:pt x="2767" y="154"/>
                    </a:lnTo>
                    <a:lnTo>
                      <a:pt x="2587" y="90"/>
                    </a:lnTo>
                    <a:lnTo>
                      <a:pt x="2395" y="39"/>
                    </a:lnTo>
                    <a:lnTo>
                      <a:pt x="2190" y="0"/>
                    </a:lnTo>
                    <a:close/>
                  </a:path>
                </a:pathLst>
              </a:custGeom>
              <a:solidFill>
                <a:srgbClr val="05A8E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9" name="Google Shape;619;p19"/>
              <p:cNvSpPr/>
              <p:nvPr/>
            </p:nvSpPr>
            <p:spPr>
              <a:xfrm>
                <a:off x="6269110" y="3988547"/>
                <a:ext cx="54594" cy="54184"/>
              </a:xfrm>
              <a:custGeom>
                <a:rect b="b" l="l" r="r" t="t"/>
                <a:pathLst>
                  <a:path extrusionOk="0" h="1717" w="1730">
                    <a:moveTo>
                      <a:pt x="781" y="0"/>
                    </a:moveTo>
                    <a:lnTo>
                      <a:pt x="692" y="13"/>
                    </a:lnTo>
                    <a:lnTo>
                      <a:pt x="615" y="39"/>
                    </a:lnTo>
                    <a:lnTo>
                      <a:pt x="525" y="64"/>
                    </a:lnTo>
                    <a:lnTo>
                      <a:pt x="448" y="103"/>
                    </a:lnTo>
                    <a:lnTo>
                      <a:pt x="384" y="141"/>
                    </a:lnTo>
                    <a:lnTo>
                      <a:pt x="320" y="192"/>
                    </a:lnTo>
                    <a:lnTo>
                      <a:pt x="256" y="244"/>
                    </a:lnTo>
                    <a:lnTo>
                      <a:pt x="205" y="308"/>
                    </a:lnTo>
                    <a:lnTo>
                      <a:pt x="154" y="372"/>
                    </a:lnTo>
                    <a:lnTo>
                      <a:pt x="103" y="449"/>
                    </a:lnTo>
                    <a:lnTo>
                      <a:pt x="77" y="525"/>
                    </a:lnTo>
                    <a:lnTo>
                      <a:pt x="39" y="602"/>
                    </a:lnTo>
                    <a:lnTo>
                      <a:pt x="26" y="679"/>
                    </a:lnTo>
                    <a:lnTo>
                      <a:pt x="13" y="769"/>
                    </a:lnTo>
                    <a:lnTo>
                      <a:pt x="0" y="858"/>
                    </a:lnTo>
                    <a:lnTo>
                      <a:pt x="13" y="935"/>
                    </a:lnTo>
                    <a:lnTo>
                      <a:pt x="26" y="1025"/>
                    </a:lnTo>
                    <a:lnTo>
                      <a:pt x="39" y="1115"/>
                    </a:lnTo>
                    <a:lnTo>
                      <a:pt x="77" y="1191"/>
                    </a:lnTo>
                    <a:lnTo>
                      <a:pt x="103" y="1268"/>
                    </a:lnTo>
                    <a:lnTo>
                      <a:pt x="154" y="1332"/>
                    </a:lnTo>
                    <a:lnTo>
                      <a:pt x="205" y="1396"/>
                    </a:lnTo>
                    <a:lnTo>
                      <a:pt x="256" y="1460"/>
                    </a:lnTo>
                    <a:lnTo>
                      <a:pt x="320" y="1512"/>
                    </a:lnTo>
                    <a:lnTo>
                      <a:pt x="384" y="1563"/>
                    </a:lnTo>
                    <a:lnTo>
                      <a:pt x="448" y="1614"/>
                    </a:lnTo>
                    <a:lnTo>
                      <a:pt x="525" y="1640"/>
                    </a:lnTo>
                    <a:lnTo>
                      <a:pt x="615" y="1678"/>
                    </a:lnTo>
                    <a:lnTo>
                      <a:pt x="692" y="1691"/>
                    </a:lnTo>
                    <a:lnTo>
                      <a:pt x="781" y="1704"/>
                    </a:lnTo>
                    <a:lnTo>
                      <a:pt x="858" y="1717"/>
                    </a:lnTo>
                    <a:lnTo>
                      <a:pt x="948" y="1704"/>
                    </a:lnTo>
                    <a:lnTo>
                      <a:pt x="1038" y="1691"/>
                    </a:lnTo>
                    <a:lnTo>
                      <a:pt x="1114" y="1678"/>
                    </a:lnTo>
                    <a:lnTo>
                      <a:pt x="1204" y="1640"/>
                    </a:lnTo>
                    <a:lnTo>
                      <a:pt x="1268" y="1614"/>
                    </a:lnTo>
                    <a:lnTo>
                      <a:pt x="1345" y="1563"/>
                    </a:lnTo>
                    <a:lnTo>
                      <a:pt x="1409" y="1512"/>
                    </a:lnTo>
                    <a:lnTo>
                      <a:pt x="1473" y="1460"/>
                    </a:lnTo>
                    <a:lnTo>
                      <a:pt x="1524" y="1396"/>
                    </a:lnTo>
                    <a:lnTo>
                      <a:pt x="1576" y="1332"/>
                    </a:lnTo>
                    <a:lnTo>
                      <a:pt x="1614" y="1268"/>
                    </a:lnTo>
                    <a:lnTo>
                      <a:pt x="1652" y="1191"/>
                    </a:lnTo>
                    <a:lnTo>
                      <a:pt x="1691" y="1115"/>
                    </a:lnTo>
                    <a:lnTo>
                      <a:pt x="1704" y="1025"/>
                    </a:lnTo>
                    <a:lnTo>
                      <a:pt x="1716" y="935"/>
                    </a:lnTo>
                    <a:lnTo>
                      <a:pt x="1729" y="858"/>
                    </a:lnTo>
                    <a:lnTo>
                      <a:pt x="1716" y="769"/>
                    </a:lnTo>
                    <a:lnTo>
                      <a:pt x="1704" y="679"/>
                    </a:lnTo>
                    <a:lnTo>
                      <a:pt x="1691" y="602"/>
                    </a:lnTo>
                    <a:lnTo>
                      <a:pt x="1652" y="525"/>
                    </a:lnTo>
                    <a:lnTo>
                      <a:pt x="1614" y="449"/>
                    </a:lnTo>
                    <a:lnTo>
                      <a:pt x="1576" y="372"/>
                    </a:lnTo>
                    <a:lnTo>
                      <a:pt x="1524" y="308"/>
                    </a:lnTo>
                    <a:lnTo>
                      <a:pt x="1473" y="244"/>
                    </a:lnTo>
                    <a:lnTo>
                      <a:pt x="1409" y="192"/>
                    </a:lnTo>
                    <a:lnTo>
                      <a:pt x="1345" y="141"/>
                    </a:lnTo>
                    <a:lnTo>
                      <a:pt x="1268" y="103"/>
                    </a:lnTo>
                    <a:lnTo>
                      <a:pt x="1204" y="64"/>
                    </a:lnTo>
                    <a:lnTo>
                      <a:pt x="1114" y="39"/>
                    </a:lnTo>
                    <a:lnTo>
                      <a:pt x="1038" y="13"/>
                    </a:lnTo>
                    <a:lnTo>
                      <a:pt x="948" y="0"/>
                    </a:lnTo>
                    <a:close/>
                  </a:path>
                </a:pathLst>
              </a:custGeom>
              <a:solidFill>
                <a:srgbClr val="4AD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0" name="Google Shape;620;p19"/>
              <p:cNvSpPr/>
              <p:nvPr/>
            </p:nvSpPr>
            <p:spPr>
              <a:xfrm>
                <a:off x="6836581" y="3921455"/>
                <a:ext cx="187988" cy="187956"/>
              </a:xfrm>
              <a:custGeom>
                <a:rect b="b" l="l" r="r" t="t"/>
                <a:pathLst>
                  <a:path extrusionOk="0" h="5956" w="5957">
                    <a:moveTo>
                      <a:pt x="2818" y="0"/>
                    </a:moveTo>
                    <a:lnTo>
                      <a:pt x="2677" y="13"/>
                    </a:lnTo>
                    <a:lnTo>
                      <a:pt x="2383" y="64"/>
                    </a:lnTo>
                    <a:lnTo>
                      <a:pt x="2088" y="128"/>
                    </a:lnTo>
                    <a:lnTo>
                      <a:pt x="1819" y="231"/>
                    </a:lnTo>
                    <a:lnTo>
                      <a:pt x="1563" y="359"/>
                    </a:lnTo>
                    <a:lnTo>
                      <a:pt x="1307" y="512"/>
                    </a:lnTo>
                    <a:lnTo>
                      <a:pt x="1076" y="679"/>
                    </a:lnTo>
                    <a:lnTo>
                      <a:pt x="871" y="871"/>
                    </a:lnTo>
                    <a:lnTo>
                      <a:pt x="679" y="1089"/>
                    </a:lnTo>
                    <a:lnTo>
                      <a:pt x="513" y="1319"/>
                    </a:lnTo>
                    <a:lnTo>
                      <a:pt x="359" y="1563"/>
                    </a:lnTo>
                    <a:lnTo>
                      <a:pt x="231" y="1819"/>
                    </a:lnTo>
                    <a:lnTo>
                      <a:pt x="128" y="2088"/>
                    </a:lnTo>
                    <a:lnTo>
                      <a:pt x="64" y="2382"/>
                    </a:lnTo>
                    <a:lnTo>
                      <a:pt x="13" y="2677"/>
                    </a:lnTo>
                    <a:lnTo>
                      <a:pt x="0" y="2831"/>
                    </a:lnTo>
                    <a:lnTo>
                      <a:pt x="0" y="2984"/>
                    </a:lnTo>
                    <a:lnTo>
                      <a:pt x="0" y="3138"/>
                    </a:lnTo>
                    <a:lnTo>
                      <a:pt x="13" y="3279"/>
                    </a:lnTo>
                    <a:lnTo>
                      <a:pt x="64" y="3586"/>
                    </a:lnTo>
                    <a:lnTo>
                      <a:pt x="128" y="3868"/>
                    </a:lnTo>
                    <a:lnTo>
                      <a:pt x="231" y="4137"/>
                    </a:lnTo>
                    <a:lnTo>
                      <a:pt x="359" y="4406"/>
                    </a:lnTo>
                    <a:lnTo>
                      <a:pt x="513" y="4649"/>
                    </a:lnTo>
                    <a:lnTo>
                      <a:pt x="679" y="4880"/>
                    </a:lnTo>
                    <a:lnTo>
                      <a:pt x="871" y="5085"/>
                    </a:lnTo>
                    <a:lnTo>
                      <a:pt x="1076" y="5277"/>
                    </a:lnTo>
                    <a:lnTo>
                      <a:pt x="1307" y="5456"/>
                    </a:lnTo>
                    <a:lnTo>
                      <a:pt x="1563" y="5597"/>
                    </a:lnTo>
                    <a:lnTo>
                      <a:pt x="1819" y="5725"/>
                    </a:lnTo>
                    <a:lnTo>
                      <a:pt x="2088" y="5828"/>
                    </a:lnTo>
                    <a:lnTo>
                      <a:pt x="2383" y="5905"/>
                    </a:lnTo>
                    <a:lnTo>
                      <a:pt x="2677" y="5943"/>
                    </a:lnTo>
                    <a:lnTo>
                      <a:pt x="2818" y="5956"/>
                    </a:lnTo>
                    <a:lnTo>
                      <a:pt x="3126" y="5956"/>
                    </a:lnTo>
                    <a:lnTo>
                      <a:pt x="3279" y="5943"/>
                    </a:lnTo>
                    <a:lnTo>
                      <a:pt x="3574" y="5905"/>
                    </a:lnTo>
                    <a:lnTo>
                      <a:pt x="3868" y="5828"/>
                    </a:lnTo>
                    <a:lnTo>
                      <a:pt x="4137" y="5725"/>
                    </a:lnTo>
                    <a:lnTo>
                      <a:pt x="4393" y="5597"/>
                    </a:lnTo>
                    <a:lnTo>
                      <a:pt x="4637" y="5456"/>
                    </a:lnTo>
                    <a:lnTo>
                      <a:pt x="4867" y="5277"/>
                    </a:lnTo>
                    <a:lnTo>
                      <a:pt x="5085" y="5085"/>
                    </a:lnTo>
                    <a:lnTo>
                      <a:pt x="5277" y="4880"/>
                    </a:lnTo>
                    <a:lnTo>
                      <a:pt x="5444" y="4649"/>
                    </a:lnTo>
                    <a:lnTo>
                      <a:pt x="5597" y="4406"/>
                    </a:lnTo>
                    <a:lnTo>
                      <a:pt x="5726" y="4137"/>
                    </a:lnTo>
                    <a:lnTo>
                      <a:pt x="5828" y="3868"/>
                    </a:lnTo>
                    <a:lnTo>
                      <a:pt x="5892" y="3586"/>
                    </a:lnTo>
                    <a:lnTo>
                      <a:pt x="5943" y="3279"/>
                    </a:lnTo>
                    <a:lnTo>
                      <a:pt x="5956" y="3138"/>
                    </a:lnTo>
                    <a:lnTo>
                      <a:pt x="5956" y="2984"/>
                    </a:lnTo>
                    <a:lnTo>
                      <a:pt x="5956" y="2831"/>
                    </a:lnTo>
                    <a:lnTo>
                      <a:pt x="5943" y="2677"/>
                    </a:lnTo>
                    <a:lnTo>
                      <a:pt x="5892" y="2382"/>
                    </a:lnTo>
                    <a:lnTo>
                      <a:pt x="5828" y="2088"/>
                    </a:lnTo>
                    <a:lnTo>
                      <a:pt x="5726" y="1819"/>
                    </a:lnTo>
                    <a:lnTo>
                      <a:pt x="5597" y="1563"/>
                    </a:lnTo>
                    <a:lnTo>
                      <a:pt x="5444" y="1319"/>
                    </a:lnTo>
                    <a:lnTo>
                      <a:pt x="5277" y="1089"/>
                    </a:lnTo>
                    <a:lnTo>
                      <a:pt x="5085" y="871"/>
                    </a:lnTo>
                    <a:lnTo>
                      <a:pt x="4867" y="679"/>
                    </a:lnTo>
                    <a:lnTo>
                      <a:pt x="4637" y="512"/>
                    </a:lnTo>
                    <a:lnTo>
                      <a:pt x="4393" y="359"/>
                    </a:lnTo>
                    <a:lnTo>
                      <a:pt x="4137" y="231"/>
                    </a:lnTo>
                    <a:lnTo>
                      <a:pt x="3868" y="128"/>
                    </a:lnTo>
                    <a:lnTo>
                      <a:pt x="3574" y="64"/>
                    </a:lnTo>
                    <a:lnTo>
                      <a:pt x="3279" y="13"/>
                    </a:lnTo>
                    <a:lnTo>
                      <a:pt x="3126" y="0"/>
                    </a:lnTo>
                    <a:close/>
                  </a:path>
                </a:pathLst>
              </a:custGeom>
              <a:solidFill>
                <a:srgbClr val="1FC5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1" name="Google Shape;621;p19"/>
              <p:cNvSpPr/>
              <p:nvPr/>
            </p:nvSpPr>
            <p:spPr>
              <a:xfrm>
                <a:off x="6867697" y="3952981"/>
                <a:ext cx="125346" cy="125315"/>
              </a:xfrm>
              <a:custGeom>
                <a:rect b="b" l="l" r="r" t="t"/>
                <a:pathLst>
                  <a:path extrusionOk="0" h="3971" w="3972">
                    <a:moveTo>
                      <a:pt x="1794" y="0"/>
                    </a:moveTo>
                    <a:lnTo>
                      <a:pt x="1589" y="39"/>
                    </a:lnTo>
                    <a:lnTo>
                      <a:pt x="1397" y="90"/>
                    </a:lnTo>
                    <a:lnTo>
                      <a:pt x="1217" y="154"/>
                    </a:lnTo>
                    <a:lnTo>
                      <a:pt x="1038" y="231"/>
                    </a:lnTo>
                    <a:lnTo>
                      <a:pt x="884" y="333"/>
                    </a:lnTo>
                    <a:lnTo>
                      <a:pt x="731" y="448"/>
                    </a:lnTo>
                    <a:lnTo>
                      <a:pt x="590" y="577"/>
                    </a:lnTo>
                    <a:lnTo>
                      <a:pt x="462" y="717"/>
                    </a:lnTo>
                    <a:lnTo>
                      <a:pt x="346" y="871"/>
                    </a:lnTo>
                    <a:lnTo>
                      <a:pt x="244" y="1038"/>
                    </a:lnTo>
                    <a:lnTo>
                      <a:pt x="167" y="1204"/>
                    </a:lnTo>
                    <a:lnTo>
                      <a:pt x="90" y="1396"/>
                    </a:lnTo>
                    <a:lnTo>
                      <a:pt x="39" y="1576"/>
                    </a:lnTo>
                    <a:lnTo>
                      <a:pt x="13" y="1780"/>
                    </a:lnTo>
                    <a:lnTo>
                      <a:pt x="1" y="1985"/>
                    </a:lnTo>
                    <a:lnTo>
                      <a:pt x="13" y="2178"/>
                    </a:lnTo>
                    <a:lnTo>
                      <a:pt x="39" y="2382"/>
                    </a:lnTo>
                    <a:lnTo>
                      <a:pt x="90" y="2575"/>
                    </a:lnTo>
                    <a:lnTo>
                      <a:pt x="167" y="2754"/>
                    </a:lnTo>
                    <a:lnTo>
                      <a:pt x="244" y="2933"/>
                    </a:lnTo>
                    <a:lnTo>
                      <a:pt x="346" y="3087"/>
                    </a:lnTo>
                    <a:lnTo>
                      <a:pt x="462" y="3241"/>
                    </a:lnTo>
                    <a:lnTo>
                      <a:pt x="590" y="3381"/>
                    </a:lnTo>
                    <a:lnTo>
                      <a:pt x="731" y="3510"/>
                    </a:lnTo>
                    <a:lnTo>
                      <a:pt x="884" y="3625"/>
                    </a:lnTo>
                    <a:lnTo>
                      <a:pt x="1038" y="3727"/>
                    </a:lnTo>
                    <a:lnTo>
                      <a:pt x="1217" y="3817"/>
                    </a:lnTo>
                    <a:lnTo>
                      <a:pt x="1397" y="3881"/>
                    </a:lnTo>
                    <a:lnTo>
                      <a:pt x="1589" y="3932"/>
                    </a:lnTo>
                    <a:lnTo>
                      <a:pt x="1794" y="3958"/>
                    </a:lnTo>
                    <a:lnTo>
                      <a:pt x="1986" y="3971"/>
                    </a:lnTo>
                    <a:lnTo>
                      <a:pt x="2191" y="3958"/>
                    </a:lnTo>
                    <a:lnTo>
                      <a:pt x="2396" y="3932"/>
                    </a:lnTo>
                    <a:lnTo>
                      <a:pt x="2588" y="3881"/>
                    </a:lnTo>
                    <a:lnTo>
                      <a:pt x="2767" y="3817"/>
                    </a:lnTo>
                    <a:lnTo>
                      <a:pt x="2934" y="3727"/>
                    </a:lnTo>
                    <a:lnTo>
                      <a:pt x="3100" y="3625"/>
                    </a:lnTo>
                    <a:lnTo>
                      <a:pt x="3254" y="3510"/>
                    </a:lnTo>
                    <a:lnTo>
                      <a:pt x="3395" y="3381"/>
                    </a:lnTo>
                    <a:lnTo>
                      <a:pt x="3523" y="3241"/>
                    </a:lnTo>
                    <a:lnTo>
                      <a:pt x="3638" y="3087"/>
                    </a:lnTo>
                    <a:lnTo>
                      <a:pt x="3740" y="2933"/>
                    </a:lnTo>
                    <a:lnTo>
                      <a:pt x="3817" y="2754"/>
                    </a:lnTo>
                    <a:lnTo>
                      <a:pt x="3894" y="2575"/>
                    </a:lnTo>
                    <a:lnTo>
                      <a:pt x="3933" y="2382"/>
                    </a:lnTo>
                    <a:lnTo>
                      <a:pt x="3971" y="2178"/>
                    </a:lnTo>
                    <a:lnTo>
                      <a:pt x="3971" y="1985"/>
                    </a:lnTo>
                    <a:lnTo>
                      <a:pt x="3971" y="1780"/>
                    </a:lnTo>
                    <a:lnTo>
                      <a:pt x="3933" y="1576"/>
                    </a:lnTo>
                    <a:lnTo>
                      <a:pt x="3894" y="1396"/>
                    </a:lnTo>
                    <a:lnTo>
                      <a:pt x="3817" y="1204"/>
                    </a:lnTo>
                    <a:lnTo>
                      <a:pt x="3740" y="1038"/>
                    </a:lnTo>
                    <a:lnTo>
                      <a:pt x="3638" y="871"/>
                    </a:lnTo>
                    <a:lnTo>
                      <a:pt x="3523" y="717"/>
                    </a:lnTo>
                    <a:lnTo>
                      <a:pt x="3395" y="577"/>
                    </a:lnTo>
                    <a:lnTo>
                      <a:pt x="3254" y="448"/>
                    </a:lnTo>
                    <a:lnTo>
                      <a:pt x="3100" y="333"/>
                    </a:lnTo>
                    <a:lnTo>
                      <a:pt x="2934" y="231"/>
                    </a:lnTo>
                    <a:lnTo>
                      <a:pt x="2767" y="154"/>
                    </a:lnTo>
                    <a:lnTo>
                      <a:pt x="2588" y="90"/>
                    </a:lnTo>
                    <a:lnTo>
                      <a:pt x="2396" y="39"/>
                    </a:lnTo>
                    <a:lnTo>
                      <a:pt x="2191" y="0"/>
                    </a:lnTo>
                    <a:close/>
                  </a:path>
                </a:pathLst>
              </a:custGeom>
              <a:solidFill>
                <a:srgbClr val="05A8E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2" name="Google Shape;622;p19"/>
              <p:cNvSpPr/>
              <p:nvPr/>
            </p:nvSpPr>
            <p:spPr>
              <a:xfrm>
                <a:off x="6903263" y="3988547"/>
                <a:ext cx="54184" cy="54184"/>
              </a:xfrm>
              <a:custGeom>
                <a:rect b="b" l="l" r="r" t="t"/>
                <a:pathLst>
                  <a:path extrusionOk="0" h="1717" w="1717">
                    <a:moveTo>
                      <a:pt x="782" y="0"/>
                    </a:moveTo>
                    <a:lnTo>
                      <a:pt x="692" y="13"/>
                    </a:lnTo>
                    <a:lnTo>
                      <a:pt x="603" y="39"/>
                    </a:lnTo>
                    <a:lnTo>
                      <a:pt x="526" y="64"/>
                    </a:lnTo>
                    <a:lnTo>
                      <a:pt x="449" y="103"/>
                    </a:lnTo>
                    <a:lnTo>
                      <a:pt x="385" y="141"/>
                    </a:lnTo>
                    <a:lnTo>
                      <a:pt x="321" y="192"/>
                    </a:lnTo>
                    <a:lnTo>
                      <a:pt x="257" y="244"/>
                    </a:lnTo>
                    <a:lnTo>
                      <a:pt x="206" y="308"/>
                    </a:lnTo>
                    <a:lnTo>
                      <a:pt x="154" y="372"/>
                    </a:lnTo>
                    <a:lnTo>
                      <a:pt x="103" y="449"/>
                    </a:lnTo>
                    <a:lnTo>
                      <a:pt x="78" y="525"/>
                    </a:lnTo>
                    <a:lnTo>
                      <a:pt x="39" y="602"/>
                    </a:lnTo>
                    <a:lnTo>
                      <a:pt x="26" y="679"/>
                    </a:lnTo>
                    <a:lnTo>
                      <a:pt x="14" y="769"/>
                    </a:lnTo>
                    <a:lnTo>
                      <a:pt x="1" y="858"/>
                    </a:lnTo>
                    <a:lnTo>
                      <a:pt x="14" y="935"/>
                    </a:lnTo>
                    <a:lnTo>
                      <a:pt x="26" y="1025"/>
                    </a:lnTo>
                    <a:lnTo>
                      <a:pt x="39" y="1115"/>
                    </a:lnTo>
                    <a:lnTo>
                      <a:pt x="78" y="1191"/>
                    </a:lnTo>
                    <a:lnTo>
                      <a:pt x="103" y="1268"/>
                    </a:lnTo>
                    <a:lnTo>
                      <a:pt x="154" y="1332"/>
                    </a:lnTo>
                    <a:lnTo>
                      <a:pt x="206" y="1396"/>
                    </a:lnTo>
                    <a:lnTo>
                      <a:pt x="257" y="1460"/>
                    </a:lnTo>
                    <a:lnTo>
                      <a:pt x="321" y="1512"/>
                    </a:lnTo>
                    <a:lnTo>
                      <a:pt x="385" y="1563"/>
                    </a:lnTo>
                    <a:lnTo>
                      <a:pt x="449" y="1614"/>
                    </a:lnTo>
                    <a:lnTo>
                      <a:pt x="526" y="1640"/>
                    </a:lnTo>
                    <a:lnTo>
                      <a:pt x="603" y="1678"/>
                    </a:lnTo>
                    <a:lnTo>
                      <a:pt x="692" y="1691"/>
                    </a:lnTo>
                    <a:lnTo>
                      <a:pt x="782" y="1704"/>
                    </a:lnTo>
                    <a:lnTo>
                      <a:pt x="859" y="1717"/>
                    </a:lnTo>
                    <a:lnTo>
                      <a:pt x="948" y="1704"/>
                    </a:lnTo>
                    <a:lnTo>
                      <a:pt x="1038" y="1691"/>
                    </a:lnTo>
                    <a:lnTo>
                      <a:pt x="1115" y="1678"/>
                    </a:lnTo>
                    <a:lnTo>
                      <a:pt x="1205" y="1640"/>
                    </a:lnTo>
                    <a:lnTo>
                      <a:pt x="1269" y="1614"/>
                    </a:lnTo>
                    <a:lnTo>
                      <a:pt x="1346" y="1563"/>
                    </a:lnTo>
                    <a:lnTo>
                      <a:pt x="1410" y="1512"/>
                    </a:lnTo>
                    <a:lnTo>
                      <a:pt x="1474" y="1460"/>
                    </a:lnTo>
                    <a:lnTo>
                      <a:pt x="1525" y="1396"/>
                    </a:lnTo>
                    <a:lnTo>
                      <a:pt x="1576" y="1332"/>
                    </a:lnTo>
                    <a:lnTo>
                      <a:pt x="1614" y="1268"/>
                    </a:lnTo>
                    <a:lnTo>
                      <a:pt x="1653" y="1191"/>
                    </a:lnTo>
                    <a:lnTo>
                      <a:pt x="1679" y="1115"/>
                    </a:lnTo>
                    <a:lnTo>
                      <a:pt x="1704" y="1025"/>
                    </a:lnTo>
                    <a:lnTo>
                      <a:pt x="1717" y="935"/>
                    </a:lnTo>
                    <a:lnTo>
                      <a:pt x="1717" y="858"/>
                    </a:lnTo>
                    <a:lnTo>
                      <a:pt x="1717" y="769"/>
                    </a:lnTo>
                    <a:lnTo>
                      <a:pt x="1704" y="679"/>
                    </a:lnTo>
                    <a:lnTo>
                      <a:pt x="1679" y="602"/>
                    </a:lnTo>
                    <a:lnTo>
                      <a:pt x="1653" y="525"/>
                    </a:lnTo>
                    <a:lnTo>
                      <a:pt x="1614" y="449"/>
                    </a:lnTo>
                    <a:lnTo>
                      <a:pt x="1576" y="372"/>
                    </a:lnTo>
                    <a:lnTo>
                      <a:pt x="1525" y="308"/>
                    </a:lnTo>
                    <a:lnTo>
                      <a:pt x="1474" y="244"/>
                    </a:lnTo>
                    <a:lnTo>
                      <a:pt x="1410" y="192"/>
                    </a:lnTo>
                    <a:lnTo>
                      <a:pt x="1346" y="141"/>
                    </a:lnTo>
                    <a:lnTo>
                      <a:pt x="1269" y="103"/>
                    </a:lnTo>
                    <a:lnTo>
                      <a:pt x="1205" y="64"/>
                    </a:lnTo>
                    <a:lnTo>
                      <a:pt x="1115" y="39"/>
                    </a:lnTo>
                    <a:lnTo>
                      <a:pt x="1038" y="13"/>
                    </a:lnTo>
                    <a:lnTo>
                      <a:pt x="948" y="0"/>
                    </a:lnTo>
                    <a:close/>
                  </a:path>
                </a:pathLst>
              </a:custGeom>
              <a:solidFill>
                <a:srgbClr val="4AD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3" name="Google Shape;623;p19"/>
              <p:cNvSpPr/>
              <p:nvPr/>
            </p:nvSpPr>
            <p:spPr>
              <a:xfrm>
                <a:off x="5896444" y="3921455"/>
                <a:ext cx="187956" cy="187956"/>
              </a:xfrm>
              <a:custGeom>
                <a:rect b="b" l="l" r="r" t="t"/>
                <a:pathLst>
                  <a:path extrusionOk="0" h="5956" w="5956">
                    <a:moveTo>
                      <a:pt x="2818" y="0"/>
                    </a:moveTo>
                    <a:lnTo>
                      <a:pt x="2664" y="13"/>
                    </a:lnTo>
                    <a:lnTo>
                      <a:pt x="2370" y="64"/>
                    </a:lnTo>
                    <a:lnTo>
                      <a:pt x="2088" y="128"/>
                    </a:lnTo>
                    <a:lnTo>
                      <a:pt x="1819" y="231"/>
                    </a:lnTo>
                    <a:lnTo>
                      <a:pt x="1550" y="359"/>
                    </a:lnTo>
                    <a:lnTo>
                      <a:pt x="1307" y="512"/>
                    </a:lnTo>
                    <a:lnTo>
                      <a:pt x="1076" y="679"/>
                    </a:lnTo>
                    <a:lnTo>
                      <a:pt x="871" y="871"/>
                    </a:lnTo>
                    <a:lnTo>
                      <a:pt x="679" y="1089"/>
                    </a:lnTo>
                    <a:lnTo>
                      <a:pt x="500" y="1319"/>
                    </a:lnTo>
                    <a:lnTo>
                      <a:pt x="359" y="1563"/>
                    </a:lnTo>
                    <a:lnTo>
                      <a:pt x="231" y="1819"/>
                    </a:lnTo>
                    <a:lnTo>
                      <a:pt x="128" y="2088"/>
                    </a:lnTo>
                    <a:lnTo>
                      <a:pt x="52" y="2382"/>
                    </a:lnTo>
                    <a:lnTo>
                      <a:pt x="13" y="2677"/>
                    </a:lnTo>
                    <a:lnTo>
                      <a:pt x="0" y="2831"/>
                    </a:lnTo>
                    <a:lnTo>
                      <a:pt x="0" y="2984"/>
                    </a:lnTo>
                    <a:lnTo>
                      <a:pt x="0" y="3138"/>
                    </a:lnTo>
                    <a:lnTo>
                      <a:pt x="13" y="3279"/>
                    </a:lnTo>
                    <a:lnTo>
                      <a:pt x="52" y="3586"/>
                    </a:lnTo>
                    <a:lnTo>
                      <a:pt x="128" y="3868"/>
                    </a:lnTo>
                    <a:lnTo>
                      <a:pt x="231" y="4137"/>
                    </a:lnTo>
                    <a:lnTo>
                      <a:pt x="359" y="4406"/>
                    </a:lnTo>
                    <a:lnTo>
                      <a:pt x="500" y="4649"/>
                    </a:lnTo>
                    <a:lnTo>
                      <a:pt x="679" y="4880"/>
                    </a:lnTo>
                    <a:lnTo>
                      <a:pt x="871" y="5085"/>
                    </a:lnTo>
                    <a:lnTo>
                      <a:pt x="1076" y="5277"/>
                    </a:lnTo>
                    <a:lnTo>
                      <a:pt x="1307" y="5456"/>
                    </a:lnTo>
                    <a:lnTo>
                      <a:pt x="1550" y="5597"/>
                    </a:lnTo>
                    <a:lnTo>
                      <a:pt x="1819" y="5725"/>
                    </a:lnTo>
                    <a:lnTo>
                      <a:pt x="2088" y="5828"/>
                    </a:lnTo>
                    <a:lnTo>
                      <a:pt x="2370" y="5905"/>
                    </a:lnTo>
                    <a:lnTo>
                      <a:pt x="2664" y="5943"/>
                    </a:lnTo>
                    <a:lnTo>
                      <a:pt x="2818" y="5956"/>
                    </a:lnTo>
                    <a:lnTo>
                      <a:pt x="3125" y="5956"/>
                    </a:lnTo>
                    <a:lnTo>
                      <a:pt x="3279" y="5943"/>
                    </a:lnTo>
                    <a:lnTo>
                      <a:pt x="3574" y="5905"/>
                    </a:lnTo>
                    <a:lnTo>
                      <a:pt x="3855" y="5828"/>
                    </a:lnTo>
                    <a:lnTo>
                      <a:pt x="4137" y="5725"/>
                    </a:lnTo>
                    <a:lnTo>
                      <a:pt x="4393" y="5597"/>
                    </a:lnTo>
                    <a:lnTo>
                      <a:pt x="4637" y="5456"/>
                    </a:lnTo>
                    <a:lnTo>
                      <a:pt x="4867" y="5277"/>
                    </a:lnTo>
                    <a:lnTo>
                      <a:pt x="5085" y="5085"/>
                    </a:lnTo>
                    <a:lnTo>
                      <a:pt x="5277" y="4880"/>
                    </a:lnTo>
                    <a:lnTo>
                      <a:pt x="5444" y="4649"/>
                    </a:lnTo>
                    <a:lnTo>
                      <a:pt x="5597" y="4406"/>
                    </a:lnTo>
                    <a:lnTo>
                      <a:pt x="5713" y="4137"/>
                    </a:lnTo>
                    <a:lnTo>
                      <a:pt x="5815" y="3868"/>
                    </a:lnTo>
                    <a:lnTo>
                      <a:pt x="5892" y="3586"/>
                    </a:lnTo>
                    <a:lnTo>
                      <a:pt x="5943" y="3279"/>
                    </a:lnTo>
                    <a:lnTo>
                      <a:pt x="5943" y="3138"/>
                    </a:lnTo>
                    <a:lnTo>
                      <a:pt x="5956" y="2984"/>
                    </a:lnTo>
                    <a:lnTo>
                      <a:pt x="5943" y="2831"/>
                    </a:lnTo>
                    <a:lnTo>
                      <a:pt x="5943" y="2677"/>
                    </a:lnTo>
                    <a:lnTo>
                      <a:pt x="5892" y="2382"/>
                    </a:lnTo>
                    <a:lnTo>
                      <a:pt x="5815" y="2088"/>
                    </a:lnTo>
                    <a:lnTo>
                      <a:pt x="5713" y="1819"/>
                    </a:lnTo>
                    <a:lnTo>
                      <a:pt x="5597" y="1563"/>
                    </a:lnTo>
                    <a:lnTo>
                      <a:pt x="5444" y="1319"/>
                    </a:lnTo>
                    <a:lnTo>
                      <a:pt x="5277" y="1089"/>
                    </a:lnTo>
                    <a:lnTo>
                      <a:pt x="5085" y="871"/>
                    </a:lnTo>
                    <a:lnTo>
                      <a:pt x="4867" y="679"/>
                    </a:lnTo>
                    <a:lnTo>
                      <a:pt x="4637" y="512"/>
                    </a:lnTo>
                    <a:lnTo>
                      <a:pt x="4393" y="359"/>
                    </a:lnTo>
                    <a:lnTo>
                      <a:pt x="4137" y="231"/>
                    </a:lnTo>
                    <a:lnTo>
                      <a:pt x="3855" y="128"/>
                    </a:lnTo>
                    <a:lnTo>
                      <a:pt x="3574" y="64"/>
                    </a:lnTo>
                    <a:lnTo>
                      <a:pt x="3279" y="13"/>
                    </a:lnTo>
                    <a:lnTo>
                      <a:pt x="3125" y="0"/>
                    </a:lnTo>
                    <a:close/>
                  </a:path>
                </a:pathLst>
              </a:custGeom>
              <a:solidFill>
                <a:srgbClr val="1FC5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4" name="Google Shape;624;p19"/>
              <p:cNvSpPr/>
              <p:nvPr/>
            </p:nvSpPr>
            <p:spPr>
              <a:xfrm>
                <a:off x="5927560" y="3952981"/>
                <a:ext cx="125315" cy="125315"/>
              </a:xfrm>
              <a:custGeom>
                <a:rect b="b" l="l" r="r" t="t"/>
                <a:pathLst>
                  <a:path extrusionOk="0" h="3971" w="3971">
                    <a:moveTo>
                      <a:pt x="1781" y="0"/>
                    </a:moveTo>
                    <a:lnTo>
                      <a:pt x="1589" y="39"/>
                    </a:lnTo>
                    <a:lnTo>
                      <a:pt x="1397" y="90"/>
                    </a:lnTo>
                    <a:lnTo>
                      <a:pt x="1217" y="154"/>
                    </a:lnTo>
                    <a:lnTo>
                      <a:pt x="1038" y="231"/>
                    </a:lnTo>
                    <a:lnTo>
                      <a:pt x="871" y="333"/>
                    </a:lnTo>
                    <a:lnTo>
                      <a:pt x="718" y="448"/>
                    </a:lnTo>
                    <a:lnTo>
                      <a:pt x="577" y="577"/>
                    </a:lnTo>
                    <a:lnTo>
                      <a:pt x="449" y="717"/>
                    </a:lnTo>
                    <a:lnTo>
                      <a:pt x="346" y="871"/>
                    </a:lnTo>
                    <a:lnTo>
                      <a:pt x="244" y="1038"/>
                    </a:lnTo>
                    <a:lnTo>
                      <a:pt x="154" y="1204"/>
                    </a:lnTo>
                    <a:lnTo>
                      <a:pt x="90" y="1396"/>
                    </a:lnTo>
                    <a:lnTo>
                      <a:pt x="39" y="1576"/>
                    </a:lnTo>
                    <a:lnTo>
                      <a:pt x="13" y="1780"/>
                    </a:lnTo>
                    <a:lnTo>
                      <a:pt x="1" y="1985"/>
                    </a:lnTo>
                    <a:lnTo>
                      <a:pt x="13" y="2178"/>
                    </a:lnTo>
                    <a:lnTo>
                      <a:pt x="39" y="2382"/>
                    </a:lnTo>
                    <a:lnTo>
                      <a:pt x="90" y="2575"/>
                    </a:lnTo>
                    <a:lnTo>
                      <a:pt x="154" y="2754"/>
                    </a:lnTo>
                    <a:lnTo>
                      <a:pt x="244" y="2933"/>
                    </a:lnTo>
                    <a:lnTo>
                      <a:pt x="346" y="3087"/>
                    </a:lnTo>
                    <a:lnTo>
                      <a:pt x="449" y="3241"/>
                    </a:lnTo>
                    <a:lnTo>
                      <a:pt x="577" y="3381"/>
                    </a:lnTo>
                    <a:lnTo>
                      <a:pt x="718" y="3510"/>
                    </a:lnTo>
                    <a:lnTo>
                      <a:pt x="871" y="3625"/>
                    </a:lnTo>
                    <a:lnTo>
                      <a:pt x="1038" y="3727"/>
                    </a:lnTo>
                    <a:lnTo>
                      <a:pt x="1217" y="3817"/>
                    </a:lnTo>
                    <a:lnTo>
                      <a:pt x="1397" y="3881"/>
                    </a:lnTo>
                    <a:lnTo>
                      <a:pt x="1589" y="3932"/>
                    </a:lnTo>
                    <a:lnTo>
                      <a:pt x="1781" y="3958"/>
                    </a:lnTo>
                    <a:lnTo>
                      <a:pt x="1986" y="3971"/>
                    </a:lnTo>
                    <a:lnTo>
                      <a:pt x="2191" y="3958"/>
                    </a:lnTo>
                    <a:lnTo>
                      <a:pt x="2383" y="3932"/>
                    </a:lnTo>
                    <a:lnTo>
                      <a:pt x="2575" y="3881"/>
                    </a:lnTo>
                    <a:lnTo>
                      <a:pt x="2767" y="3817"/>
                    </a:lnTo>
                    <a:lnTo>
                      <a:pt x="2934" y="3727"/>
                    </a:lnTo>
                    <a:lnTo>
                      <a:pt x="3100" y="3625"/>
                    </a:lnTo>
                    <a:lnTo>
                      <a:pt x="3254" y="3510"/>
                    </a:lnTo>
                    <a:lnTo>
                      <a:pt x="3395" y="3381"/>
                    </a:lnTo>
                    <a:lnTo>
                      <a:pt x="3523" y="3241"/>
                    </a:lnTo>
                    <a:lnTo>
                      <a:pt x="3638" y="3087"/>
                    </a:lnTo>
                    <a:lnTo>
                      <a:pt x="3740" y="2933"/>
                    </a:lnTo>
                    <a:lnTo>
                      <a:pt x="3817" y="2754"/>
                    </a:lnTo>
                    <a:lnTo>
                      <a:pt x="3881" y="2575"/>
                    </a:lnTo>
                    <a:lnTo>
                      <a:pt x="3933" y="2382"/>
                    </a:lnTo>
                    <a:lnTo>
                      <a:pt x="3958" y="2178"/>
                    </a:lnTo>
                    <a:lnTo>
                      <a:pt x="3971" y="1985"/>
                    </a:lnTo>
                    <a:lnTo>
                      <a:pt x="3958" y="1780"/>
                    </a:lnTo>
                    <a:lnTo>
                      <a:pt x="3933" y="1576"/>
                    </a:lnTo>
                    <a:lnTo>
                      <a:pt x="3881" y="1396"/>
                    </a:lnTo>
                    <a:lnTo>
                      <a:pt x="3817" y="1204"/>
                    </a:lnTo>
                    <a:lnTo>
                      <a:pt x="3740" y="1038"/>
                    </a:lnTo>
                    <a:lnTo>
                      <a:pt x="3638" y="871"/>
                    </a:lnTo>
                    <a:lnTo>
                      <a:pt x="3523" y="717"/>
                    </a:lnTo>
                    <a:lnTo>
                      <a:pt x="3395" y="577"/>
                    </a:lnTo>
                    <a:lnTo>
                      <a:pt x="3254" y="448"/>
                    </a:lnTo>
                    <a:lnTo>
                      <a:pt x="3100" y="333"/>
                    </a:lnTo>
                    <a:lnTo>
                      <a:pt x="2934" y="231"/>
                    </a:lnTo>
                    <a:lnTo>
                      <a:pt x="2767" y="154"/>
                    </a:lnTo>
                    <a:lnTo>
                      <a:pt x="2575" y="90"/>
                    </a:lnTo>
                    <a:lnTo>
                      <a:pt x="2383" y="39"/>
                    </a:lnTo>
                    <a:lnTo>
                      <a:pt x="2191" y="0"/>
                    </a:lnTo>
                    <a:close/>
                  </a:path>
                </a:pathLst>
              </a:custGeom>
              <a:solidFill>
                <a:srgbClr val="05A8E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5" name="Google Shape;625;p19"/>
              <p:cNvSpPr/>
              <p:nvPr/>
            </p:nvSpPr>
            <p:spPr>
              <a:xfrm>
                <a:off x="5963126" y="3988547"/>
                <a:ext cx="54184" cy="54184"/>
              </a:xfrm>
              <a:custGeom>
                <a:rect b="b" l="l" r="r" t="t"/>
                <a:pathLst>
                  <a:path extrusionOk="0" h="1717" w="1717">
                    <a:moveTo>
                      <a:pt x="769" y="0"/>
                    </a:moveTo>
                    <a:lnTo>
                      <a:pt x="692" y="13"/>
                    </a:lnTo>
                    <a:lnTo>
                      <a:pt x="603" y="39"/>
                    </a:lnTo>
                    <a:lnTo>
                      <a:pt x="526" y="64"/>
                    </a:lnTo>
                    <a:lnTo>
                      <a:pt x="449" y="103"/>
                    </a:lnTo>
                    <a:lnTo>
                      <a:pt x="385" y="141"/>
                    </a:lnTo>
                    <a:lnTo>
                      <a:pt x="308" y="192"/>
                    </a:lnTo>
                    <a:lnTo>
                      <a:pt x="257" y="244"/>
                    </a:lnTo>
                    <a:lnTo>
                      <a:pt x="193" y="308"/>
                    </a:lnTo>
                    <a:lnTo>
                      <a:pt x="154" y="372"/>
                    </a:lnTo>
                    <a:lnTo>
                      <a:pt x="103" y="449"/>
                    </a:lnTo>
                    <a:lnTo>
                      <a:pt x="65" y="525"/>
                    </a:lnTo>
                    <a:lnTo>
                      <a:pt x="39" y="602"/>
                    </a:lnTo>
                    <a:lnTo>
                      <a:pt x="13" y="679"/>
                    </a:lnTo>
                    <a:lnTo>
                      <a:pt x="1" y="769"/>
                    </a:lnTo>
                    <a:lnTo>
                      <a:pt x="1" y="858"/>
                    </a:lnTo>
                    <a:lnTo>
                      <a:pt x="1" y="935"/>
                    </a:lnTo>
                    <a:lnTo>
                      <a:pt x="13" y="1025"/>
                    </a:lnTo>
                    <a:lnTo>
                      <a:pt x="39" y="1115"/>
                    </a:lnTo>
                    <a:lnTo>
                      <a:pt x="65" y="1191"/>
                    </a:lnTo>
                    <a:lnTo>
                      <a:pt x="103" y="1268"/>
                    </a:lnTo>
                    <a:lnTo>
                      <a:pt x="154" y="1332"/>
                    </a:lnTo>
                    <a:lnTo>
                      <a:pt x="193" y="1396"/>
                    </a:lnTo>
                    <a:lnTo>
                      <a:pt x="257" y="1460"/>
                    </a:lnTo>
                    <a:lnTo>
                      <a:pt x="308" y="1512"/>
                    </a:lnTo>
                    <a:lnTo>
                      <a:pt x="385" y="1563"/>
                    </a:lnTo>
                    <a:lnTo>
                      <a:pt x="449" y="1614"/>
                    </a:lnTo>
                    <a:lnTo>
                      <a:pt x="526" y="1640"/>
                    </a:lnTo>
                    <a:lnTo>
                      <a:pt x="603" y="1678"/>
                    </a:lnTo>
                    <a:lnTo>
                      <a:pt x="692" y="1691"/>
                    </a:lnTo>
                    <a:lnTo>
                      <a:pt x="769" y="1704"/>
                    </a:lnTo>
                    <a:lnTo>
                      <a:pt x="859" y="1717"/>
                    </a:lnTo>
                    <a:lnTo>
                      <a:pt x="948" y="1704"/>
                    </a:lnTo>
                    <a:lnTo>
                      <a:pt x="1038" y="1691"/>
                    </a:lnTo>
                    <a:lnTo>
                      <a:pt x="1115" y="1678"/>
                    </a:lnTo>
                    <a:lnTo>
                      <a:pt x="1192" y="1640"/>
                    </a:lnTo>
                    <a:lnTo>
                      <a:pt x="1269" y="1614"/>
                    </a:lnTo>
                    <a:lnTo>
                      <a:pt x="1345" y="1563"/>
                    </a:lnTo>
                    <a:lnTo>
                      <a:pt x="1409" y="1512"/>
                    </a:lnTo>
                    <a:lnTo>
                      <a:pt x="1474" y="1460"/>
                    </a:lnTo>
                    <a:lnTo>
                      <a:pt x="1525" y="1396"/>
                    </a:lnTo>
                    <a:lnTo>
                      <a:pt x="1576" y="1332"/>
                    </a:lnTo>
                    <a:lnTo>
                      <a:pt x="1614" y="1268"/>
                    </a:lnTo>
                    <a:lnTo>
                      <a:pt x="1653" y="1191"/>
                    </a:lnTo>
                    <a:lnTo>
                      <a:pt x="1678" y="1115"/>
                    </a:lnTo>
                    <a:lnTo>
                      <a:pt x="1704" y="1025"/>
                    </a:lnTo>
                    <a:lnTo>
                      <a:pt x="1717" y="935"/>
                    </a:lnTo>
                    <a:lnTo>
                      <a:pt x="1717" y="858"/>
                    </a:lnTo>
                    <a:lnTo>
                      <a:pt x="1717" y="769"/>
                    </a:lnTo>
                    <a:lnTo>
                      <a:pt x="1704" y="679"/>
                    </a:lnTo>
                    <a:lnTo>
                      <a:pt x="1678" y="602"/>
                    </a:lnTo>
                    <a:lnTo>
                      <a:pt x="1653" y="525"/>
                    </a:lnTo>
                    <a:lnTo>
                      <a:pt x="1614" y="449"/>
                    </a:lnTo>
                    <a:lnTo>
                      <a:pt x="1576" y="372"/>
                    </a:lnTo>
                    <a:lnTo>
                      <a:pt x="1525" y="308"/>
                    </a:lnTo>
                    <a:lnTo>
                      <a:pt x="1474" y="244"/>
                    </a:lnTo>
                    <a:lnTo>
                      <a:pt x="1409" y="192"/>
                    </a:lnTo>
                    <a:lnTo>
                      <a:pt x="1345" y="141"/>
                    </a:lnTo>
                    <a:lnTo>
                      <a:pt x="1269" y="103"/>
                    </a:lnTo>
                    <a:lnTo>
                      <a:pt x="1192" y="64"/>
                    </a:lnTo>
                    <a:lnTo>
                      <a:pt x="1115" y="39"/>
                    </a:lnTo>
                    <a:lnTo>
                      <a:pt x="1038" y="13"/>
                    </a:lnTo>
                    <a:lnTo>
                      <a:pt x="948" y="0"/>
                    </a:lnTo>
                    <a:close/>
                  </a:path>
                </a:pathLst>
              </a:custGeom>
              <a:solidFill>
                <a:srgbClr val="4AD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20"/>
          <p:cNvSpPr txBox="1"/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4. Presentation of my code with </a:t>
            </a:r>
            <a:endParaRPr/>
          </a:p>
        </p:txBody>
      </p:sp>
      <p:sp>
        <p:nvSpPr>
          <p:cNvPr id="631" name="Google Shape;631;p20"/>
          <p:cNvSpPr txBox="1"/>
          <p:nvPr/>
        </p:nvSpPr>
        <p:spPr>
          <a:xfrm>
            <a:off x="4095763" y="1047750"/>
            <a:ext cx="952500" cy="42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800">
              <a:solidFill>
                <a:schemeClr val="accent6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pic>
        <p:nvPicPr>
          <p:cNvPr id="632" name="Google Shape;63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189275"/>
            <a:ext cx="7975748" cy="3364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21"/>
          <p:cNvSpPr txBox="1"/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4. Presentation of my code with </a:t>
            </a:r>
            <a:endParaRPr/>
          </a:p>
        </p:txBody>
      </p:sp>
      <p:sp>
        <p:nvSpPr>
          <p:cNvPr id="638" name="Google Shape;638;p21"/>
          <p:cNvSpPr txBox="1"/>
          <p:nvPr/>
        </p:nvSpPr>
        <p:spPr>
          <a:xfrm>
            <a:off x="4095763" y="1047750"/>
            <a:ext cx="952500" cy="42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800">
              <a:solidFill>
                <a:schemeClr val="accent6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pic>
        <p:nvPicPr>
          <p:cNvPr id="639" name="Google Shape;63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9700" y="851725"/>
            <a:ext cx="7159300" cy="41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22"/>
          <p:cNvSpPr txBox="1"/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4. Presentation of my code with </a:t>
            </a:r>
            <a:endParaRPr/>
          </a:p>
        </p:txBody>
      </p:sp>
      <p:sp>
        <p:nvSpPr>
          <p:cNvPr id="645" name="Google Shape;645;p22"/>
          <p:cNvSpPr txBox="1"/>
          <p:nvPr/>
        </p:nvSpPr>
        <p:spPr>
          <a:xfrm>
            <a:off x="4095763" y="1047750"/>
            <a:ext cx="952500" cy="42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800">
              <a:solidFill>
                <a:schemeClr val="accent6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pic>
        <p:nvPicPr>
          <p:cNvPr id="646" name="Google Shape;64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8175" y="782875"/>
            <a:ext cx="7020118" cy="4208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23"/>
          <p:cNvSpPr txBox="1"/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4. Presentation of my code with </a:t>
            </a:r>
            <a:endParaRPr/>
          </a:p>
        </p:txBody>
      </p:sp>
      <p:sp>
        <p:nvSpPr>
          <p:cNvPr id="652" name="Google Shape;652;p23"/>
          <p:cNvSpPr txBox="1"/>
          <p:nvPr/>
        </p:nvSpPr>
        <p:spPr>
          <a:xfrm>
            <a:off x="4095763" y="1047750"/>
            <a:ext cx="952500" cy="42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800">
              <a:solidFill>
                <a:schemeClr val="accent6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pic>
        <p:nvPicPr>
          <p:cNvPr id="653" name="Google Shape;65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2763" y="820575"/>
            <a:ext cx="6918524" cy="4133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24"/>
          <p:cNvSpPr txBox="1"/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4. Presentation of my code with </a:t>
            </a:r>
            <a:endParaRPr/>
          </a:p>
        </p:txBody>
      </p:sp>
      <p:sp>
        <p:nvSpPr>
          <p:cNvPr id="659" name="Google Shape;659;p24"/>
          <p:cNvSpPr txBox="1"/>
          <p:nvPr/>
        </p:nvSpPr>
        <p:spPr>
          <a:xfrm>
            <a:off x="4095763" y="1047750"/>
            <a:ext cx="952500" cy="42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800">
              <a:solidFill>
                <a:schemeClr val="accent6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pic>
        <p:nvPicPr>
          <p:cNvPr id="660" name="Google Shape;66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5550" y="782875"/>
            <a:ext cx="6640976" cy="427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25"/>
          <p:cNvSpPr txBox="1"/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4. Presentation of my code with </a:t>
            </a:r>
            <a:endParaRPr/>
          </a:p>
        </p:txBody>
      </p:sp>
      <p:sp>
        <p:nvSpPr>
          <p:cNvPr id="666" name="Google Shape;666;p25"/>
          <p:cNvSpPr txBox="1"/>
          <p:nvPr/>
        </p:nvSpPr>
        <p:spPr>
          <a:xfrm>
            <a:off x="4095763" y="1047750"/>
            <a:ext cx="952500" cy="42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800">
              <a:solidFill>
                <a:schemeClr val="accent6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pic>
        <p:nvPicPr>
          <p:cNvPr id="667" name="Google Shape;66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975" y="782875"/>
            <a:ext cx="7243000" cy="4319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2" name="Google Shape;67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9100" y="526800"/>
            <a:ext cx="7717325" cy="4505901"/>
          </a:xfrm>
          <a:prstGeom prst="rect">
            <a:avLst/>
          </a:prstGeom>
          <a:noFill/>
          <a:ln>
            <a:noFill/>
          </a:ln>
        </p:spPr>
      </p:pic>
      <p:sp>
        <p:nvSpPr>
          <p:cNvPr id="673" name="Google Shape;673;p26"/>
          <p:cNvSpPr txBox="1"/>
          <p:nvPr/>
        </p:nvSpPr>
        <p:spPr>
          <a:xfrm>
            <a:off x="1618400" y="65100"/>
            <a:ext cx="559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4.1 start k- means algorithm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27"/>
          <p:cNvSpPr txBox="1"/>
          <p:nvPr/>
        </p:nvSpPr>
        <p:spPr>
          <a:xfrm>
            <a:off x="1618400" y="65100"/>
            <a:ext cx="559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4.1 start k- means algorithm</a:t>
            </a:r>
            <a:endParaRPr/>
          </a:p>
        </p:txBody>
      </p:sp>
      <p:pic>
        <p:nvPicPr>
          <p:cNvPr id="679" name="Google Shape;67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6050" y="573150"/>
            <a:ext cx="6993626" cy="451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28"/>
          <p:cNvSpPr txBox="1"/>
          <p:nvPr/>
        </p:nvSpPr>
        <p:spPr>
          <a:xfrm>
            <a:off x="1618400" y="65100"/>
            <a:ext cx="559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4.1 start k- means algorithm</a:t>
            </a:r>
            <a:endParaRPr/>
          </a:p>
        </p:txBody>
      </p:sp>
      <p:pic>
        <p:nvPicPr>
          <p:cNvPr id="685" name="Google Shape;68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6800" y="927388"/>
            <a:ext cx="8917200" cy="328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29"/>
          <p:cNvSpPr txBox="1"/>
          <p:nvPr/>
        </p:nvSpPr>
        <p:spPr>
          <a:xfrm>
            <a:off x="1618400" y="65100"/>
            <a:ext cx="559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4.1 start k- means algorithm</a:t>
            </a:r>
            <a:endParaRPr/>
          </a:p>
        </p:txBody>
      </p:sp>
      <p:pic>
        <p:nvPicPr>
          <p:cNvPr id="691" name="Google Shape;69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3725" y="444875"/>
            <a:ext cx="6947899" cy="4610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30"/>
          <p:cNvSpPr txBox="1"/>
          <p:nvPr/>
        </p:nvSpPr>
        <p:spPr>
          <a:xfrm>
            <a:off x="1197675" y="264950"/>
            <a:ext cx="559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4.1 start k- means algorithm with elbow plot</a:t>
            </a:r>
            <a:endParaRPr/>
          </a:p>
        </p:txBody>
      </p:sp>
      <p:pic>
        <p:nvPicPr>
          <p:cNvPr id="697" name="Google Shape;69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39475" y="968350"/>
            <a:ext cx="1860350" cy="139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8" name="Google Shape;698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800" y="2363600"/>
            <a:ext cx="8839199" cy="19517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31"/>
          <p:cNvSpPr txBox="1"/>
          <p:nvPr/>
        </p:nvSpPr>
        <p:spPr>
          <a:xfrm>
            <a:off x="1618400" y="65100"/>
            <a:ext cx="559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4.1 start k- means algorithm</a:t>
            </a:r>
            <a:endParaRPr/>
          </a:p>
        </p:txBody>
      </p:sp>
      <p:pic>
        <p:nvPicPr>
          <p:cNvPr id="704" name="Google Shape;70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8200" y="582350"/>
            <a:ext cx="8350651" cy="456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32"/>
          <p:cNvSpPr txBox="1"/>
          <p:nvPr/>
        </p:nvSpPr>
        <p:spPr>
          <a:xfrm>
            <a:off x="1618400" y="65100"/>
            <a:ext cx="559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4.1 start k- means algorithm</a:t>
            </a:r>
            <a:endParaRPr/>
          </a:p>
        </p:txBody>
      </p:sp>
      <p:pic>
        <p:nvPicPr>
          <p:cNvPr id="710" name="Google Shape;71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313" y="1432875"/>
            <a:ext cx="9001676" cy="253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33"/>
          <p:cNvSpPr txBox="1"/>
          <p:nvPr/>
        </p:nvSpPr>
        <p:spPr>
          <a:xfrm>
            <a:off x="1618400" y="65100"/>
            <a:ext cx="559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4.1 start k- means algorithm</a:t>
            </a:r>
            <a:endParaRPr/>
          </a:p>
        </p:txBody>
      </p:sp>
      <p:pic>
        <p:nvPicPr>
          <p:cNvPr id="716" name="Google Shape;71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625" y="610950"/>
            <a:ext cx="7819107" cy="4411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34"/>
          <p:cNvSpPr txBox="1"/>
          <p:nvPr/>
        </p:nvSpPr>
        <p:spPr>
          <a:xfrm>
            <a:off x="1618400" y="65100"/>
            <a:ext cx="559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4.1 start k- means algorithm</a:t>
            </a:r>
            <a:endParaRPr/>
          </a:p>
        </p:txBody>
      </p:sp>
      <p:pic>
        <p:nvPicPr>
          <p:cNvPr id="722" name="Google Shape;722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79200"/>
            <a:ext cx="8839199" cy="42504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35"/>
          <p:cNvSpPr txBox="1"/>
          <p:nvPr/>
        </p:nvSpPr>
        <p:spPr>
          <a:xfrm>
            <a:off x="1618400" y="65100"/>
            <a:ext cx="559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4.1 start k- means algorithm</a:t>
            </a:r>
            <a:endParaRPr/>
          </a:p>
        </p:txBody>
      </p:sp>
      <p:pic>
        <p:nvPicPr>
          <p:cNvPr id="728" name="Google Shape;72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7575" y="584550"/>
            <a:ext cx="8113180" cy="431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chine Learning Infographics by Slidesgo">
  <a:themeElements>
    <a:clrScheme name="Simple Light">
      <a:dk1>
        <a:srgbClr val="000000"/>
      </a:dk1>
      <a:lt1>
        <a:srgbClr val="FFFFFF"/>
      </a:lt1>
      <a:dk2>
        <a:srgbClr val="666666"/>
      </a:dk2>
      <a:lt2>
        <a:srgbClr val="D9D9D9"/>
      </a:lt2>
      <a:accent1>
        <a:srgbClr val="E4EA27"/>
      </a:accent1>
      <a:accent2>
        <a:srgbClr val="26EAB8"/>
      </a:accent2>
      <a:accent3>
        <a:srgbClr val="2776EA"/>
      </a:accent3>
      <a:accent4>
        <a:srgbClr val="E99B27"/>
      </a:accent4>
      <a:accent5>
        <a:srgbClr val="EA4827"/>
      </a:accent5>
      <a:accent6>
        <a:srgbClr val="8027EA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